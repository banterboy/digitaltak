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C78C22C8.xml" ContentType="application/vnd.ms-powerpoint.comments+xml"/>
  <Override PartName="/ppt/notesSlides/notesSlide2.xml" ContentType="application/vnd.openxmlformats-officedocument.presentationml.notesSlide+xml"/>
  <Override PartName="/ppt/comments/modernComment_105_786FD65E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58" r:id="rId6"/>
    <p:sldId id="266" r:id="rId7"/>
    <p:sldId id="261" r:id="rId8"/>
    <p:sldId id="262" r:id="rId9"/>
    <p:sldId id="265" r:id="rId10"/>
    <p:sldId id="263" r:id="rId11"/>
    <p:sldId id="264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AF000C-62EC-FE4C-69DB-62675E11F5A0}" name="Hunt, Randall [USA]" initials="HR[" userId="S::640458@bah.com::89bfa2a9-2144-4bd6-ba22-d79ad510780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57" autoAdjust="0"/>
  </p:normalViewPr>
  <p:slideViewPr>
    <p:cSldViewPr snapToGrid="0">
      <p:cViewPr varScale="1">
        <p:scale>
          <a:sx n="101" d="100"/>
          <a:sy n="101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t, Randall [USA]" userId="89bfa2a9-2144-4bd6-ba22-d79ad510780c" providerId="ADAL" clId="{DB0C1110-2A34-4BE7-A95B-1234373456B6}"/>
    <pc:docChg chg="custSel modSld">
      <pc:chgData name="Hunt, Randall [USA]" userId="89bfa2a9-2144-4bd6-ba22-d79ad510780c" providerId="ADAL" clId="{DB0C1110-2A34-4BE7-A95B-1234373456B6}" dt="2025-04-14T18:45:48.999" v="6" actId="313"/>
      <pc:docMkLst>
        <pc:docMk/>
      </pc:docMkLst>
      <pc:sldChg chg="modSp mod">
        <pc:chgData name="Hunt, Randall [USA]" userId="89bfa2a9-2144-4bd6-ba22-d79ad510780c" providerId="ADAL" clId="{DB0C1110-2A34-4BE7-A95B-1234373456B6}" dt="2025-04-14T18:45:48.999" v="6" actId="313"/>
        <pc:sldMkLst>
          <pc:docMk/>
          <pc:sldMk cId="3347849928" sldId="258"/>
        </pc:sldMkLst>
        <pc:spChg chg="mod">
          <ac:chgData name="Hunt, Randall [USA]" userId="89bfa2a9-2144-4bd6-ba22-d79ad510780c" providerId="ADAL" clId="{DB0C1110-2A34-4BE7-A95B-1234373456B6}" dt="2025-04-14T18:45:48.999" v="6" actId="313"/>
          <ac:spMkLst>
            <pc:docMk/>
            <pc:sldMk cId="3347849928" sldId="258"/>
            <ac:spMk id="3" creationId="{3750F8E8-E1EE-3CCE-8EE8-862E14EC693E}"/>
          </ac:spMkLst>
        </pc:spChg>
      </pc:sldChg>
    </pc:docChg>
  </pc:docChgLst>
  <pc:docChgLst>
    <pc:chgData name="Hunt, Randall [USA]" userId="89bfa2a9-2144-4bd6-ba22-d79ad510780c" providerId="ADAL" clId="{8143F201-62F3-4C56-A098-814B8EBECFB8}"/>
    <pc:docChg chg="undo redo custSel addSld delSld modSld sldOrd">
      <pc:chgData name="Hunt, Randall [USA]" userId="89bfa2a9-2144-4bd6-ba22-d79ad510780c" providerId="ADAL" clId="{8143F201-62F3-4C56-A098-814B8EBECFB8}" dt="2024-09-06T13:53:36.513" v="9476"/>
      <pc:docMkLst>
        <pc:docMk/>
      </pc:docMkLst>
      <pc:sldChg chg="modSp mod">
        <pc:chgData name="Hunt, Randall [USA]" userId="89bfa2a9-2144-4bd6-ba22-d79ad510780c" providerId="ADAL" clId="{8143F201-62F3-4C56-A098-814B8EBECFB8}" dt="2024-08-16T12:35:00.338" v="58" actId="20577"/>
        <pc:sldMkLst>
          <pc:docMk/>
          <pc:sldMk cId="1995335988" sldId="256"/>
        </pc:sldMkLst>
        <pc:spChg chg="mod">
          <ac:chgData name="Hunt, Randall [USA]" userId="89bfa2a9-2144-4bd6-ba22-d79ad510780c" providerId="ADAL" clId="{8143F201-62F3-4C56-A098-814B8EBECFB8}" dt="2024-08-16T12:35:00.338" v="58" actId="20577"/>
          <ac:spMkLst>
            <pc:docMk/>
            <pc:sldMk cId="1995335988" sldId="256"/>
            <ac:spMk id="2" creationId="{49387E50-2593-2A28-BE7A-A1F46FCFF7A8}"/>
          </ac:spMkLst>
        </pc:spChg>
      </pc:sldChg>
      <pc:sldChg chg="modSp new mod ord">
        <pc:chgData name="Hunt, Randall [USA]" userId="89bfa2a9-2144-4bd6-ba22-d79ad510780c" providerId="ADAL" clId="{8143F201-62F3-4C56-A098-814B8EBECFB8}" dt="2024-08-16T13:24:05.411" v="2700"/>
        <pc:sldMkLst>
          <pc:docMk/>
          <pc:sldMk cId="947239535" sldId="257"/>
        </pc:sldMkLst>
        <pc:spChg chg="mod">
          <ac:chgData name="Hunt, Randall [USA]" userId="89bfa2a9-2144-4bd6-ba22-d79ad510780c" providerId="ADAL" clId="{8143F201-62F3-4C56-A098-814B8EBECFB8}" dt="2024-08-16T12:35:17.674" v="99" actId="20577"/>
          <ac:spMkLst>
            <pc:docMk/>
            <pc:sldMk cId="947239535" sldId="257"/>
            <ac:spMk id="2" creationId="{016B7BC4-BEA5-A09C-C940-4CE2A5F2BAF1}"/>
          </ac:spMkLst>
        </pc:spChg>
        <pc:spChg chg="mod">
          <ac:chgData name="Hunt, Randall [USA]" userId="89bfa2a9-2144-4bd6-ba22-d79ad510780c" providerId="ADAL" clId="{8143F201-62F3-4C56-A098-814B8EBECFB8}" dt="2024-08-16T13:00:21.122" v="1240" actId="20577"/>
          <ac:spMkLst>
            <pc:docMk/>
            <pc:sldMk cId="947239535" sldId="257"/>
            <ac:spMk id="3" creationId="{C607BB7B-C17C-9807-6CFF-62B204592F0C}"/>
          </ac:spMkLst>
        </pc:spChg>
      </pc:sldChg>
      <pc:sldChg chg="addSp delSp modSp new mod addCm modCm modNotesTx">
        <pc:chgData name="Hunt, Randall [USA]" userId="89bfa2a9-2144-4bd6-ba22-d79ad510780c" providerId="ADAL" clId="{8143F201-62F3-4C56-A098-814B8EBECFB8}" dt="2024-09-06T13:53:31.613" v="9473"/>
        <pc:sldMkLst>
          <pc:docMk/>
          <pc:sldMk cId="3347849928" sldId="258"/>
        </pc:sldMkLst>
        <pc:spChg chg="mod">
          <ac:chgData name="Hunt, Randall [USA]" userId="89bfa2a9-2144-4bd6-ba22-d79ad510780c" providerId="ADAL" clId="{8143F201-62F3-4C56-A098-814B8EBECFB8}" dt="2024-08-16T14:33:28.972" v="6525" actId="14100"/>
          <ac:spMkLst>
            <pc:docMk/>
            <pc:sldMk cId="3347849928" sldId="258"/>
            <ac:spMk id="2" creationId="{DF023C58-9EE3-5872-37BF-1BF92B4BBF13}"/>
          </ac:spMkLst>
        </pc:spChg>
        <pc:spChg chg="mod">
          <ac:chgData name="Hunt, Randall [USA]" userId="89bfa2a9-2144-4bd6-ba22-d79ad510780c" providerId="ADAL" clId="{8143F201-62F3-4C56-A098-814B8EBECFB8}" dt="2024-08-26T21:04:10.610" v="9406" actId="20577"/>
          <ac:spMkLst>
            <pc:docMk/>
            <pc:sldMk cId="3347849928" sldId="258"/>
            <ac:spMk id="3" creationId="{3750F8E8-E1EE-3CCE-8EE8-862E14EC693E}"/>
          </ac:spMkLst>
        </pc:spChg>
        <pc:spChg chg="add del mod">
          <ac:chgData name="Hunt, Randall [USA]" userId="89bfa2a9-2144-4bd6-ba22-d79ad510780c" providerId="ADAL" clId="{8143F201-62F3-4C56-A098-814B8EBECFB8}" dt="2024-08-16T14:34:47.359" v="6537" actId="478"/>
          <ac:spMkLst>
            <pc:docMk/>
            <pc:sldMk cId="3347849928" sldId="258"/>
            <ac:spMk id="4" creationId="{2E583E8A-F02B-9743-25B6-BF06769ED115}"/>
          </ac:spMkLst>
        </pc:spChg>
        <pc:spChg chg="add del mod">
          <ac:chgData name="Hunt, Randall [USA]" userId="89bfa2a9-2144-4bd6-ba22-d79ad510780c" providerId="ADAL" clId="{8143F201-62F3-4C56-A098-814B8EBECFB8}" dt="2024-08-16T14:34:48.873" v="6538" actId="478"/>
          <ac:spMkLst>
            <pc:docMk/>
            <pc:sldMk cId="3347849928" sldId="258"/>
            <ac:spMk id="5" creationId="{77CF4F0A-05DA-2325-ED5F-8ADCAF45E39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8143F201-62F3-4C56-A098-814B8EBECFB8}" dt="2024-08-16T13:05:42.898" v="1416"/>
              <pc2:cmMkLst xmlns:pc2="http://schemas.microsoft.com/office/powerpoint/2019/9/main/command">
                <pc:docMk/>
                <pc:sldMk cId="3347849928" sldId="258"/>
                <pc2:cmMk id="{803F53C9-62F0-4ADC-B979-D43BCC550A0D}"/>
              </pc2:cmMkLst>
            </pc226:cmChg>
            <pc226:cmChg xmlns:pc226="http://schemas.microsoft.com/office/powerpoint/2022/06/main/command" chg="add mod">
              <pc226:chgData name="Hunt, Randall [USA]" userId="89bfa2a9-2144-4bd6-ba22-d79ad510780c" providerId="ADAL" clId="{8143F201-62F3-4C56-A098-814B8EBECFB8}" dt="2024-08-16T14:30:31.276" v="6297"/>
              <pc2:cmMkLst xmlns:pc2="http://schemas.microsoft.com/office/powerpoint/2019/9/main/command">
                <pc:docMk/>
                <pc:sldMk cId="3347849928" sldId="258"/>
                <pc2:cmMk id="{ED3789F7-9A5A-4924-BA1C-55BF80E6F506}"/>
              </pc2:cmMkLst>
            </pc226:cmChg>
          </p:ext>
        </pc:extLst>
      </pc:sldChg>
      <pc:sldChg chg="addSp modSp new mod ord">
        <pc:chgData name="Hunt, Randall [USA]" userId="89bfa2a9-2144-4bd6-ba22-d79ad510780c" providerId="ADAL" clId="{8143F201-62F3-4C56-A098-814B8EBECFB8}" dt="2024-08-16T13:18:39.982" v="2140" actId="1076"/>
        <pc:sldMkLst>
          <pc:docMk/>
          <pc:sldMk cId="2237763077" sldId="259"/>
        </pc:sldMkLst>
        <pc:spChg chg="mod">
          <ac:chgData name="Hunt, Randall [USA]" userId="89bfa2a9-2144-4bd6-ba22-d79ad510780c" providerId="ADAL" clId="{8143F201-62F3-4C56-A098-814B8EBECFB8}" dt="2024-08-16T13:11:03.391" v="1480" actId="20577"/>
          <ac:spMkLst>
            <pc:docMk/>
            <pc:sldMk cId="2237763077" sldId="259"/>
            <ac:spMk id="2" creationId="{FB922320-CFE8-123A-3CE5-F71A3D24C8DC}"/>
          </ac:spMkLst>
        </pc:spChg>
        <pc:spChg chg="mod">
          <ac:chgData name="Hunt, Randall [USA]" userId="89bfa2a9-2144-4bd6-ba22-d79ad510780c" providerId="ADAL" clId="{8143F201-62F3-4C56-A098-814B8EBECFB8}" dt="2024-08-16T13:18:34.092" v="2138" actId="20577"/>
          <ac:spMkLst>
            <pc:docMk/>
            <pc:sldMk cId="2237763077" sldId="259"/>
            <ac:spMk id="3" creationId="{97D3BF72-3876-3B36-33BC-EADEE7BE057D}"/>
          </ac:spMkLst>
        </pc:spChg>
        <pc:picChg chg="add mod">
          <ac:chgData name="Hunt, Randall [USA]" userId="89bfa2a9-2144-4bd6-ba22-d79ad510780c" providerId="ADAL" clId="{8143F201-62F3-4C56-A098-814B8EBECFB8}" dt="2024-08-16T13:18:39.982" v="2140" actId="1076"/>
          <ac:picMkLst>
            <pc:docMk/>
            <pc:sldMk cId="2237763077" sldId="259"/>
            <ac:picMk id="5" creationId="{8C548592-B9EF-CEF4-A080-0B841F002C78}"/>
          </ac:picMkLst>
        </pc:picChg>
      </pc:sldChg>
      <pc:sldChg chg="addSp modSp new mod">
        <pc:chgData name="Hunt, Randall [USA]" userId="89bfa2a9-2144-4bd6-ba22-d79ad510780c" providerId="ADAL" clId="{8143F201-62F3-4C56-A098-814B8EBECFB8}" dt="2024-08-16T13:26:16.651" v="3160" actId="20577"/>
        <pc:sldMkLst>
          <pc:docMk/>
          <pc:sldMk cId="806542747" sldId="260"/>
        </pc:sldMkLst>
        <pc:spChg chg="mod">
          <ac:chgData name="Hunt, Randall [USA]" userId="89bfa2a9-2144-4bd6-ba22-d79ad510780c" providerId="ADAL" clId="{8143F201-62F3-4C56-A098-814B8EBECFB8}" dt="2024-08-16T13:18:49.160" v="2142"/>
          <ac:spMkLst>
            <pc:docMk/>
            <pc:sldMk cId="806542747" sldId="260"/>
            <ac:spMk id="2" creationId="{A1FEBE3C-0EAC-F581-42F4-B6B71A96F92F}"/>
          </ac:spMkLst>
        </pc:spChg>
        <pc:spChg chg="mod">
          <ac:chgData name="Hunt, Randall [USA]" userId="89bfa2a9-2144-4bd6-ba22-d79ad510780c" providerId="ADAL" clId="{8143F201-62F3-4C56-A098-814B8EBECFB8}" dt="2024-08-16T13:26:16.651" v="3160" actId="20577"/>
          <ac:spMkLst>
            <pc:docMk/>
            <pc:sldMk cId="806542747" sldId="260"/>
            <ac:spMk id="3" creationId="{87FA5790-74BB-B164-3EB5-B767CE93683B}"/>
          </ac:spMkLst>
        </pc:spChg>
        <pc:picChg chg="add mod">
          <ac:chgData name="Hunt, Randall [USA]" userId="89bfa2a9-2144-4bd6-ba22-d79ad510780c" providerId="ADAL" clId="{8143F201-62F3-4C56-A098-814B8EBECFB8}" dt="2024-08-16T13:24:13.092" v="2701" actId="1076"/>
          <ac:picMkLst>
            <pc:docMk/>
            <pc:sldMk cId="806542747" sldId="260"/>
            <ac:picMk id="5" creationId="{BA0A5C53-E8AC-AC6D-FFEE-4825A8CC80B2}"/>
          </ac:picMkLst>
        </pc:picChg>
      </pc:sldChg>
      <pc:sldChg chg="modSp new mod addCm modNotesTx">
        <pc:chgData name="Hunt, Randall [USA]" userId="89bfa2a9-2144-4bd6-ba22-d79ad510780c" providerId="ADAL" clId="{8143F201-62F3-4C56-A098-814B8EBECFB8}" dt="2024-09-06T13:53:36.513" v="9476"/>
        <pc:sldMkLst>
          <pc:docMk/>
          <pc:sldMk cId="2020595294" sldId="261"/>
        </pc:sldMkLst>
        <pc:spChg chg="mod">
          <ac:chgData name="Hunt, Randall [USA]" userId="89bfa2a9-2144-4bd6-ba22-d79ad510780c" providerId="ADAL" clId="{8143F201-62F3-4C56-A098-814B8EBECFB8}" dt="2024-08-16T13:32:39.004" v="3878"/>
          <ac:spMkLst>
            <pc:docMk/>
            <pc:sldMk cId="2020595294" sldId="261"/>
            <ac:spMk id="2" creationId="{E5D4C46B-C2F4-7B37-1EB5-B40001F2A54B}"/>
          </ac:spMkLst>
        </pc:spChg>
        <pc:spChg chg="mod">
          <ac:chgData name="Hunt, Randall [USA]" userId="89bfa2a9-2144-4bd6-ba22-d79ad510780c" providerId="ADAL" clId="{8143F201-62F3-4C56-A098-814B8EBECFB8}" dt="2024-08-16T13:36:05.273" v="4360" actId="20577"/>
          <ac:spMkLst>
            <pc:docMk/>
            <pc:sldMk cId="2020595294" sldId="261"/>
            <ac:spMk id="3" creationId="{EF1158AE-8735-097D-99BA-96BE76B55BC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Hunt, Randall [USA]" userId="89bfa2a9-2144-4bd6-ba22-d79ad510780c" providerId="ADAL" clId="{8143F201-62F3-4C56-A098-814B8EBECFB8}" dt="2024-08-16T13:34:22.929" v="4097"/>
              <pc2:cmMkLst xmlns:pc2="http://schemas.microsoft.com/office/powerpoint/2019/9/main/command">
                <pc:docMk/>
                <pc:sldMk cId="2020595294" sldId="261"/>
                <pc2:cmMk id="{EC923268-70DD-42F5-B1AD-C5ADDCE118AB}"/>
              </pc2:cmMkLst>
            </pc226:cmChg>
          </p:ext>
        </pc:extLst>
      </pc:sldChg>
      <pc:sldChg chg="addSp modSp new mod">
        <pc:chgData name="Hunt, Randall [USA]" userId="89bfa2a9-2144-4bd6-ba22-d79ad510780c" providerId="ADAL" clId="{8143F201-62F3-4C56-A098-814B8EBECFB8}" dt="2024-08-16T14:25:34.992" v="6159" actId="13926"/>
        <pc:sldMkLst>
          <pc:docMk/>
          <pc:sldMk cId="3371747678" sldId="262"/>
        </pc:sldMkLst>
        <pc:spChg chg="mod">
          <ac:chgData name="Hunt, Randall [USA]" userId="89bfa2a9-2144-4bd6-ba22-d79ad510780c" providerId="ADAL" clId="{8143F201-62F3-4C56-A098-814B8EBECFB8}" dt="2024-08-16T14:14:51.401" v="5652" actId="1076"/>
          <ac:spMkLst>
            <pc:docMk/>
            <pc:sldMk cId="3371747678" sldId="262"/>
            <ac:spMk id="2" creationId="{C3A9110D-3C36-561F-D3BE-CD8EB369DB81}"/>
          </ac:spMkLst>
        </pc:spChg>
        <pc:spChg chg="mod">
          <ac:chgData name="Hunt, Randall [USA]" userId="89bfa2a9-2144-4bd6-ba22-d79ad510780c" providerId="ADAL" clId="{8143F201-62F3-4C56-A098-814B8EBECFB8}" dt="2024-08-16T14:23:35.917" v="5734" actId="1076"/>
          <ac:spMkLst>
            <pc:docMk/>
            <pc:sldMk cId="3371747678" sldId="262"/>
            <ac:spMk id="3" creationId="{6EEEE2CC-E88D-6D0A-C568-3938617D576C}"/>
          </ac:spMkLst>
        </pc:spChg>
        <pc:spChg chg="add mod">
          <ac:chgData name="Hunt, Randall [USA]" userId="89bfa2a9-2144-4bd6-ba22-d79ad510780c" providerId="ADAL" clId="{8143F201-62F3-4C56-A098-814B8EBECFB8}" dt="2024-08-16T14:25:34.992" v="6159" actId="13926"/>
          <ac:spMkLst>
            <pc:docMk/>
            <pc:sldMk cId="3371747678" sldId="262"/>
            <ac:spMk id="4" creationId="{2F5ED21B-7A07-C1DF-C82C-3037766CE485}"/>
          </ac:spMkLst>
        </pc:spChg>
      </pc:sldChg>
      <pc:sldChg chg="addSp modSp new mod">
        <pc:chgData name="Hunt, Randall [USA]" userId="89bfa2a9-2144-4bd6-ba22-d79ad510780c" providerId="ADAL" clId="{8143F201-62F3-4C56-A098-814B8EBECFB8}" dt="2024-08-26T21:08:47.323" v="9451" actId="20577"/>
        <pc:sldMkLst>
          <pc:docMk/>
          <pc:sldMk cId="240489644" sldId="263"/>
        </pc:sldMkLst>
        <pc:spChg chg="mod">
          <ac:chgData name="Hunt, Randall [USA]" userId="89bfa2a9-2144-4bd6-ba22-d79ad510780c" providerId="ADAL" clId="{8143F201-62F3-4C56-A098-814B8EBECFB8}" dt="2024-08-16T13:42:16.853" v="4369"/>
          <ac:spMkLst>
            <pc:docMk/>
            <pc:sldMk cId="240489644" sldId="263"/>
            <ac:spMk id="2" creationId="{ACA615D7-D6A2-EA23-3AA2-608954BCDF1A}"/>
          </ac:spMkLst>
        </pc:spChg>
        <pc:spChg chg="mod">
          <ac:chgData name="Hunt, Randall [USA]" userId="89bfa2a9-2144-4bd6-ba22-d79ad510780c" providerId="ADAL" clId="{8143F201-62F3-4C56-A098-814B8EBECFB8}" dt="2024-08-26T21:08:47.323" v="9451" actId="20577"/>
          <ac:spMkLst>
            <pc:docMk/>
            <pc:sldMk cId="240489644" sldId="263"/>
            <ac:spMk id="3" creationId="{6C3EF328-A380-3B1F-B108-EDE907420007}"/>
          </ac:spMkLst>
        </pc:spChg>
        <pc:picChg chg="add mod">
          <ac:chgData name="Hunt, Randall [USA]" userId="89bfa2a9-2144-4bd6-ba22-d79ad510780c" providerId="ADAL" clId="{8143F201-62F3-4C56-A098-814B8EBECFB8}" dt="2024-08-16T13:45:27.224" v="4898" actId="1076"/>
          <ac:picMkLst>
            <pc:docMk/>
            <pc:sldMk cId="240489644" sldId="263"/>
            <ac:picMk id="5" creationId="{848C80B8-9979-E1C7-6CFD-C0CB5764A15B}"/>
          </ac:picMkLst>
        </pc:picChg>
        <pc:picChg chg="add mod">
          <ac:chgData name="Hunt, Randall [USA]" userId="89bfa2a9-2144-4bd6-ba22-d79ad510780c" providerId="ADAL" clId="{8143F201-62F3-4C56-A098-814B8EBECFB8}" dt="2024-08-16T13:47:31.016" v="5137" actId="1076"/>
          <ac:picMkLst>
            <pc:docMk/>
            <pc:sldMk cId="240489644" sldId="263"/>
            <ac:picMk id="7" creationId="{6DC9FC27-3EFB-4A9C-A934-B4433472A6A4}"/>
          </ac:picMkLst>
        </pc:picChg>
      </pc:sldChg>
      <pc:sldChg chg="addSp modSp new mod">
        <pc:chgData name="Hunt, Randall [USA]" userId="89bfa2a9-2144-4bd6-ba22-d79ad510780c" providerId="ADAL" clId="{8143F201-62F3-4C56-A098-814B8EBECFB8}" dt="2024-08-26T21:09:21.080" v="9466" actId="20577"/>
        <pc:sldMkLst>
          <pc:docMk/>
          <pc:sldMk cId="2731466586" sldId="264"/>
        </pc:sldMkLst>
        <pc:spChg chg="mod">
          <ac:chgData name="Hunt, Randall [USA]" userId="89bfa2a9-2144-4bd6-ba22-d79ad510780c" providerId="ADAL" clId="{8143F201-62F3-4C56-A098-814B8EBECFB8}" dt="2024-08-16T14:00:15.432" v="5339" actId="313"/>
          <ac:spMkLst>
            <pc:docMk/>
            <pc:sldMk cId="2731466586" sldId="264"/>
            <ac:spMk id="2" creationId="{A27DDE67-C11A-63C2-D3A7-9E6DDFF3E2AE}"/>
          </ac:spMkLst>
        </pc:spChg>
        <pc:spChg chg="mod">
          <ac:chgData name="Hunt, Randall [USA]" userId="89bfa2a9-2144-4bd6-ba22-d79ad510780c" providerId="ADAL" clId="{8143F201-62F3-4C56-A098-814B8EBECFB8}" dt="2024-08-26T21:09:21.080" v="9466" actId="20577"/>
          <ac:spMkLst>
            <pc:docMk/>
            <pc:sldMk cId="2731466586" sldId="264"/>
            <ac:spMk id="3" creationId="{CCB61739-E573-5919-D024-525B8C4717AC}"/>
          </ac:spMkLst>
        </pc:spChg>
        <pc:picChg chg="add mod">
          <ac:chgData name="Hunt, Randall [USA]" userId="89bfa2a9-2144-4bd6-ba22-d79ad510780c" providerId="ADAL" clId="{8143F201-62F3-4C56-A098-814B8EBECFB8}" dt="2024-08-16T14:00:32.225" v="5421" actId="1076"/>
          <ac:picMkLst>
            <pc:docMk/>
            <pc:sldMk cId="2731466586" sldId="264"/>
            <ac:picMk id="5" creationId="{43E37758-5E94-B6C6-6CCA-7BF8D5061E1C}"/>
          </ac:picMkLst>
        </pc:picChg>
        <pc:picChg chg="add mod">
          <ac:chgData name="Hunt, Randall [USA]" userId="89bfa2a9-2144-4bd6-ba22-d79ad510780c" providerId="ADAL" clId="{8143F201-62F3-4C56-A098-814B8EBECFB8}" dt="2024-08-16T14:01:42.784" v="5608" actId="1076"/>
          <ac:picMkLst>
            <pc:docMk/>
            <pc:sldMk cId="2731466586" sldId="264"/>
            <ac:picMk id="7" creationId="{AB230369-0036-11CE-E3BA-B7510EA9A34D}"/>
          </ac:picMkLst>
        </pc:picChg>
      </pc:sldChg>
      <pc:sldChg chg="addSp modSp new mod">
        <pc:chgData name="Hunt, Randall [USA]" userId="89bfa2a9-2144-4bd6-ba22-d79ad510780c" providerId="ADAL" clId="{8143F201-62F3-4C56-A098-814B8EBECFB8}" dt="2024-08-26T21:07:35.964" v="9412" actId="13926"/>
        <pc:sldMkLst>
          <pc:docMk/>
          <pc:sldMk cId="1426617524" sldId="265"/>
        </pc:sldMkLst>
        <pc:spChg chg="mod">
          <ac:chgData name="Hunt, Randall [USA]" userId="89bfa2a9-2144-4bd6-ba22-d79ad510780c" providerId="ADAL" clId="{8143F201-62F3-4C56-A098-814B8EBECFB8}" dt="2024-08-16T14:22:15.454" v="5724" actId="1076"/>
          <ac:spMkLst>
            <pc:docMk/>
            <pc:sldMk cId="1426617524" sldId="265"/>
            <ac:spMk id="2" creationId="{DD1F56CA-A8FF-46B3-78FF-DD11B5B4EEC2}"/>
          </ac:spMkLst>
        </pc:spChg>
        <pc:spChg chg="mod">
          <ac:chgData name="Hunt, Randall [USA]" userId="89bfa2a9-2144-4bd6-ba22-d79ad510780c" providerId="ADAL" clId="{8143F201-62F3-4C56-A098-814B8EBECFB8}" dt="2024-08-26T21:07:35.964" v="9412" actId="13926"/>
          <ac:spMkLst>
            <pc:docMk/>
            <pc:sldMk cId="1426617524" sldId="265"/>
            <ac:spMk id="3" creationId="{A741C059-5561-AA35-E71D-E82F938F9537}"/>
          </ac:spMkLst>
        </pc:spChg>
        <pc:spChg chg="add mod">
          <ac:chgData name="Hunt, Randall [USA]" userId="89bfa2a9-2144-4bd6-ba22-d79ad510780c" providerId="ADAL" clId="{8143F201-62F3-4C56-A098-814B8EBECFB8}" dt="2024-08-16T14:27:07.841" v="6243" actId="20577"/>
          <ac:spMkLst>
            <pc:docMk/>
            <pc:sldMk cId="1426617524" sldId="265"/>
            <ac:spMk id="4" creationId="{B9393426-B432-3DEF-4155-9F9E7B7F9D70}"/>
          </ac:spMkLst>
        </pc:spChg>
      </pc:sldChg>
      <pc:sldChg chg="addSp delSp modSp new mod">
        <pc:chgData name="Hunt, Randall [USA]" userId="89bfa2a9-2144-4bd6-ba22-d79ad510780c" providerId="ADAL" clId="{8143F201-62F3-4C56-A098-814B8EBECFB8}" dt="2024-08-26T21:05:42.730" v="9411" actId="20577"/>
        <pc:sldMkLst>
          <pc:docMk/>
          <pc:sldMk cId="3718156640" sldId="266"/>
        </pc:sldMkLst>
        <pc:spChg chg="mod">
          <ac:chgData name="Hunt, Randall [USA]" userId="89bfa2a9-2144-4bd6-ba22-d79ad510780c" providerId="ADAL" clId="{8143F201-62F3-4C56-A098-814B8EBECFB8}" dt="2024-08-16T14:34:15.081" v="6527"/>
          <ac:spMkLst>
            <pc:docMk/>
            <pc:sldMk cId="3718156640" sldId="266"/>
            <ac:spMk id="2" creationId="{05E616F4-66A6-5647-5201-0657E4165D61}"/>
          </ac:spMkLst>
        </pc:spChg>
        <pc:spChg chg="add del mod">
          <ac:chgData name="Hunt, Randall [USA]" userId="89bfa2a9-2144-4bd6-ba22-d79ad510780c" providerId="ADAL" clId="{8143F201-62F3-4C56-A098-814B8EBECFB8}" dt="2024-08-16T14:34:36.932" v="6534" actId="478"/>
          <ac:spMkLst>
            <pc:docMk/>
            <pc:sldMk cId="3718156640" sldId="266"/>
            <ac:spMk id="3" creationId="{7433CAF3-BCBA-276E-BB8C-2F110041211E}"/>
          </ac:spMkLst>
        </pc:spChg>
        <pc:spChg chg="add mod">
          <ac:chgData name="Hunt, Randall [USA]" userId="89bfa2a9-2144-4bd6-ba22-d79ad510780c" providerId="ADAL" clId="{8143F201-62F3-4C56-A098-814B8EBECFB8}" dt="2024-08-26T21:05:42.730" v="9411" actId="20577"/>
          <ac:spMkLst>
            <pc:docMk/>
            <pc:sldMk cId="3718156640" sldId="266"/>
            <ac:spMk id="4" creationId="{3E48C8C9-4E44-5DAD-68B9-705979DE6E60}"/>
          </ac:spMkLst>
        </pc:spChg>
        <pc:spChg chg="add mod">
          <ac:chgData name="Hunt, Randall [USA]" userId="89bfa2a9-2144-4bd6-ba22-d79ad510780c" providerId="ADAL" clId="{8143F201-62F3-4C56-A098-814B8EBECFB8}" dt="2024-08-16T14:34:35.538" v="6533"/>
          <ac:spMkLst>
            <pc:docMk/>
            <pc:sldMk cId="3718156640" sldId="266"/>
            <ac:spMk id="5" creationId="{518DA068-6F46-3FF5-FEDD-F54670ABC83C}"/>
          </ac:spMkLst>
        </pc:spChg>
        <pc:spChg chg="add mod">
          <ac:chgData name="Hunt, Randall [USA]" userId="89bfa2a9-2144-4bd6-ba22-d79ad510780c" providerId="ADAL" clId="{8143F201-62F3-4C56-A098-814B8EBECFB8}" dt="2024-08-16T14:34:40.129" v="6536" actId="1076"/>
          <ac:spMkLst>
            <pc:docMk/>
            <pc:sldMk cId="3718156640" sldId="266"/>
            <ac:spMk id="6" creationId="{7BAFFBDE-FAEA-B7F7-5D3F-CB5602539393}"/>
          </ac:spMkLst>
        </pc:spChg>
      </pc:sldChg>
      <pc:sldChg chg="modSp new mod ord">
        <pc:chgData name="Hunt, Randall [USA]" userId="89bfa2a9-2144-4bd6-ba22-d79ad510780c" providerId="ADAL" clId="{8143F201-62F3-4C56-A098-814B8EBECFB8}" dt="2024-08-16T14:44:04.628" v="7625" actId="14100"/>
        <pc:sldMkLst>
          <pc:docMk/>
          <pc:sldMk cId="3208447316" sldId="267"/>
        </pc:sldMkLst>
        <pc:spChg chg="mod">
          <ac:chgData name="Hunt, Randall [USA]" userId="89bfa2a9-2144-4bd6-ba22-d79ad510780c" providerId="ADAL" clId="{8143F201-62F3-4C56-A098-814B8EBECFB8}" dt="2024-08-16T14:43:36.400" v="7557" actId="20577"/>
          <ac:spMkLst>
            <pc:docMk/>
            <pc:sldMk cId="3208447316" sldId="267"/>
            <ac:spMk id="2" creationId="{056EB869-1283-11FD-2358-7F1F0122B24D}"/>
          </ac:spMkLst>
        </pc:spChg>
        <pc:spChg chg="mod">
          <ac:chgData name="Hunt, Randall [USA]" userId="89bfa2a9-2144-4bd6-ba22-d79ad510780c" providerId="ADAL" clId="{8143F201-62F3-4C56-A098-814B8EBECFB8}" dt="2024-08-16T14:44:04.628" v="7625" actId="14100"/>
          <ac:spMkLst>
            <pc:docMk/>
            <pc:sldMk cId="3208447316" sldId="267"/>
            <ac:spMk id="3" creationId="{86317752-298B-897D-F112-D590DEC6C47A}"/>
          </ac:spMkLst>
        </pc:spChg>
      </pc:sldChg>
      <pc:sldChg chg="modSp new mod">
        <pc:chgData name="Hunt, Randall [USA]" userId="89bfa2a9-2144-4bd6-ba22-d79ad510780c" providerId="ADAL" clId="{8143F201-62F3-4C56-A098-814B8EBECFB8}" dt="2024-08-16T15:07:15.221" v="9165" actId="27636"/>
        <pc:sldMkLst>
          <pc:docMk/>
          <pc:sldMk cId="3590077451" sldId="268"/>
        </pc:sldMkLst>
        <pc:spChg chg="mod">
          <ac:chgData name="Hunt, Randall [USA]" userId="89bfa2a9-2144-4bd6-ba22-d79ad510780c" providerId="ADAL" clId="{8143F201-62F3-4C56-A098-814B8EBECFB8}" dt="2024-08-16T14:46:15.047" v="7685" actId="20577"/>
          <ac:spMkLst>
            <pc:docMk/>
            <pc:sldMk cId="3590077451" sldId="268"/>
            <ac:spMk id="2" creationId="{75F1C28A-2066-BB7B-B07A-1DECAF74B81C}"/>
          </ac:spMkLst>
        </pc:spChg>
        <pc:spChg chg="mod">
          <ac:chgData name="Hunt, Randall [USA]" userId="89bfa2a9-2144-4bd6-ba22-d79ad510780c" providerId="ADAL" clId="{8143F201-62F3-4C56-A098-814B8EBECFB8}" dt="2024-08-16T15:07:15.221" v="9165" actId="27636"/>
          <ac:spMkLst>
            <pc:docMk/>
            <pc:sldMk cId="3590077451" sldId="268"/>
            <ac:spMk id="3" creationId="{C3876AEA-5C3D-6E24-1840-C8DE0D3051B1}"/>
          </ac:spMkLst>
        </pc:spChg>
      </pc:sldChg>
      <pc:sldChg chg="modSp new del mod">
        <pc:chgData name="Hunt, Randall [USA]" userId="89bfa2a9-2144-4bd6-ba22-d79ad510780c" providerId="ADAL" clId="{8143F201-62F3-4C56-A098-814B8EBECFB8}" dt="2024-08-16T17:20:24.614" v="9403" actId="47"/>
        <pc:sldMkLst>
          <pc:docMk/>
          <pc:sldMk cId="1818370164" sldId="269"/>
        </pc:sldMkLst>
        <pc:spChg chg="mod">
          <ac:chgData name="Hunt, Randall [USA]" userId="89bfa2a9-2144-4bd6-ba22-d79ad510780c" providerId="ADAL" clId="{8143F201-62F3-4C56-A098-814B8EBECFB8}" dt="2024-08-16T17:16:28.607" v="9167"/>
          <ac:spMkLst>
            <pc:docMk/>
            <pc:sldMk cId="1818370164" sldId="269"/>
            <ac:spMk id="2" creationId="{B85CBD16-E661-85BC-B4BA-A0373235CF90}"/>
          </ac:spMkLst>
        </pc:spChg>
      </pc:sldChg>
    </pc:docChg>
  </pc:docChgLst>
</pc:chgInfo>
</file>

<file path=ppt/comments/modernComment_102_C78C22C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03F53C9-62F0-4ADC-B979-D43BCC550A0D}" authorId="{A4AF000C-62EC-FE4C-69DB-62675E11F5A0}" created="2024-08-16T13:05:42.89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47849928" sldId="258"/>
      <ac:spMk id="2" creationId="{DF023C58-9EE3-5872-37BF-1BF92B4BBF13}"/>
    </ac:deMkLst>
    <p188:txBody>
      <a:bodyPr/>
      <a:lstStyle/>
      <a:p>
        <a:r>
          <a:rPr lang="en-US"/>
          <a:t>The following example is creating a data package for a specific client for a TAK Server Deployment.</a:t>
        </a:r>
      </a:p>
    </p188:txBody>
  </p188:cm>
  <p188:cm id="{ED3789F7-9A5A-4924-BA1C-55BF80E6F506}" authorId="{A4AF000C-62EC-FE4C-69DB-62675E11F5A0}" created="2024-08-16T13:28:52.425">
    <pc:sldMkLst xmlns:pc="http://schemas.microsoft.com/office/powerpoint/2013/main/command">
      <pc:docMk/>
      <pc:sldMk cId="3347849928" sldId="258"/>
    </pc:sldMkLst>
    <p188:txBody>
      <a:bodyPr/>
      <a:lstStyle/>
      <a:p>
        <a:r>
          <a:rPr lang="en-US"/>
          <a:t>You can change the uid if desired</a:t>
        </a:r>
      </a:p>
    </p188:txBody>
  </p188:cm>
</p188:cmLst>
</file>

<file path=ppt/comments/modernComment_105_786FD6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923268-70DD-42F5-B1AD-C5ADDCE118AB}" authorId="{A4AF000C-62EC-FE4C-69DB-62675E11F5A0}" created="2024-08-16T13:34:22.9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20595294" sldId="261"/>
      <ac:spMk id="3" creationId="{EF1158AE-8735-097D-99BA-96BE76B55BCC}"/>
    </ac:deMkLst>
    <p188:txBody>
      <a:bodyPr/>
      <a:lstStyle/>
      <a:p>
        <a:r>
          <a:rPr lang="en-US"/>
          <a:t>Note: if you would like to change the name of the config file you will also need to update it in the manifest.xml file. 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3AC3BC-4E48-43B7-86AF-EB7B2B566C69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B8ED3-0E26-4ADE-8E8E-CE41108A0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8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The following example is creating a data package for a specific client for a TAK Server Deployment.</a:t>
            </a:r>
          </a:p>
          <a:p>
            <a:r>
              <a:rPr lang="en-US" sz="1800" dirty="0">
                <a:effectLst/>
                <a:latin typeface="Segoe UI" panose="020B0502040204020203" pitchFamily="34" charset="0"/>
              </a:rPr>
              <a:t># You can change the </a:t>
            </a:r>
            <a:r>
              <a:rPr lang="en-US" sz="1800" dirty="0" err="1">
                <a:effectLst/>
                <a:latin typeface="Segoe UI" panose="020B0502040204020203" pitchFamily="34" charset="0"/>
              </a:rPr>
              <a:t>uid</a:t>
            </a:r>
            <a:r>
              <a:rPr lang="en-US" sz="1800" dirty="0">
                <a:effectLst/>
                <a:latin typeface="Segoe UI" panose="020B0502040204020203" pitchFamily="34" charset="0"/>
              </a:rPr>
              <a:t> if desired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B8ED3-0E26-4ADE-8E8E-CE41108A08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210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</a:t>
            </a:r>
            <a:r>
              <a:rPr lang="en-US" sz="1800" dirty="0">
                <a:effectLst/>
                <a:latin typeface="Segoe UI" panose="020B0502040204020203" pitchFamily="34" charset="0"/>
              </a:rPr>
              <a:t>Note: if you would like to change the name of the config file you will also need to update it in the manifest.xml file.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7B8ED3-0E26-4ADE-8E8E-CE41108A08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72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5BDA3-0258-5CFC-CAB6-3C3F5C839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A084C-6B16-07F0-73AE-EAE635AC38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EC23A-6100-B3B4-DE58-3D41E424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375E1-2C95-0E30-4826-1BB5556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6438A-9FA7-12F6-0760-849AE4AE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3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9ED81-CFD7-6C09-E343-04E07475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D5CF4-17C6-A831-AE85-F23DF5393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65C0-A7F8-4A09-0880-CC4698374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03851-B1AA-B424-E32E-3CE42D53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FE66-5D82-23B8-DA9F-D3AE03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82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4A300-9B35-D4B6-C0EA-90A52E14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46256-942C-9AC3-D1E7-9C6B83829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BE2FA-95EB-6675-7C1E-BB2D72D2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F133A-3F43-8B10-3CB0-48325B92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1AC6C-F79E-DC1B-8BC0-5731F121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73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262D-97FB-DEA9-C882-0FAA30B2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D986C-F845-2A57-1FD0-26283B7392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41A6-D59E-7B42-F227-6EB93F22A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20190-C8E6-DFBC-4269-3326630D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BFCB7-B346-2FE8-F3B9-8842B617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407D0-C8D3-23E6-F86A-6659A9E6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1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B863-7504-959B-4E92-8C330D90D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BC32C-1E92-4B63-7FA4-9261D0EA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CD6AA-883D-3E0D-1F51-C57DF3B2B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3A479-8AC7-95FC-E310-D146AE9001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B7B223-1E4F-FF27-E5F6-872364634C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73853-CEFD-4394-7F4B-A2E0F31F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E48A81-576A-038F-0067-C4D250607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40BDC-2983-2236-0223-AB0679AC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42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6178-5361-26ED-05AB-ACC50D85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DF2866-9AB3-268D-BA9D-33329611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CCBD6-1881-0319-2445-B99F1321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A0C575-AAFC-E0B5-6120-7ED7F7564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36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BE3D8-68D1-AC8D-AAB8-AE6330AD6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88543A-40D2-FD8E-CAFF-81D379B1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42329-03EC-507B-B1A0-9FD070B7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45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B69E7-7E4B-3715-C5AC-B158D9822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557E1-8A7A-ED7B-F47D-83B2EA08C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B3498-BD09-6A9D-8359-21A0AE2C0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9E39A-2355-DB0B-67FF-748442432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B5A37-E67E-9D23-A776-11CDBC437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1A48F-537B-3B3A-F109-DC6352964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51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4164-76E6-B155-C724-571FA47B5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B83974-6AC7-2D47-8990-9E7F84854B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67B10-0771-FAA6-3878-1F98BB711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98EC4-B788-D325-1F8F-E5E06EF5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D64214-05D6-E8BB-A3A5-5C29D0C9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699D8-CDC2-9B48-40C8-F7439C10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4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EAA1-EC2D-55F9-EB2C-045F7888C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B7FEB-CE70-0AE8-01AC-E875B85930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C9F2C-BF71-CF52-AB39-59709641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17FB2-B7A3-3798-A92E-2EAD8026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77643-843B-E3AC-9020-EF5E40F98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4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7CD84-4C0E-8AE0-AA20-39DF550F95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49950-B937-F16A-D000-6802C6ED1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D18BA-1D37-ECE6-8641-27FA2871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C615C-A4DD-BA00-2338-7C055D63E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2C3E3-276B-24CA-1719-0A80BB612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7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9EBE3-E74C-4F3E-D18D-95C7D2F5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B2C46-09B5-D777-53A8-BEE0C66AB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B2C7B-5C1B-3944-23EE-E673B515E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30054-052B-42D4-A956-8CB9AE6E99B1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3489-4D56-4F0C-03F2-1DA8513B1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61057-DF96-0BF1-BBD7-775B21FDF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B3B80-49E3-4949-A906-C738F95AC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7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C78C22C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786FD65E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.tak.gov/display/DEV/Data+Package+Format?preview=/8323647/32048030/Data%20Package%20Tool%20Integration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87E50-2593-2A28-BE7A-A1F46FCFF7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 Server - Data Package Creation from Scratch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EEAA3-6BBF-63F1-0A92-DD2C105627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335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7BC4-BEA5-A09C-C940-4CE2A5F2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7BB7B-C17C-9807-6CFF-62B204592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7731"/>
            <a:ext cx="10515600" cy="4589232"/>
          </a:xfrm>
        </p:spPr>
        <p:txBody>
          <a:bodyPr/>
          <a:lstStyle/>
          <a:p>
            <a:r>
              <a:rPr lang="en-US" dirty="0"/>
              <a:t>To create a data package from scratch, we need to first setup the appropriate file structure: </a:t>
            </a:r>
          </a:p>
          <a:p>
            <a:pPr lvl="1"/>
            <a:r>
              <a:rPr lang="en-US" dirty="0"/>
              <a:t>Navigate to the location you intend on storing the data packages and create a new folder named “Auto Enroll Data Package”</a:t>
            </a:r>
          </a:p>
          <a:p>
            <a:pPr lvl="2"/>
            <a:r>
              <a:rPr lang="en-US" dirty="0"/>
              <a:t>Within that “Auto Enroll Data Package” folder, create another folder named “MANIFEST”</a:t>
            </a:r>
          </a:p>
          <a:p>
            <a:pPr lvl="2"/>
            <a:r>
              <a:rPr lang="en-US" dirty="0"/>
              <a:t>Within the “MANFIEST” folder we are going to create a xml document named “manifest.xml” </a:t>
            </a:r>
          </a:p>
          <a:p>
            <a:pPr lvl="3"/>
            <a:r>
              <a:rPr lang="en-US" dirty="0"/>
              <a:t>This can be done by:</a:t>
            </a:r>
          </a:p>
          <a:p>
            <a:pPr lvl="4"/>
            <a:r>
              <a:rPr lang="en-US" dirty="0"/>
              <a:t> Right clicking within the folder, creating a new text document and then change its name</a:t>
            </a:r>
          </a:p>
          <a:p>
            <a:pPr lvl="4"/>
            <a:r>
              <a:rPr lang="en-US" dirty="0"/>
              <a:t>Open a new text editor, save the file with the correct name and in the intended location.</a:t>
            </a:r>
          </a:p>
        </p:txBody>
      </p:sp>
    </p:spTree>
    <p:extLst>
      <p:ext uri="{BB962C8B-B14F-4D97-AF65-F5344CB8AC3E}">
        <p14:creationId xmlns:p14="http://schemas.microsoft.com/office/powerpoint/2010/main" val="94723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2320-CFE8-123A-3CE5-F71A3D24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</a:t>
            </a:r>
            <a:br>
              <a:rPr lang="en-US" dirty="0"/>
            </a:br>
            <a:r>
              <a:rPr lang="en-US" dirty="0"/>
              <a:t>Pre-requirements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3BF72-3876-3B36-33BC-EADEE7BE0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We need to get the immediate trust store for the server and the client certificate, if you aren’t using auto enrollment.</a:t>
            </a:r>
          </a:p>
          <a:p>
            <a:pPr lvl="1"/>
            <a:r>
              <a:rPr lang="en-US" dirty="0"/>
              <a:t>Open a terminal in the server or ssh into the server: </a:t>
            </a:r>
          </a:p>
          <a:p>
            <a:pPr lvl="2"/>
            <a:r>
              <a:rPr lang="en-US" dirty="0"/>
              <a:t>If you need to create the client certificate (as the </a:t>
            </a:r>
            <a:r>
              <a:rPr lang="en-US" dirty="0" err="1"/>
              <a:t>tak</a:t>
            </a:r>
            <a:r>
              <a:rPr lang="en-US" dirty="0"/>
              <a:t> user): </a:t>
            </a:r>
          </a:p>
          <a:p>
            <a:pPr lvl="3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tak</a:t>
            </a:r>
            <a:endParaRPr lang="en-US" b="1" dirty="0"/>
          </a:p>
          <a:p>
            <a:pPr lvl="3"/>
            <a:r>
              <a:rPr lang="en-US" b="1" dirty="0"/>
              <a:t>cd /opt/</a:t>
            </a:r>
            <a:r>
              <a:rPr lang="en-US" b="1" dirty="0" err="1"/>
              <a:t>tak</a:t>
            </a:r>
            <a:r>
              <a:rPr lang="en-US" b="1" dirty="0"/>
              <a:t>/certs</a:t>
            </a:r>
          </a:p>
          <a:p>
            <a:pPr lvl="3"/>
            <a:r>
              <a:rPr lang="en-US" b="1" dirty="0"/>
              <a:t>./makeCert.sh client &lt;name&gt;</a:t>
            </a:r>
          </a:p>
          <a:p>
            <a:pPr lvl="2"/>
            <a:r>
              <a:rPr lang="en-US" dirty="0"/>
              <a:t>Copy the files to the home directory (not as the </a:t>
            </a:r>
            <a:r>
              <a:rPr lang="en-US" dirty="0" err="1"/>
              <a:t>tak</a:t>
            </a:r>
            <a:r>
              <a:rPr lang="en-US" dirty="0"/>
              <a:t> user):</a:t>
            </a:r>
          </a:p>
          <a:p>
            <a:pPr lvl="3"/>
            <a:r>
              <a:rPr lang="en-US" b="1" dirty="0"/>
              <a:t>cd ~</a:t>
            </a:r>
          </a:p>
          <a:p>
            <a:pPr lvl="3"/>
            <a:r>
              <a:rPr lang="en-US" b="1" dirty="0" err="1"/>
              <a:t>sudo</a:t>
            </a:r>
            <a:r>
              <a:rPr lang="en-US" b="1" dirty="0"/>
              <a:t> cp -v /opt/</a:t>
            </a:r>
            <a:r>
              <a:rPr lang="en-US" b="1" dirty="0" err="1"/>
              <a:t>tak</a:t>
            </a:r>
            <a:r>
              <a:rPr lang="en-US" b="1" dirty="0"/>
              <a:t>/certs/files/&lt;filename&gt;.p12 .</a:t>
            </a:r>
          </a:p>
          <a:p>
            <a:pPr lvl="3"/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48592-B9EF-CEF4-A080-0B841F002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5329128"/>
            <a:ext cx="7440063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76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BE3C-0EAC-F581-42F4-B6B71A96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</a:t>
            </a:r>
            <a:br>
              <a:rPr lang="en-US" dirty="0"/>
            </a:br>
            <a:r>
              <a:rPr lang="en-US" dirty="0"/>
              <a:t>Pre-requirements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5790-74BB-B164-3EB5-B767CE936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the permissions back to the user:</a:t>
            </a:r>
          </a:p>
          <a:p>
            <a:pPr lvl="1"/>
            <a:r>
              <a:rPr lang="en-US" b="1" dirty="0" err="1"/>
              <a:t>sudo</a:t>
            </a:r>
            <a:r>
              <a:rPr lang="en-US" b="1" dirty="0"/>
              <a:t> </a:t>
            </a:r>
            <a:r>
              <a:rPr lang="en-US" b="1" dirty="0" err="1"/>
              <a:t>chown</a:t>
            </a:r>
            <a:r>
              <a:rPr lang="en-US" b="1" dirty="0"/>
              <a:t> -R </a:t>
            </a:r>
            <a:r>
              <a:rPr lang="en-US" b="1" dirty="0" err="1"/>
              <a:t>takadmin:takadmin</a:t>
            </a:r>
            <a:r>
              <a:rPr lang="en-US" b="1" dirty="0"/>
              <a:t> /home/</a:t>
            </a:r>
            <a:r>
              <a:rPr lang="en-US" b="1" dirty="0" err="1"/>
              <a:t>takadmin</a:t>
            </a:r>
            <a:endParaRPr lang="en-US" b="1" dirty="0"/>
          </a:p>
          <a:p>
            <a:r>
              <a:rPr lang="en-US" dirty="0"/>
              <a:t>Open a terminal on your local machine and copy over the files using the following: </a:t>
            </a:r>
          </a:p>
          <a:p>
            <a:pPr lvl="1"/>
            <a:r>
              <a:rPr lang="en-US" b="1" dirty="0" err="1"/>
              <a:t>scp</a:t>
            </a:r>
            <a:r>
              <a:rPr lang="en-US" b="1" dirty="0"/>
              <a:t> &lt;username&gt;@&lt;IP Address&gt;:~/&lt;filename&gt;.p12 .</a:t>
            </a:r>
          </a:p>
          <a:p>
            <a:pPr lvl="2"/>
            <a:r>
              <a:rPr lang="en-US" dirty="0"/>
              <a:t>These files will need to go into the “Auto Enroll Data Package” folder:</a:t>
            </a:r>
          </a:p>
          <a:p>
            <a:pPr lvl="3"/>
            <a:r>
              <a:rPr lang="en-US" dirty="0"/>
              <a:t>You can navigate the command line to the destination of the folder then download it there. </a:t>
            </a:r>
          </a:p>
          <a:p>
            <a:pPr lvl="3"/>
            <a:r>
              <a:rPr lang="en-US" dirty="0"/>
              <a:t>You can download the files then move/copy them over to the location.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A5C53-E8AC-AC6D-FFEE-4825A8CC8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793" y="5319613"/>
            <a:ext cx="8869013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5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3C58-9EE3-5872-37BF-1BF92B4BB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1"/>
            <a:ext cx="10515600" cy="1009650"/>
          </a:xfrm>
        </p:spPr>
        <p:txBody>
          <a:bodyPr/>
          <a:lstStyle/>
          <a:p>
            <a:r>
              <a:rPr lang="en-US" dirty="0"/>
              <a:t>TAK Server - Data Package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50F8E8-E1EE-3CCE-8EE8-862E14EC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541"/>
            <a:ext cx="10515600" cy="532248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Manifest break down:</a:t>
            </a:r>
          </a:p>
          <a:p>
            <a:pPr lvl="1"/>
            <a:r>
              <a:rPr lang="en-US" dirty="0"/>
              <a:t>Configuration:</a:t>
            </a:r>
          </a:p>
          <a:p>
            <a:pPr lvl="2"/>
            <a:r>
              <a:rPr lang="en-US" b="1" dirty="0" err="1"/>
              <a:t>uid</a:t>
            </a:r>
            <a:r>
              <a:rPr lang="en-US" b="1" dirty="0"/>
              <a:t>:</a:t>
            </a:r>
            <a:r>
              <a:rPr lang="en-US" dirty="0"/>
              <a:t> the </a:t>
            </a:r>
            <a:r>
              <a:rPr lang="en-US" dirty="0" err="1"/>
              <a:t>uid</a:t>
            </a:r>
            <a:r>
              <a:rPr lang="en-US" dirty="0"/>
              <a:t> for the data package helps identify it if the name is changed when sent from person to person. If the </a:t>
            </a:r>
            <a:r>
              <a:rPr lang="en-US" dirty="0" err="1"/>
              <a:t>uid</a:t>
            </a:r>
            <a:r>
              <a:rPr lang="en-US" dirty="0"/>
              <a:t> is not supplied, a hash is generated and used to determine if the file is unique. </a:t>
            </a:r>
          </a:p>
          <a:p>
            <a:pPr lvl="2"/>
            <a:r>
              <a:rPr lang="en-US" b="1" dirty="0"/>
              <a:t>name:</a:t>
            </a:r>
            <a:r>
              <a:rPr lang="en-US" dirty="0"/>
              <a:t> the name of the data package for display to the end user.</a:t>
            </a:r>
          </a:p>
          <a:p>
            <a:pPr lvl="2"/>
            <a:r>
              <a:rPr lang="en-US" b="1" dirty="0" err="1"/>
              <a:t>onReceiverDelete</a:t>
            </a:r>
            <a:r>
              <a:rPr lang="en-US" b="1" dirty="0"/>
              <a:t>:</a:t>
            </a:r>
            <a:r>
              <a:rPr lang="en-US" dirty="0"/>
              <a:t> determines in the data package should be deleted as soon as the import is finished. This is ideal for staging devices. </a:t>
            </a:r>
          </a:p>
          <a:p>
            <a:pPr lvl="1"/>
            <a:r>
              <a:rPr lang="en-US" dirty="0"/>
              <a:t>Contents: </a:t>
            </a:r>
          </a:p>
          <a:p>
            <a:pPr lvl="2"/>
            <a:r>
              <a:rPr lang="en-US" b="1" dirty="0"/>
              <a:t>Content:</a:t>
            </a:r>
            <a:r>
              <a:rPr lang="en-US" dirty="0"/>
              <a:t> the name of the file in the data package. If the ignore flag is set to true, the file is not passed into the import manager.</a:t>
            </a:r>
          </a:p>
          <a:p>
            <a:pPr lvl="3"/>
            <a:r>
              <a:rPr lang="en-US" b="1" dirty="0"/>
              <a:t>Zip entry: </a:t>
            </a:r>
            <a:r>
              <a:rPr lang="en-US" dirty="0"/>
              <a:t>the standard Zip Entry path</a:t>
            </a:r>
          </a:p>
          <a:p>
            <a:pPr lvl="3"/>
            <a:r>
              <a:rPr lang="en-US" b="1" dirty="0"/>
              <a:t>Ignore: </a:t>
            </a:r>
            <a:r>
              <a:rPr lang="en-US" dirty="0"/>
              <a:t>If true the zip entry is not extracted during import and is not listed in the mission package tool UI.</a:t>
            </a:r>
            <a:endParaRPr lang="en-US" b="1" dirty="0"/>
          </a:p>
          <a:p>
            <a:r>
              <a:rPr lang="en-US" dirty="0"/>
              <a:t>Open the “manifest.xml” file with a text editor, copy the information on the next slide and change the highlighted parts to fit your deployment: </a:t>
            </a:r>
          </a:p>
        </p:txBody>
      </p:sp>
    </p:spTree>
    <p:extLst>
      <p:ext uri="{BB962C8B-B14F-4D97-AF65-F5344CB8AC3E}">
        <p14:creationId xmlns:p14="http://schemas.microsoft.com/office/powerpoint/2010/main" val="33478499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16F4-66A6-5647-5201-0657E416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Creation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8C8C9-4E44-5DAD-68B9-705979DE6E60}"/>
              </a:ext>
            </a:extLst>
          </p:cNvPr>
          <p:cNvSpPr txBox="1"/>
          <p:nvPr/>
        </p:nvSpPr>
        <p:spPr>
          <a:xfrm>
            <a:off x="838200" y="4847779"/>
            <a:ext cx="107918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808080"/>
                </a:highlight>
              </a:rPr>
              <a:t>grey</a:t>
            </a:r>
            <a:r>
              <a:rPr lang="en-US" sz="1600" dirty="0"/>
              <a:t> highlighted section is the </a:t>
            </a:r>
            <a:r>
              <a:rPr lang="en-US" sz="1600" dirty="0" err="1"/>
              <a:t>uid</a:t>
            </a:r>
            <a:r>
              <a:rPr lang="en-US" sz="1600" dirty="0"/>
              <a:t> of the data package which can be used or changed to a unique one.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You can run </a:t>
            </a:r>
            <a:r>
              <a:rPr lang="en-US" sz="1600" b="1" dirty="0" err="1"/>
              <a:t>uuidgen</a:t>
            </a:r>
            <a:r>
              <a:rPr lang="en-US" sz="1600" dirty="0"/>
              <a:t> in the command line to generate one.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FFFF00"/>
                </a:highlight>
              </a:rPr>
              <a:t>yellow</a:t>
            </a:r>
            <a:r>
              <a:rPr lang="en-US" sz="1600" dirty="0"/>
              <a:t> highlighted section is the name you want for the data package.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00FF00"/>
                </a:highlight>
              </a:rPr>
              <a:t>green</a:t>
            </a:r>
            <a:r>
              <a:rPr lang="en-US" sz="1600" dirty="0"/>
              <a:t> highlighted section is the name of the </a:t>
            </a:r>
            <a:r>
              <a:rPr lang="en-US" sz="1600" dirty="0" err="1"/>
              <a:t>truststore</a:t>
            </a:r>
            <a:r>
              <a:rPr lang="en-US" sz="1600" dirty="0"/>
              <a:t> file you download from the TAK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00FFFF"/>
                </a:highlight>
              </a:rPr>
              <a:t>blue</a:t>
            </a:r>
            <a:r>
              <a:rPr lang="en-US" sz="1600" dirty="0"/>
              <a:t> highlighted section is the name of the client certificate you download from the TAK Server.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If you are using autoenrollment you do not need to include the client certificate.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When done, save the changes.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FFBDE-FAEA-B7F7-5D3F-CB5602539393}"/>
              </a:ext>
            </a:extLst>
          </p:cNvPr>
          <p:cNvSpPr txBox="1"/>
          <p:nvPr/>
        </p:nvSpPr>
        <p:spPr>
          <a:xfrm>
            <a:off x="1023938" y="1348649"/>
            <a:ext cx="99155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MissionPackageManifest</a:t>
            </a:r>
            <a:r>
              <a:rPr lang="en-US" dirty="0"/>
              <a:t> version="2"&gt;</a:t>
            </a:r>
          </a:p>
          <a:p>
            <a:r>
              <a:rPr lang="en-US" dirty="0"/>
              <a:t>	&lt;Configuration&gt;</a:t>
            </a:r>
          </a:p>
          <a:p>
            <a:r>
              <a:rPr lang="en-US" dirty="0"/>
              <a:t>		&lt;Parameter name=“</a:t>
            </a:r>
            <a:r>
              <a:rPr lang="en-US" dirty="0" err="1"/>
              <a:t>uid</a:t>
            </a:r>
            <a:r>
              <a:rPr lang="en-US" dirty="0"/>
              <a:t>” value=“</a:t>
            </a:r>
            <a:r>
              <a:rPr lang="en-US" b="0" i="0" dirty="0">
                <a:effectLst/>
                <a:highlight>
                  <a:srgbClr val="808080"/>
                </a:highlight>
                <a:latin typeface="+mj-lt"/>
              </a:rPr>
              <a:t>a647112f-ce05-4312-a2b4-208d8d8a5fa8</a:t>
            </a:r>
            <a:r>
              <a:rPr lang="en-US" b="0" i="0" dirty="0">
                <a:effectLst/>
                <a:latin typeface="+mj-lt"/>
              </a:rPr>
              <a:t>”/&gt;</a:t>
            </a:r>
            <a:endParaRPr lang="en-US" dirty="0">
              <a:latin typeface="+mj-lt"/>
            </a:endParaRPr>
          </a:p>
          <a:p>
            <a:r>
              <a:rPr lang="en-US" dirty="0"/>
              <a:t>		&lt;Parameter name="name" value="</a:t>
            </a:r>
            <a:r>
              <a:rPr lang="en-US" dirty="0">
                <a:highlight>
                  <a:srgbClr val="FFFF00"/>
                </a:highlight>
              </a:rPr>
              <a:t>DP-TAK-Server.zip</a:t>
            </a:r>
            <a:r>
              <a:rPr lang="en-US" dirty="0"/>
              <a:t>"/&gt;</a:t>
            </a:r>
          </a:p>
          <a:p>
            <a:r>
              <a:rPr lang="en-US" dirty="0"/>
              <a:t>		&lt;Parameter name="</a:t>
            </a:r>
            <a:r>
              <a:rPr lang="en-US" dirty="0" err="1"/>
              <a:t>onReceiveDelete</a:t>
            </a:r>
            <a:r>
              <a:rPr lang="en-US" dirty="0"/>
              <a:t>" value="true"/&gt;</a:t>
            </a:r>
          </a:p>
          <a:p>
            <a:r>
              <a:rPr lang="en-US" dirty="0"/>
              <a:t>	&lt;/Configuration&gt;</a:t>
            </a:r>
          </a:p>
          <a:p>
            <a:r>
              <a:rPr lang="en-US" dirty="0"/>
              <a:t>	&lt;Contents&gt;</a:t>
            </a:r>
          </a:p>
          <a:p>
            <a:r>
              <a:rPr lang="en-US" dirty="0"/>
              <a:t>		&lt;Content ignore="false" </a:t>
            </a:r>
            <a:r>
              <a:rPr lang="en-US" dirty="0" err="1"/>
              <a:t>zipEntry</a:t>
            </a:r>
            <a:r>
              <a:rPr lang="en-US" dirty="0"/>
              <a:t>="</a:t>
            </a:r>
            <a:r>
              <a:rPr lang="en-US" dirty="0" err="1"/>
              <a:t>config.pref</a:t>
            </a:r>
            <a:r>
              <a:rPr lang="en-US" dirty="0"/>
              <a:t>"/&gt;</a:t>
            </a:r>
          </a:p>
          <a:p>
            <a:r>
              <a:rPr lang="en-US" dirty="0"/>
              <a:t>		&lt;Content ignore="false" </a:t>
            </a:r>
            <a:r>
              <a:rPr lang="en-US" dirty="0" err="1"/>
              <a:t>zipEntry</a:t>
            </a:r>
            <a:r>
              <a:rPr lang="en-US" dirty="0"/>
              <a:t>="</a:t>
            </a:r>
            <a:r>
              <a:rPr lang="en-US" dirty="0">
                <a:highlight>
                  <a:srgbClr val="00FF00"/>
                </a:highlight>
              </a:rPr>
              <a:t>truststore-TAK-ID-CA-01.p12</a:t>
            </a:r>
            <a:r>
              <a:rPr lang="en-US" dirty="0"/>
              <a:t>"/&gt;</a:t>
            </a:r>
          </a:p>
          <a:p>
            <a:r>
              <a:rPr lang="en-US" dirty="0"/>
              <a:t>		&lt;Content ignore-"false" </a:t>
            </a:r>
            <a:r>
              <a:rPr lang="en-US" dirty="0" err="1"/>
              <a:t>zipEntry</a:t>
            </a:r>
            <a:r>
              <a:rPr lang="en-US" dirty="0"/>
              <a:t>="</a:t>
            </a:r>
            <a:r>
              <a:rPr lang="en-US" dirty="0">
                <a:highlight>
                  <a:srgbClr val="00FFFF"/>
                </a:highlight>
              </a:rPr>
              <a:t>DP-User.p12</a:t>
            </a:r>
            <a:r>
              <a:rPr lang="en-US" dirty="0"/>
              <a:t>"/&gt;</a:t>
            </a:r>
          </a:p>
          <a:p>
            <a:r>
              <a:rPr lang="en-US" dirty="0"/>
              <a:t>	&lt;/Contents&gt;</a:t>
            </a:r>
          </a:p>
          <a:p>
            <a:r>
              <a:rPr lang="en-US" dirty="0"/>
              <a:t>&lt;/</a:t>
            </a:r>
            <a:r>
              <a:rPr lang="en-US" dirty="0" err="1"/>
              <a:t>MissionPackageManfiest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18156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C46B-C2F4-7B37-1EB5-B40001F2A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158AE-8735-097D-99BA-96BE76B55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/>
          <a:lstStyle/>
          <a:p>
            <a:r>
              <a:rPr lang="en-US" dirty="0"/>
              <a:t>Navigate back to the “Auto Enroll Data Package” folder.</a:t>
            </a:r>
          </a:p>
          <a:p>
            <a:pPr lvl="1"/>
            <a:r>
              <a:rPr lang="en-US" dirty="0"/>
              <a:t>Create a new file named “</a:t>
            </a:r>
            <a:r>
              <a:rPr lang="en-US" dirty="0" err="1"/>
              <a:t>config.pref</a:t>
            </a:r>
            <a:r>
              <a:rPr lang="en-US" dirty="0"/>
              <a:t>” and open it with a text editor and fill with the contents on the next slide. Do not forget to update the highlighted sections. </a:t>
            </a:r>
          </a:p>
        </p:txBody>
      </p:sp>
    </p:spTree>
    <p:extLst>
      <p:ext uri="{BB962C8B-B14F-4D97-AF65-F5344CB8AC3E}">
        <p14:creationId xmlns:p14="http://schemas.microsoft.com/office/powerpoint/2010/main" val="20205952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110D-3C36-561F-D3BE-CD8EB369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050"/>
            <a:ext cx="10515600" cy="1325563"/>
          </a:xfrm>
        </p:spPr>
        <p:txBody>
          <a:bodyPr/>
          <a:lstStyle/>
          <a:p>
            <a:r>
              <a:rPr lang="en-US" dirty="0"/>
              <a:t>TAK Server - Data Package Creation - With Client Certificate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EE2CC-E88D-6D0A-C568-3938617D5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38"/>
            <a:ext cx="10515600" cy="43338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&lt;?xml version='1.0' standalone='yes'?&gt;</a:t>
            </a:r>
          </a:p>
          <a:p>
            <a:pPr marL="0" indent="0">
              <a:buNone/>
            </a:pPr>
            <a:r>
              <a:rPr lang="en-US" dirty="0"/>
              <a:t>&lt;preferences&gt;</a:t>
            </a:r>
          </a:p>
          <a:p>
            <a:pPr marL="0" indent="0">
              <a:buNone/>
            </a:pPr>
            <a:r>
              <a:rPr lang="en-US" dirty="0"/>
              <a:t>	&lt;preference version="1" name="</a:t>
            </a:r>
            <a:r>
              <a:rPr lang="en-US" dirty="0" err="1"/>
              <a:t>cot_streams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		&lt;entry key="count" class="class </a:t>
            </a:r>
            <a:r>
              <a:rPr lang="en-US" dirty="0" err="1"/>
              <a:t>java.lang.Integer</a:t>
            </a:r>
            <a:r>
              <a:rPr lang="en-US" dirty="0"/>
              <a:t>"&gt;1&lt;/entry&gt;</a:t>
            </a:r>
          </a:p>
          <a:p>
            <a:pPr marL="0" indent="0">
              <a:buNone/>
            </a:pPr>
            <a:r>
              <a:rPr lang="en-US" dirty="0"/>
              <a:t>		&lt;entry key="description0"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>
                <a:highlight>
                  <a:srgbClr val="FFFF00"/>
                </a:highlight>
              </a:rPr>
              <a:t>DP-TAK-Server</a:t>
            </a:r>
            <a:r>
              <a:rPr lang="en-US" dirty="0"/>
              <a:t>&lt;/entry&gt;</a:t>
            </a:r>
          </a:p>
          <a:p>
            <a:pPr marL="0" indent="0">
              <a:buNone/>
            </a:pPr>
            <a:r>
              <a:rPr lang="en-US" dirty="0"/>
              <a:t>		&lt;entry key="enabled0" class="class </a:t>
            </a:r>
            <a:r>
              <a:rPr lang="en-US" dirty="0" err="1"/>
              <a:t>java.lang.Boolean</a:t>
            </a:r>
            <a:r>
              <a:rPr lang="en-US" dirty="0"/>
              <a:t>"&gt;true&lt;/entry&gt;</a:t>
            </a:r>
          </a:p>
          <a:p>
            <a:pPr marL="0" indent="0">
              <a:buNone/>
            </a:pPr>
            <a:r>
              <a:rPr lang="en-US" dirty="0"/>
              <a:t>		&lt;entry key="connectString0"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>
                <a:highlight>
                  <a:srgbClr val="00FF00"/>
                </a:highlight>
              </a:rPr>
              <a:t>192.168.1.124</a:t>
            </a:r>
            <a:r>
              <a:rPr lang="en-US" dirty="0"/>
              <a:t>:8089:ssl&lt;/entry&gt;</a:t>
            </a:r>
          </a:p>
          <a:p>
            <a:pPr marL="0" indent="0">
              <a:buNone/>
            </a:pPr>
            <a:r>
              <a:rPr lang="en-US" dirty="0"/>
              <a:t>		&lt;entry key="caLocation0" class="class </a:t>
            </a:r>
            <a:r>
              <a:rPr lang="en-US" dirty="0" err="1"/>
              <a:t>java.lang.String</a:t>
            </a:r>
            <a:r>
              <a:rPr lang="en-US" dirty="0"/>
              <a:t>"&gt;cert/</a:t>
            </a:r>
            <a:r>
              <a:rPr lang="en-US" dirty="0">
                <a:highlight>
                  <a:srgbClr val="00FFFF"/>
                </a:highlight>
              </a:rPr>
              <a:t>truststore-TAK-ID-CA-01</a:t>
            </a:r>
            <a:r>
              <a:rPr lang="en-US" dirty="0"/>
              <a:t>.p12&lt;/entry&gt;</a:t>
            </a:r>
          </a:p>
          <a:p>
            <a:pPr marL="0" indent="0">
              <a:buNone/>
            </a:pPr>
            <a:r>
              <a:rPr lang="en-US" dirty="0"/>
              <a:t>		&lt;entry key="certificateLocation0" class="class </a:t>
            </a:r>
            <a:r>
              <a:rPr lang="en-US" dirty="0" err="1"/>
              <a:t>java.lang.String</a:t>
            </a:r>
            <a:r>
              <a:rPr lang="en-US" dirty="0"/>
              <a:t>"&gt;cert/</a:t>
            </a:r>
            <a:r>
              <a:rPr lang="en-US" dirty="0">
                <a:highlight>
                  <a:srgbClr val="FF0000"/>
                </a:highlight>
              </a:rPr>
              <a:t>DP-User</a:t>
            </a:r>
            <a:r>
              <a:rPr lang="en-US" dirty="0"/>
              <a:t>.p12&lt;/entry&gt;</a:t>
            </a:r>
          </a:p>
          <a:p>
            <a:pPr marL="0" indent="0">
              <a:buNone/>
            </a:pPr>
            <a:r>
              <a:rPr lang="en-US" dirty="0"/>
              <a:t>		&lt;entry key="clientPassword0"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 err="1">
                <a:highlight>
                  <a:srgbClr val="FF0000"/>
                </a:highlight>
              </a:rPr>
              <a:t>atakatak</a:t>
            </a:r>
            <a:r>
              <a:rPr lang="en-US" dirty="0"/>
              <a:t>&lt;/entry&gt;</a:t>
            </a:r>
          </a:p>
          <a:p>
            <a:pPr marL="0" indent="0">
              <a:buNone/>
            </a:pPr>
            <a:r>
              <a:rPr lang="en-US" dirty="0"/>
              <a:t>		&lt;entry key="caPassword0"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 err="1">
                <a:highlight>
                  <a:srgbClr val="00FFFF"/>
                </a:highlight>
              </a:rPr>
              <a:t>atakatak</a:t>
            </a:r>
            <a:r>
              <a:rPr lang="en-US" dirty="0"/>
              <a:t>&lt;/entry&gt;</a:t>
            </a:r>
          </a:p>
          <a:p>
            <a:pPr marL="0" indent="0">
              <a:buNone/>
            </a:pPr>
            <a:r>
              <a:rPr lang="en-US" dirty="0"/>
              <a:t>	&lt;/preference&gt;</a:t>
            </a:r>
          </a:p>
          <a:p>
            <a:pPr marL="0" indent="0">
              <a:buNone/>
            </a:pPr>
            <a:r>
              <a:rPr lang="en-US" dirty="0"/>
              <a:t>	&lt;preference version="1" name="</a:t>
            </a:r>
            <a:r>
              <a:rPr lang="en-US" dirty="0" err="1"/>
              <a:t>com.atakmap.app_preferences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	&lt;/preference&gt;</a:t>
            </a:r>
          </a:p>
          <a:p>
            <a:pPr marL="0" indent="0">
              <a:buNone/>
            </a:pPr>
            <a:r>
              <a:rPr lang="en-US" dirty="0"/>
              <a:t>&lt;/preferences&gt;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5ED21B-7A07-C1DF-C82C-3037766CE485}"/>
              </a:ext>
            </a:extLst>
          </p:cNvPr>
          <p:cNvSpPr txBox="1"/>
          <p:nvPr/>
        </p:nvSpPr>
        <p:spPr>
          <a:xfrm>
            <a:off x="771525" y="5743575"/>
            <a:ext cx="10725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FFFF00"/>
                </a:highlight>
              </a:rPr>
              <a:t>yellow</a:t>
            </a:r>
            <a:r>
              <a:rPr lang="en-US" sz="1600" dirty="0"/>
              <a:t> section is the display name of the server on the client's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00FF00"/>
                </a:highlight>
              </a:rPr>
              <a:t>green</a:t>
            </a:r>
            <a:r>
              <a:rPr lang="en-US" sz="1600" dirty="0"/>
              <a:t> section is the IP address of the server, alternatively you can use the public facing domain name if setup.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00FFFF"/>
                </a:highlight>
              </a:rPr>
              <a:t>blue</a:t>
            </a:r>
            <a:r>
              <a:rPr lang="en-US" sz="1600" dirty="0"/>
              <a:t> sections are the information for the CA certificate.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FF0000"/>
                </a:highlight>
              </a:rPr>
              <a:t>red</a:t>
            </a:r>
            <a:r>
              <a:rPr lang="en-US" sz="1600" dirty="0"/>
              <a:t> sections are the information for the client </a:t>
            </a:r>
            <a:r>
              <a:rPr lang="en-US" sz="1600" dirty="0" err="1"/>
              <a:t>certifiacte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1747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56CA-A8FF-46B3-78FF-DD11B5B4E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150"/>
            <a:ext cx="10515600" cy="1325563"/>
          </a:xfrm>
        </p:spPr>
        <p:txBody>
          <a:bodyPr/>
          <a:lstStyle/>
          <a:p>
            <a:r>
              <a:rPr lang="en-US" dirty="0"/>
              <a:t>TAK Server - Data Package Creation -Autoenrollment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C059-5561-AA35-E71D-E82F938F9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5100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&lt;?xml version='1.0' standalone='yes'?&gt;</a:t>
            </a:r>
          </a:p>
          <a:p>
            <a:pPr marL="0" indent="0">
              <a:buNone/>
            </a:pPr>
            <a:r>
              <a:rPr lang="en-US" dirty="0"/>
              <a:t>&lt;preferences&gt;</a:t>
            </a:r>
          </a:p>
          <a:p>
            <a:pPr marL="0" indent="0">
              <a:buNone/>
            </a:pPr>
            <a:r>
              <a:rPr lang="en-US" dirty="0"/>
              <a:t>	&lt;preference version="1" name="</a:t>
            </a:r>
            <a:r>
              <a:rPr lang="en-US" dirty="0" err="1"/>
              <a:t>cot_streams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		&lt;entry key="count" class="class </a:t>
            </a:r>
            <a:r>
              <a:rPr lang="en-US" dirty="0" err="1"/>
              <a:t>java.lang.Integer</a:t>
            </a:r>
            <a:r>
              <a:rPr lang="en-US" dirty="0"/>
              <a:t>"&gt;1&lt;/entry&gt;</a:t>
            </a:r>
          </a:p>
          <a:p>
            <a:pPr marL="0" indent="0">
              <a:buNone/>
            </a:pPr>
            <a:r>
              <a:rPr lang="en-US" dirty="0"/>
              <a:t>		&lt;entry key="description0"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>
                <a:highlight>
                  <a:srgbClr val="FFFF00"/>
                </a:highlight>
              </a:rPr>
              <a:t>DP-TAK-Server</a:t>
            </a:r>
            <a:r>
              <a:rPr lang="en-US" dirty="0"/>
              <a:t>&lt;/entry&gt;</a:t>
            </a:r>
          </a:p>
          <a:p>
            <a:pPr marL="0" indent="0">
              <a:buNone/>
            </a:pPr>
            <a:r>
              <a:rPr lang="en-US" dirty="0"/>
              <a:t>		&lt;entry key="enabled0" class="class </a:t>
            </a:r>
            <a:r>
              <a:rPr lang="en-US" dirty="0" err="1"/>
              <a:t>java.lang.Boolean</a:t>
            </a:r>
            <a:r>
              <a:rPr lang="en-US" dirty="0"/>
              <a:t>"&gt;true&lt;/entry&gt;</a:t>
            </a:r>
          </a:p>
          <a:p>
            <a:pPr marL="0" indent="0">
              <a:buNone/>
            </a:pPr>
            <a:r>
              <a:rPr lang="en-US" dirty="0"/>
              <a:t>		&lt;entry key="connectString0"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>
                <a:highlight>
                  <a:srgbClr val="00FF00"/>
                </a:highlight>
              </a:rPr>
              <a:t>192.168.1.124</a:t>
            </a:r>
            <a:r>
              <a:rPr lang="en-US" dirty="0"/>
              <a:t>:8089:ssl&lt;/entry&gt;</a:t>
            </a:r>
          </a:p>
          <a:p>
            <a:pPr marL="0" indent="0">
              <a:buNone/>
            </a:pPr>
            <a:r>
              <a:rPr lang="en-US" dirty="0"/>
              <a:t>		&lt;entry key="caLocation0" class="class </a:t>
            </a:r>
            <a:r>
              <a:rPr lang="en-US" dirty="0" err="1"/>
              <a:t>java.lang.String</a:t>
            </a:r>
            <a:r>
              <a:rPr lang="en-US" dirty="0"/>
              <a:t>"&gt;cert/</a:t>
            </a:r>
            <a:r>
              <a:rPr lang="en-US" dirty="0">
                <a:highlight>
                  <a:srgbClr val="00FFFF"/>
                </a:highlight>
              </a:rPr>
              <a:t>truststore-TAK-ID-CA-01</a:t>
            </a:r>
            <a:r>
              <a:rPr lang="en-US" dirty="0"/>
              <a:t>.p12&lt;/entry&gt;</a:t>
            </a:r>
          </a:p>
          <a:p>
            <a:pPr marL="0" indent="0">
              <a:buNone/>
            </a:pPr>
            <a:r>
              <a:rPr lang="en-US" dirty="0"/>
              <a:t>		&lt;entry key="caPassword0" class="class </a:t>
            </a:r>
            <a:r>
              <a:rPr lang="en-US" dirty="0" err="1"/>
              <a:t>java.lang.String</a:t>
            </a:r>
            <a:r>
              <a:rPr lang="en-US" dirty="0"/>
              <a:t>"&gt;</a:t>
            </a:r>
            <a:r>
              <a:rPr lang="en-US" dirty="0" err="1">
                <a:highlight>
                  <a:srgbClr val="00FFFF"/>
                </a:highlight>
              </a:rPr>
              <a:t>atakatak</a:t>
            </a:r>
            <a:r>
              <a:rPr lang="en-US" dirty="0"/>
              <a:t>&lt;/entry&gt;</a:t>
            </a:r>
          </a:p>
          <a:p>
            <a:pPr marL="0" indent="0">
              <a:buNone/>
            </a:pPr>
            <a:r>
              <a:rPr lang="en-US" dirty="0"/>
              <a:t>		&lt;entry key="enrollForCertificateWithTrust0" class="class </a:t>
            </a:r>
            <a:r>
              <a:rPr lang="en-US" dirty="0" err="1"/>
              <a:t>java.lang.Boolean</a:t>
            </a:r>
            <a:r>
              <a:rPr lang="en-US" dirty="0"/>
              <a:t>"&gt;true&lt;/entry&gt;</a:t>
            </a:r>
          </a:p>
          <a:p>
            <a:pPr marL="0" indent="0">
              <a:buNone/>
            </a:pPr>
            <a:r>
              <a:rPr lang="en-US" dirty="0"/>
              <a:t>    		</a:t>
            </a:r>
            <a:r>
              <a:rPr lang="en-US" dirty="0">
                <a:highlight>
                  <a:srgbClr val="C0C0C0"/>
                </a:highlight>
              </a:rPr>
              <a:t>&lt;entry key="useAuth0" class="class </a:t>
            </a:r>
            <a:r>
              <a:rPr lang="en-US" dirty="0" err="1">
                <a:highlight>
                  <a:srgbClr val="C0C0C0"/>
                </a:highlight>
              </a:rPr>
              <a:t>java.lang.Boolean</a:t>
            </a:r>
            <a:r>
              <a:rPr lang="en-US" dirty="0">
                <a:highlight>
                  <a:srgbClr val="C0C0C0"/>
                </a:highlight>
              </a:rPr>
              <a:t>"&gt;true&lt;/entry&gt;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highlight>
                  <a:srgbClr val="C0C0C0"/>
                </a:highlight>
              </a:rPr>
              <a:t>&lt;entry key="cacheCreds0" class="class </a:t>
            </a:r>
            <a:r>
              <a:rPr lang="en-US" dirty="0" err="1">
                <a:highlight>
                  <a:srgbClr val="C0C0C0"/>
                </a:highlight>
              </a:rPr>
              <a:t>java.lang.String</a:t>
            </a:r>
            <a:r>
              <a:rPr lang="en-US" dirty="0">
                <a:highlight>
                  <a:srgbClr val="C0C0C0"/>
                </a:highlight>
              </a:rPr>
              <a:t>"&gt;Cache credentials&lt;/entry&gt;</a:t>
            </a:r>
          </a:p>
          <a:p>
            <a:pPr marL="0" indent="0">
              <a:buNone/>
            </a:pPr>
            <a:r>
              <a:rPr lang="en-US" dirty="0"/>
              <a:t>	&lt;/preference&gt;</a:t>
            </a:r>
          </a:p>
          <a:p>
            <a:pPr marL="0" indent="0">
              <a:buNone/>
            </a:pPr>
            <a:r>
              <a:rPr lang="en-US" dirty="0"/>
              <a:t>	&lt;preference version="1" name="</a:t>
            </a:r>
            <a:r>
              <a:rPr lang="en-US" dirty="0" err="1"/>
              <a:t>com.atakmap.app_preferences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	&lt;/preference&gt;</a:t>
            </a:r>
          </a:p>
          <a:p>
            <a:pPr marL="0" indent="0">
              <a:buNone/>
            </a:pPr>
            <a:r>
              <a:rPr lang="en-US" dirty="0"/>
              <a:t>&lt;/preferences&gt;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393426-B432-3DEF-4155-9F9E7B7F9D70}"/>
              </a:ext>
            </a:extLst>
          </p:cNvPr>
          <p:cNvSpPr txBox="1"/>
          <p:nvPr/>
        </p:nvSpPr>
        <p:spPr>
          <a:xfrm>
            <a:off x="762000" y="5780782"/>
            <a:ext cx="106584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FFFF00"/>
                </a:highlight>
              </a:rPr>
              <a:t>yellow</a:t>
            </a:r>
            <a:r>
              <a:rPr lang="en-US" sz="1600" dirty="0"/>
              <a:t> section is the display name of the server on the client's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00FF00"/>
                </a:highlight>
              </a:rPr>
              <a:t>green</a:t>
            </a:r>
            <a:r>
              <a:rPr lang="en-US" sz="1600" dirty="0"/>
              <a:t> section is the IP address of the server, alternatively you can use the public facing domain name if setup.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00FFFF"/>
                </a:highlight>
              </a:rPr>
              <a:t>blue</a:t>
            </a:r>
            <a:r>
              <a:rPr lang="en-US" sz="1600" dirty="0"/>
              <a:t> sections are the information for the CA certificate.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dirty="0">
                <a:highlight>
                  <a:srgbClr val="808080"/>
                </a:highlight>
              </a:rPr>
              <a:t>grey</a:t>
            </a:r>
            <a:r>
              <a:rPr lang="en-US" sz="1600" dirty="0"/>
              <a:t> sections are optional additions but are recommend. </a:t>
            </a:r>
          </a:p>
        </p:txBody>
      </p:sp>
    </p:spTree>
    <p:extLst>
      <p:ext uri="{BB962C8B-B14F-4D97-AF65-F5344CB8AC3E}">
        <p14:creationId xmlns:p14="http://schemas.microsoft.com/office/powerpoint/2010/main" val="1426617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615D7-D6A2-EA23-3AA2-608954BC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EF328-A380-3B1F-B108-EDE90742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46910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From the “Auto Enroll Data Package” select the following content and zip them:</a:t>
            </a:r>
          </a:p>
          <a:p>
            <a:pPr lvl="1"/>
            <a:r>
              <a:rPr lang="en-US" b="1" dirty="0"/>
              <a:t>MANIFEST</a:t>
            </a:r>
            <a:r>
              <a:rPr lang="en-US" dirty="0"/>
              <a:t> directory</a:t>
            </a:r>
          </a:p>
          <a:p>
            <a:pPr lvl="1"/>
            <a:r>
              <a:rPr lang="en-US" b="1" dirty="0" err="1"/>
              <a:t>config.pref</a:t>
            </a:r>
            <a:r>
              <a:rPr lang="en-US" b="1" dirty="0"/>
              <a:t> </a:t>
            </a:r>
            <a:r>
              <a:rPr lang="en-US" dirty="0"/>
              <a:t>file</a:t>
            </a:r>
          </a:p>
          <a:p>
            <a:pPr lvl="1"/>
            <a:r>
              <a:rPr lang="en-US" b="1" dirty="0"/>
              <a:t>CA.p12</a:t>
            </a:r>
            <a:r>
              <a:rPr lang="en-US" dirty="0"/>
              <a:t> file </a:t>
            </a:r>
          </a:p>
          <a:p>
            <a:pPr lvl="2"/>
            <a:r>
              <a:rPr lang="en-US" dirty="0"/>
              <a:t>Example: </a:t>
            </a:r>
            <a:r>
              <a:rPr lang="en-US" b="1" dirty="0"/>
              <a:t>truststore-TAK-ID-CA-01.p12</a:t>
            </a:r>
          </a:p>
          <a:p>
            <a:pPr lvl="1"/>
            <a:r>
              <a:rPr lang="en-US" b="1" dirty="0"/>
              <a:t>Client.p12</a:t>
            </a:r>
            <a:r>
              <a:rPr lang="en-US" dirty="0"/>
              <a:t> file </a:t>
            </a:r>
          </a:p>
          <a:p>
            <a:pPr lvl="2"/>
            <a:r>
              <a:rPr lang="en-US" dirty="0"/>
              <a:t>If you are using autoenrollment you can skip this one. </a:t>
            </a:r>
          </a:p>
          <a:p>
            <a:pPr lvl="2"/>
            <a:r>
              <a:rPr lang="en-US" dirty="0"/>
              <a:t>Example: </a:t>
            </a:r>
            <a:r>
              <a:rPr lang="en-US" b="1" dirty="0"/>
              <a:t>DP-User.p12</a:t>
            </a:r>
          </a:p>
          <a:p>
            <a:r>
              <a:rPr lang="en-US" dirty="0"/>
              <a:t>After zipping them change the name of the zip file to the intended one.</a:t>
            </a:r>
          </a:p>
          <a:p>
            <a:pPr lvl="1"/>
            <a:r>
              <a:rPr lang="en-US" dirty="0"/>
              <a:t>This will need to be the same one you added in the “manifest.xml” file.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8C80B8-9979-E1C7-6CFD-C0CB5764A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266" y="2195442"/>
            <a:ext cx="6754168" cy="1000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C9FC27-3EFB-4A9C-A934-B4433472A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95" y="5801155"/>
            <a:ext cx="2176555" cy="37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9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DE67-C11A-63C2-D3A7-9E6DDFF3E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Deploying Data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1739-E573-5919-D024-525B8C471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dirty="0"/>
              <a:t>Either drag and drop the zip file into the TAK deployment or import the data package.</a:t>
            </a:r>
          </a:p>
          <a:p>
            <a:r>
              <a:rPr lang="en-US" dirty="0"/>
              <a:t>If done correctly you will see the following after importing it: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also verify the connection to the server was successful by locating the green cloud icon at the bottom right of the map.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E37758-5E94-B6C6-6CCA-7BF8D506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907" y="3171661"/>
            <a:ext cx="2367193" cy="1678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230369-0036-11CE-E3BA-B7510EA9A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038" y="6176963"/>
            <a:ext cx="1419423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466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C28A-2066-BB7B-B07A-1DECAF74B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 Server - Data Package - Manifest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76AEA-5C3D-6E24-1840-C8DE0D305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1339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Manifest optional parameters:</a:t>
            </a:r>
          </a:p>
          <a:p>
            <a:pPr lvl="1"/>
            <a:r>
              <a:rPr lang="en-US" b="1" dirty="0" err="1"/>
              <a:t>onReceiveDelete</a:t>
            </a:r>
            <a:r>
              <a:rPr lang="en-US" b="1" dirty="0"/>
              <a:t> (</a:t>
            </a:r>
            <a:r>
              <a:rPr lang="en-US" b="1" dirty="0" err="1"/>
              <a:t>boolean</a:t>
            </a:r>
            <a:r>
              <a:rPr lang="en-US" b="1" dirty="0"/>
              <a:t>): </a:t>
            </a:r>
            <a:r>
              <a:rPr lang="en-US" dirty="0"/>
              <a:t>Omit or false to have mission packages persist on receiver, if true the zip will automatically be deleted after extraction on the receiver.  </a:t>
            </a:r>
          </a:p>
          <a:p>
            <a:pPr lvl="1"/>
            <a:r>
              <a:rPr lang="en-US" b="1" dirty="0" err="1"/>
              <a:t>onReceiveImport</a:t>
            </a:r>
            <a:r>
              <a:rPr lang="en-US" b="1" dirty="0"/>
              <a:t> (</a:t>
            </a:r>
            <a:r>
              <a:rPr lang="en-US" b="1" dirty="0" err="1"/>
              <a:t>boolean</a:t>
            </a:r>
            <a:r>
              <a:rPr lang="en-US" b="1" dirty="0"/>
              <a:t>):</a:t>
            </a:r>
            <a:r>
              <a:rPr lang="en-US" dirty="0"/>
              <a:t> to have the mission package imported on receiver, if true, the mission package zip will be automatically imported. If false, the data will be extracted but not imported. </a:t>
            </a:r>
          </a:p>
          <a:p>
            <a:pPr lvl="2"/>
            <a:r>
              <a:rPr lang="en-US" dirty="0"/>
              <a:t>This is not processed for locally imported package but only for packages received over the network. (Sent by another ATAK user)</a:t>
            </a:r>
          </a:p>
          <a:p>
            <a:pPr lvl="1"/>
            <a:r>
              <a:rPr lang="en-US" b="1" dirty="0" err="1"/>
              <a:t>onReceiveAction</a:t>
            </a:r>
            <a:r>
              <a:rPr lang="en-US" b="1" dirty="0"/>
              <a:t> (string): </a:t>
            </a:r>
            <a:r>
              <a:rPr lang="en-US" dirty="0"/>
              <a:t>action which ATAK uses to broadcast an intent upon receiving a mission package.</a:t>
            </a:r>
          </a:p>
          <a:p>
            <a:pPr lvl="2"/>
            <a:r>
              <a:rPr lang="en-US" dirty="0"/>
              <a:t>ATAK includes the file transfer details and mission package manifest as intent extras. This allows tools to include custom configuration parameters which are delivered to the receiver component.</a:t>
            </a:r>
          </a:p>
          <a:p>
            <a:pPr lvl="3"/>
            <a:r>
              <a:rPr lang="en-US" dirty="0"/>
              <a:t>Note: if </a:t>
            </a:r>
            <a:r>
              <a:rPr lang="en-US" dirty="0" err="1"/>
              <a:t>onReceiverDelete</a:t>
            </a:r>
            <a:r>
              <a:rPr lang="en-US" dirty="0"/>
              <a:t> is specified, the mission package is deleted prior to instantiating and broadcasting this intent. </a:t>
            </a:r>
          </a:p>
        </p:txBody>
      </p:sp>
    </p:spTree>
    <p:extLst>
      <p:ext uri="{BB962C8B-B14F-4D97-AF65-F5344CB8AC3E}">
        <p14:creationId xmlns:p14="http://schemas.microsoft.com/office/powerpoint/2010/main" val="3590077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EB869-1283-11FD-2358-7F1F0122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7752-298B-897D-F112-D590DEC6C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750"/>
            <a:ext cx="10515600" cy="4748213"/>
          </a:xfrm>
        </p:spPr>
        <p:txBody>
          <a:bodyPr/>
          <a:lstStyle/>
          <a:p>
            <a:r>
              <a:rPr lang="en-US" dirty="0"/>
              <a:t>Data package tool integration: </a:t>
            </a:r>
            <a:r>
              <a:rPr lang="en-US" dirty="0">
                <a:hlinkClick r:id="rId2"/>
              </a:rPr>
              <a:t>https://wiki.tak.gov/display/DEV/Data+Package+Format?preview=/8323647/32048030/Data%20Package%20Tool%20Integration.pdf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44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de9faa6-9fe1-49b3-9a08-227a296b54a6}" enabled="1" method="Privileged" siteId="{d5fe813e-0caa-432a-b2ac-d555aa91bd1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1838</Words>
  <PresentationFormat>Widescreen</PresentationFormat>
  <Paragraphs>136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Segoe UI</vt:lpstr>
      <vt:lpstr>Office Theme</vt:lpstr>
      <vt:lpstr>TAK Server - Data Package Creation from Scratch</vt:lpstr>
      <vt:lpstr>TAK Server - Data Package Creation</vt:lpstr>
      <vt:lpstr>TAK Server - Data Package  Pre-requirements</vt:lpstr>
      <vt:lpstr>TAK Server - Data Package  Pre-requirements</vt:lpstr>
      <vt:lpstr>TAK Server - Data Package Creation</vt:lpstr>
      <vt:lpstr>TAK Server - Data Package Creation</vt:lpstr>
      <vt:lpstr>TAK Server - Data Package Creation</vt:lpstr>
      <vt:lpstr>TAK Server - Data Package Creation - With Client Certificate</vt:lpstr>
      <vt:lpstr>TAK Server - Data Package Creation -Autoenrollment</vt:lpstr>
      <vt:lpstr>TAK Server - Data Package Creation</vt:lpstr>
      <vt:lpstr>TAK Server - Deploying Data Package</vt:lpstr>
      <vt:lpstr>TAK Server - Data Package - Manifest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2024-08-16T12:34:00Z</dcterms:created>
  <dcterms:modified xsi:type="dcterms:W3CDTF">2025-04-14T18:45:51Z</dcterms:modified>
</cp:coreProperties>
</file>
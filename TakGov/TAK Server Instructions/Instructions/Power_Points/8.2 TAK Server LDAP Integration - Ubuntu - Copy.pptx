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B7FE8F80.xml" ContentType="application/vnd.ms-powerpoint.comments+xml"/>
  <Override PartName="/ppt/notesSlides/notesSlide1.xml" ContentType="application/vnd.openxmlformats-officedocument.presentationml.notesSlide+xml"/>
  <Override PartName="/ppt/comments/modernComment_10D_D28F3525.xml" ContentType="application/vnd.ms-powerpoint.comments+xml"/>
  <Override PartName="/ppt/notesSlides/notesSlide2.xml" ContentType="application/vnd.openxmlformats-officedocument.presentationml.notesSlide+xml"/>
  <Override PartName="/ppt/comments/modernComment_10E_268AD6FE.xml" ContentType="application/vnd.ms-powerpoint.comments+xml"/>
  <Override PartName="/ppt/notesSlides/notesSlide3.xml" ContentType="application/vnd.openxmlformats-officedocument.presentationml.notesSlide+xml"/>
  <Override PartName="/ppt/comments/modernComment_116_BBF238A8.xml" ContentType="application/vnd.ms-powerpoint.comments+xml"/>
  <Override PartName="/ppt/notesSlides/notesSlide4.xml" ContentType="application/vnd.openxmlformats-officedocument.presentationml.notesSlide+xml"/>
  <Override PartName="/ppt/comments/modernComment_117_9FB69956.xml" ContentType="application/vnd.ms-powerpoint.comments+xml"/>
  <Override PartName="/ppt/notesSlides/notesSlide5.xml" ContentType="application/vnd.openxmlformats-officedocument.presentationml.notesSlide+xml"/>
  <Override PartName="/ppt/comments/modernComment_126_29BBC043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9" r:id="rId19"/>
    <p:sldId id="290" r:id="rId20"/>
    <p:sldId id="291" r:id="rId21"/>
    <p:sldId id="292" r:id="rId22"/>
    <p:sldId id="293" r:id="rId23"/>
    <p:sldId id="285" r:id="rId24"/>
    <p:sldId id="294" r:id="rId25"/>
    <p:sldId id="286" r:id="rId26"/>
    <p:sldId id="295" r:id="rId27"/>
    <p:sldId id="296" r:id="rId28"/>
    <p:sldId id="25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FCC031-81A3-B21B-57EB-22115A932BF2}" name="Randall Hunt" initials="RH" userId="S::Randall_Hunt@partech.com::4c55b6c8-20fa-4fc5-ad69-633eabcdc4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89bfa2a9-2144-4bd6-ba22-d79ad510780c" providerId="ADAL" clId="{ECA79488-665D-4938-89A3-BFD40FB2E7F8}"/>
    <pc:docChg chg="modSld">
      <pc:chgData name="Hunt, Randall [USA]" userId="89bfa2a9-2144-4bd6-ba22-d79ad510780c" providerId="ADAL" clId="{ECA79488-665D-4938-89A3-BFD40FB2E7F8}" dt="2024-09-06T13:51:47.144" v="22"/>
      <pc:docMkLst>
        <pc:docMk/>
      </pc:docMkLst>
      <pc:sldChg chg="modNotesTx">
        <pc:chgData name="Hunt, Randall [USA]" userId="89bfa2a9-2144-4bd6-ba22-d79ad510780c" providerId="ADAL" clId="{ECA79488-665D-4938-89A3-BFD40FB2E7F8}" dt="2024-09-06T13:51:00.830" v="10"/>
        <pc:sldMkLst>
          <pc:docMk/>
          <pc:sldMk cId="3532600613" sldId="269"/>
        </pc:sldMkLst>
      </pc:sldChg>
      <pc:sldChg chg="modNotesTx">
        <pc:chgData name="Hunt, Randall [USA]" userId="89bfa2a9-2144-4bd6-ba22-d79ad510780c" providerId="ADAL" clId="{ECA79488-665D-4938-89A3-BFD40FB2E7F8}" dt="2024-09-06T13:51:19.948" v="13"/>
        <pc:sldMkLst>
          <pc:docMk/>
          <pc:sldMk cId="646633214" sldId="270"/>
        </pc:sldMkLst>
      </pc:sldChg>
      <pc:sldChg chg="modNotesTx">
        <pc:chgData name="Hunt, Randall [USA]" userId="89bfa2a9-2144-4bd6-ba22-d79ad510780c" providerId="ADAL" clId="{ECA79488-665D-4938-89A3-BFD40FB2E7F8}" dt="2024-09-06T13:51:29.213" v="16"/>
        <pc:sldMkLst>
          <pc:docMk/>
          <pc:sldMk cId="3153213608" sldId="278"/>
        </pc:sldMkLst>
      </pc:sldChg>
      <pc:sldChg chg="modNotesTx">
        <pc:chgData name="Hunt, Randall [USA]" userId="89bfa2a9-2144-4bd6-ba22-d79ad510780c" providerId="ADAL" clId="{ECA79488-665D-4938-89A3-BFD40FB2E7F8}" dt="2024-09-06T13:51:35.197" v="19"/>
        <pc:sldMkLst>
          <pc:docMk/>
          <pc:sldMk cId="2679544150" sldId="279"/>
        </pc:sldMkLst>
      </pc:sldChg>
      <pc:sldChg chg="modNotesTx">
        <pc:chgData name="Hunt, Randall [USA]" userId="89bfa2a9-2144-4bd6-ba22-d79ad510780c" providerId="ADAL" clId="{ECA79488-665D-4938-89A3-BFD40FB2E7F8}" dt="2024-09-06T13:51:47.144" v="22"/>
        <pc:sldMkLst>
          <pc:docMk/>
          <pc:sldMk cId="700170307" sldId="294"/>
        </pc:sldMkLst>
      </pc:sldChg>
    </pc:docChg>
  </pc:docChgLst>
  <pc:docChgLst>
    <pc:chgData name="Randall Hunt" userId="4c55b6c8-20fa-4fc5-ad69-633eabcdc40e" providerId="ADAL" clId="{A6A9F2AA-AE90-4347-A125-C49970850E5D}"/>
    <pc:docChg chg="undo redo custSel addSld delSld modSld sldOrd">
      <pc:chgData name="Randall Hunt" userId="4c55b6c8-20fa-4fc5-ad69-633eabcdc40e" providerId="ADAL" clId="{A6A9F2AA-AE90-4347-A125-C49970850E5D}" dt="2024-08-09T20:59:34.646" v="19233"/>
      <pc:docMkLst>
        <pc:docMk/>
      </pc:docMkLst>
      <pc:sldChg chg="modSp mod">
        <pc:chgData name="Randall Hunt" userId="4c55b6c8-20fa-4fc5-ad69-633eabcdc40e" providerId="ADAL" clId="{A6A9F2AA-AE90-4347-A125-C49970850E5D}" dt="2024-08-09T17:54:05.401" v="11208" actId="20577"/>
        <pc:sldMkLst>
          <pc:docMk/>
          <pc:sldMk cId="3086913408" sldId="256"/>
        </pc:sldMkLst>
        <pc:spChg chg="mod">
          <ac:chgData name="Randall Hunt" userId="4c55b6c8-20fa-4fc5-ad69-633eabcdc40e" providerId="ADAL" clId="{A6A9F2AA-AE90-4347-A125-C49970850E5D}" dt="2024-08-06T20:19:52.995" v="21" actId="20577"/>
          <ac:spMkLst>
            <pc:docMk/>
            <pc:sldMk cId="3086913408" sldId="256"/>
            <ac:spMk id="2" creationId="{54A82201-5171-D7DE-4E2E-DE43B9C1D16B}"/>
          </ac:spMkLst>
        </pc:spChg>
        <pc:spChg chg="mod">
          <ac:chgData name="Randall Hunt" userId="4c55b6c8-20fa-4fc5-ad69-633eabcdc40e" providerId="ADAL" clId="{A6A9F2AA-AE90-4347-A125-C49970850E5D}" dt="2024-08-09T17:54:05.401" v="11208" actId="20577"/>
          <ac:spMkLst>
            <pc:docMk/>
            <pc:sldMk cId="3086913408" sldId="256"/>
            <ac:spMk id="3" creationId="{28649C17-E2B8-D621-C2EC-F835E00B092C}"/>
          </ac:spMkLst>
        </pc:spChg>
      </pc:sldChg>
      <pc:sldChg chg="modSp new mod">
        <pc:chgData name="Randall Hunt" userId="4c55b6c8-20fa-4fc5-ad69-633eabcdc40e" providerId="ADAL" clId="{A6A9F2AA-AE90-4347-A125-C49970850E5D}" dt="2024-08-09T20:59:34.646" v="19233"/>
        <pc:sldMkLst>
          <pc:docMk/>
          <pc:sldMk cId="485456708" sldId="257"/>
        </pc:sldMkLst>
        <pc:spChg chg="mod">
          <ac:chgData name="Randall Hunt" userId="4c55b6c8-20fa-4fc5-ad69-633eabcdc40e" providerId="ADAL" clId="{A6A9F2AA-AE90-4347-A125-C49970850E5D}" dt="2024-08-08T11:58:29.579" v="335" actId="20577"/>
          <ac:spMkLst>
            <pc:docMk/>
            <pc:sldMk cId="485456708" sldId="257"/>
            <ac:spMk id="2" creationId="{FCA34034-493D-B8EF-CE7A-5171CA8E3C55}"/>
          </ac:spMkLst>
        </pc:spChg>
        <pc:spChg chg="mod">
          <ac:chgData name="Randall Hunt" userId="4c55b6c8-20fa-4fc5-ad69-633eabcdc40e" providerId="ADAL" clId="{A6A9F2AA-AE90-4347-A125-C49970850E5D}" dt="2024-08-09T20:59:34.646" v="19233"/>
          <ac:spMkLst>
            <pc:docMk/>
            <pc:sldMk cId="485456708" sldId="257"/>
            <ac:spMk id="3" creationId="{893C9F78-5304-9171-AC37-03CFE6CC6D05}"/>
          </ac:spMkLst>
        </pc:spChg>
      </pc:sldChg>
      <pc:sldChg chg="add ord">
        <pc:chgData name="Randall Hunt" userId="4c55b6c8-20fa-4fc5-ad69-633eabcdc40e" providerId="ADAL" clId="{A6A9F2AA-AE90-4347-A125-C49970850E5D}" dt="2024-08-06T20:20:00.282" v="25"/>
        <pc:sldMkLst>
          <pc:docMk/>
          <pc:sldMk cId="3532600613" sldId="269"/>
        </pc:sldMkLst>
      </pc:sldChg>
      <pc:sldChg chg="addSp modSp add mod">
        <pc:chgData name="Randall Hunt" userId="4c55b6c8-20fa-4fc5-ad69-633eabcdc40e" providerId="ADAL" clId="{A6A9F2AA-AE90-4347-A125-C49970850E5D}" dt="2024-08-08T12:47:57.534" v="2523" actId="20577"/>
        <pc:sldMkLst>
          <pc:docMk/>
          <pc:sldMk cId="646633214" sldId="270"/>
        </pc:sldMkLst>
        <pc:spChg chg="mod">
          <ac:chgData name="Randall Hunt" userId="4c55b6c8-20fa-4fc5-ad69-633eabcdc40e" providerId="ADAL" clId="{A6A9F2AA-AE90-4347-A125-C49970850E5D}" dt="2024-08-08T11:54:16.296" v="48" actId="20577"/>
          <ac:spMkLst>
            <pc:docMk/>
            <pc:sldMk cId="646633214" sldId="270"/>
            <ac:spMk id="2" creationId="{C51D28D0-7036-8179-338E-89049DF12711}"/>
          </ac:spMkLst>
        </pc:spChg>
        <pc:spChg chg="mod">
          <ac:chgData name="Randall Hunt" userId="4c55b6c8-20fa-4fc5-ad69-633eabcdc40e" providerId="ADAL" clId="{A6A9F2AA-AE90-4347-A125-C49970850E5D}" dt="2024-08-08T12:47:57.534" v="2523" actId="20577"/>
          <ac:spMkLst>
            <pc:docMk/>
            <pc:sldMk cId="646633214" sldId="270"/>
            <ac:spMk id="3" creationId="{28F696BA-FC66-FFA6-6F84-FE1F901360E9}"/>
          </ac:spMkLst>
        </pc:spChg>
        <pc:picChg chg="add mod">
          <ac:chgData name="Randall Hunt" userId="4c55b6c8-20fa-4fc5-ad69-633eabcdc40e" providerId="ADAL" clId="{A6A9F2AA-AE90-4347-A125-C49970850E5D}" dt="2024-08-08T12:09:57.544" v="570" actId="1076"/>
          <ac:picMkLst>
            <pc:docMk/>
            <pc:sldMk cId="646633214" sldId="270"/>
            <ac:picMk id="5" creationId="{2D1E9652-CA5E-3185-2822-29FD75DAFF9A}"/>
          </ac:picMkLst>
        </pc:picChg>
      </pc:sldChg>
      <pc:sldChg chg="addSp modSp new mod">
        <pc:chgData name="Randall Hunt" userId="4c55b6c8-20fa-4fc5-ad69-633eabcdc40e" providerId="ADAL" clId="{A6A9F2AA-AE90-4347-A125-C49970850E5D}" dt="2024-08-08T12:12:56.500" v="890" actId="20577"/>
        <pc:sldMkLst>
          <pc:docMk/>
          <pc:sldMk cId="3904836434" sldId="271"/>
        </pc:sldMkLst>
        <pc:spChg chg="mod">
          <ac:chgData name="Randall Hunt" userId="4c55b6c8-20fa-4fc5-ad69-633eabcdc40e" providerId="ADAL" clId="{A6A9F2AA-AE90-4347-A125-C49970850E5D}" dt="2024-08-08T12:10:34.387" v="572"/>
          <ac:spMkLst>
            <pc:docMk/>
            <pc:sldMk cId="3904836434" sldId="271"/>
            <ac:spMk id="2" creationId="{4CD35C9D-21F2-5413-B713-E0AA273C803E}"/>
          </ac:spMkLst>
        </pc:spChg>
        <pc:spChg chg="mod">
          <ac:chgData name="Randall Hunt" userId="4c55b6c8-20fa-4fc5-ad69-633eabcdc40e" providerId="ADAL" clId="{A6A9F2AA-AE90-4347-A125-C49970850E5D}" dt="2024-08-08T12:12:56.500" v="890" actId="20577"/>
          <ac:spMkLst>
            <pc:docMk/>
            <pc:sldMk cId="3904836434" sldId="271"/>
            <ac:spMk id="3" creationId="{42959EE0-7130-8768-E2D1-7417477EEBCA}"/>
          </ac:spMkLst>
        </pc:spChg>
        <pc:picChg chg="add mod">
          <ac:chgData name="Randall Hunt" userId="4c55b6c8-20fa-4fc5-ad69-633eabcdc40e" providerId="ADAL" clId="{A6A9F2AA-AE90-4347-A125-C49970850E5D}" dt="2024-08-08T12:12:37.747" v="852" actId="1076"/>
          <ac:picMkLst>
            <pc:docMk/>
            <pc:sldMk cId="3904836434" sldId="271"/>
            <ac:picMk id="5" creationId="{51D54F53-F0BD-D1BB-5280-BADCC588DF21}"/>
          </ac:picMkLst>
        </pc:picChg>
      </pc:sldChg>
      <pc:sldChg chg="addSp delSp modSp new mod">
        <pc:chgData name="Randall Hunt" userId="4c55b6c8-20fa-4fc5-ad69-633eabcdc40e" providerId="ADAL" clId="{A6A9F2AA-AE90-4347-A125-C49970850E5D}" dt="2024-08-08T12:22:06.992" v="1121" actId="1076"/>
        <pc:sldMkLst>
          <pc:docMk/>
          <pc:sldMk cId="136024900" sldId="272"/>
        </pc:sldMkLst>
        <pc:spChg chg="mod">
          <ac:chgData name="Randall Hunt" userId="4c55b6c8-20fa-4fc5-ad69-633eabcdc40e" providerId="ADAL" clId="{A6A9F2AA-AE90-4347-A125-C49970850E5D}" dt="2024-08-08T12:19:59.833" v="894"/>
          <ac:spMkLst>
            <pc:docMk/>
            <pc:sldMk cId="136024900" sldId="272"/>
            <ac:spMk id="2" creationId="{8E2CCA23-2C41-91EB-E13F-360F84E03554}"/>
          </ac:spMkLst>
        </pc:spChg>
        <pc:spChg chg="mod">
          <ac:chgData name="Randall Hunt" userId="4c55b6c8-20fa-4fc5-ad69-633eabcdc40e" providerId="ADAL" clId="{A6A9F2AA-AE90-4347-A125-C49970850E5D}" dt="2024-08-08T12:21:59.902" v="1116" actId="14100"/>
          <ac:spMkLst>
            <pc:docMk/>
            <pc:sldMk cId="136024900" sldId="272"/>
            <ac:spMk id="3" creationId="{530DFDDD-1FD2-3832-3681-0431A4E8EAA4}"/>
          </ac:spMkLst>
        </pc:spChg>
        <pc:picChg chg="add del">
          <ac:chgData name="Randall Hunt" userId="4c55b6c8-20fa-4fc5-ad69-633eabcdc40e" providerId="ADAL" clId="{A6A9F2AA-AE90-4347-A125-C49970850E5D}" dt="2024-08-08T12:19:51.444" v="893" actId="478"/>
          <ac:picMkLst>
            <pc:docMk/>
            <pc:sldMk cId="136024900" sldId="272"/>
            <ac:picMk id="5" creationId="{4EEEF493-3177-3213-00A2-09510FE5C94C}"/>
          </ac:picMkLst>
        </pc:picChg>
        <pc:picChg chg="add mod">
          <ac:chgData name="Randall Hunt" userId="4c55b6c8-20fa-4fc5-ad69-633eabcdc40e" providerId="ADAL" clId="{A6A9F2AA-AE90-4347-A125-C49970850E5D}" dt="2024-08-08T12:22:06.042" v="1120" actId="1076"/>
          <ac:picMkLst>
            <pc:docMk/>
            <pc:sldMk cId="136024900" sldId="272"/>
            <ac:picMk id="7" creationId="{3964892B-0450-81BB-FB2D-1F0812D72AFB}"/>
          </ac:picMkLst>
        </pc:picChg>
        <pc:picChg chg="add mod">
          <ac:chgData name="Randall Hunt" userId="4c55b6c8-20fa-4fc5-ad69-633eabcdc40e" providerId="ADAL" clId="{A6A9F2AA-AE90-4347-A125-C49970850E5D}" dt="2024-08-08T12:22:03.049" v="1118" actId="1076"/>
          <ac:picMkLst>
            <pc:docMk/>
            <pc:sldMk cId="136024900" sldId="272"/>
            <ac:picMk id="9" creationId="{940E05A3-A95B-8237-4211-49764785CB14}"/>
          </ac:picMkLst>
        </pc:picChg>
        <pc:picChg chg="add mod">
          <ac:chgData name="Randall Hunt" userId="4c55b6c8-20fa-4fc5-ad69-633eabcdc40e" providerId="ADAL" clId="{A6A9F2AA-AE90-4347-A125-C49970850E5D}" dt="2024-08-08T12:22:06.992" v="1121" actId="1076"/>
          <ac:picMkLst>
            <pc:docMk/>
            <pc:sldMk cId="136024900" sldId="272"/>
            <ac:picMk id="11" creationId="{9B267C92-70D8-406F-B253-A4256054A2E0}"/>
          </ac:picMkLst>
        </pc:picChg>
      </pc:sldChg>
      <pc:sldChg chg="addSp modSp new mod">
        <pc:chgData name="Randall Hunt" userId="4c55b6c8-20fa-4fc5-ad69-633eabcdc40e" providerId="ADAL" clId="{A6A9F2AA-AE90-4347-A125-C49970850E5D}" dt="2024-08-08T13:20:44.580" v="4182" actId="20577"/>
        <pc:sldMkLst>
          <pc:docMk/>
          <pc:sldMk cId="939469930" sldId="273"/>
        </pc:sldMkLst>
        <pc:spChg chg="mod">
          <ac:chgData name="Randall Hunt" userId="4c55b6c8-20fa-4fc5-ad69-633eabcdc40e" providerId="ADAL" clId="{A6A9F2AA-AE90-4347-A125-C49970850E5D}" dt="2024-08-08T13:20:44.580" v="4182" actId="20577"/>
          <ac:spMkLst>
            <pc:docMk/>
            <pc:sldMk cId="939469930" sldId="273"/>
            <ac:spMk id="2" creationId="{BC72AA6A-CE15-58B8-3A8E-3FA705D7742E}"/>
          </ac:spMkLst>
        </pc:spChg>
        <pc:spChg chg="mod">
          <ac:chgData name="Randall Hunt" userId="4c55b6c8-20fa-4fc5-ad69-633eabcdc40e" providerId="ADAL" clId="{A6A9F2AA-AE90-4347-A125-C49970850E5D}" dt="2024-08-08T13:09:18.238" v="3239" actId="14100"/>
          <ac:spMkLst>
            <pc:docMk/>
            <pc:sldMk cId="939469930" sldId="273"/>
            <ac:spMk id="3" creationId="{FF2952F2-23C8-E62E-E833-4FF9B0912FED}"/>
          </ac:spMkLst>
        </pc:spChg>
        <pc:picChg chg="add mod">
          <ac:chgData name="Randall Hunt" userId="4c55b6c8-20fa-4fc5-ad69-633eabcdc40e" providerId="ADAL" clId="{A6A9F2AA-AE90-4347-A125-C49970850E5D}" dt="2024-08-08T13:09:41.839" v="3244" actId="1076"/>
          <ac:picMkLst>
            <pc:docMk/>
            <pc:sldMk cId="939469930" sldId="273"/>
            <ac:picMk id="5" creationId="{4BEC1FF2-B33F-6E69-D87A-7FB9D1B663EA}"/>
          </ac:picMkLst>
        </pc:picChg>
      </pc:sldChg>
      <pc:sldChg chg="addSp modSp new mod">
        <pc:chgData name="Randall Hunt" userId="4c55b6c8-20fa-4fc5-ad69-633eabcdc40e" providerId="ADAL" clId="{A6A9F2AA-AE90-4347-A125-C49970850E5D}" dt="2024-08-09T17:45:51.737" v="10926" actId="1076"/>
        <pc:sldMkLst>
          <pc:docMk/>
          <pc:sldMk cId="3646723890" sldId="274"/>
        </pc:sldMkLst>
        <pc:spChg chg="mod">
          <ac:chgData name="Randall Hunt" userId="4c55b6c8-20fa-4fc5-ad69-633eabcdc40e" providerId="ADAL" clId="{A6A9F2AA-AE90-4347-A125-C49970850E5D}" dt="2024-08-08T13:20:52.355" v="4203" actId="20577"/>
          <ac:spMkLst>
            <pc:docMk/>
            <pc:sldMk cId="3646723890" sldId="274"/>
            <ac:spMk id="2" creationId="{A87C9E03-5CD3-5C25-7B51-069B568E74F0}"/>
          </ac:spMkLst>
        </pc:spChg>
        <pc:spChg chg="mod">
          <ac:chgData name="Randall Hunt" userId="4c55b6c8-20fa-4fc5-ad69-633eabcdc40e" providerId="ADAL" clId="{A6A9F2AA-AE90-4347-A125-C49970850E5D}" dt="2024-08-08T13:12:49.239" v="3707" actId="313"/>
          <ac:spMkLst>
            <pc:docMk/>
            <pc:sldMk cId="3646723890" sldId="274"/>
            <ac:spMk id="3" creationId="{48FF7F08-0D01-9190-25C6-48BB658D839F}"/>
          </ac:spMkLst>
        </pc:spChg>
        <pc:picChg chg="add mod">
          <ac:chgData name="Randall Hunt" userId="4c55b6c8-20fa-4fc5-ad69-633eabcdc40e" providerId="ADAL" clId="{A6A9F2AA-AE90-4347-A125-C49970850E5D}" dt="2024-08-09T17:45:51.737" v="10926" actId="1076"/>
          <ac:picMkLst>
            <pc:docMk/>
            <pc:sldMk cId="3646723890" sldId="274"/>
            <ac:picMk id="5" creationId="{A9C773D2-B8C8-FDCA-1805-50FDD636989E}"/>
          </ac:picMkLst>
        </pc:picChg>
      </pc:sldChg>
      <pc:sldChg chg="addSp modSp new mod">
        <pc:chgData name="Randall Hunt" userId="4c55b6c8-20fa-4fc5-ad69-633eabcdc40e" providerId="ADAL" clId="{A6A9F2AA-AE90-4347-A125-C49970850E5D}" dt="2024-08-08T13:20:59.005" v="4219" actId="20577"/>
        <pc:sldMkLst>
          <pc:docMk/>
          <pc:sldMk cId="4115357136" sldId="275"/>
        </pc:sldMkLst>
        <pc:spChg chg="mod">
          <ac:chgData name="Randall Hunt" userId="4c55b6c8-20fa-4fc5-ad69-633eabcdc40e" providerId="ADAL" clId="{A6A9F2AA-AE90-4347-A125-C49970850E5D}" dt="2024-08-08T13:20:59.005" v="4219" actId="20577"/>
          <ac:spMkLst>
            <pc:docMk/>
            <pc:sldMk cId="4115357136" sldId="275"/>
            <ac:spMk id="2" creationId="{4969C075-8379-98F0-52F2-5F8B0586F642}"/>
          </ac:spMkLst>
        </pc:spChg>
        <pc:spChg chg="mod">
          <ac:chgData name="Randall Hunt" userId="4c55b6c8-20fa-4fc5-ad69-633eabcdc40e" providerId="ADAL" clId="{A6A9F2AA-AE90-4347-A125-C49970850E5D}" dt="2024-08-08T13:19:09.198" v="4123" actId="20577"/>
          <ac:spMkLst>
            <pc:docMk/>
            <pc:sldMk cId="4115357136" sldId="275"/>
            <ac:spMk id="3" creationId="{A3180110-18F6-9BD7-E9F2-66EC7C3360A0}"/>
          </ac:spMkLst>
        </pc:spChg>
        <pc:picChg chg="add mod">
          <ac:chgData name="Randall Hunt" userId="4c55b6c8-20fa-4fc5-ad69-633eabcdc40e" providerId="ADAL" clId="{A6A9F2AA-AE90-4347-A125-C49970850E5D}" dt="2024-08-08T13:20:12.778" v="4126" actId="1076"/>
          <ac:picMkLst>
            <pc:docMk/>
            <pc:sldMk cId="4115357136" sldId="275"/>
            <ac:picMk id="5" creationId="{108AFB24-B2AA-2B12-0441-FAD2690FFC62}"/>
          </ac:picMkLst>
        </pc:picChg>
      </pc:sldChg>
      <pc:sldChg chg="addSp modSp new mod">
        <pc:chgData name="Randall Hunt" userId="4c55b6c8-20fa-4fc5-ad69-633eabcdc40e" providerId="ADAL" clId="{A6A9F2AA-AE90-4347-A125-C49970850E5D}" dt="2024-08-09T18:37:51.496" v="11585" actId="1076"/>
        <pc:sldMkLst>
          <pc:docMk/>
          <pc:sldMk cId="1503262393" sldId="276"/>
        </pc:sldMkLst>
        <pc:spChg chg="mod">
          <ac:chgData name="Randall Hunt" userId="4c55b6c8-20fa-4fc5-ad69-633eabcdc40e" providerId="ADAL" clId="{A6A9F2AA-AE90-4347-A125-C49970850E5D}" dt="2024-08-08T13:21:20.187" v="4266" actId="20577"/>
          <ac:spMkLst>
            <pc:docMk/>
            <pc:sldMk cId="1503262393" sldId="276"/>
            <ac:spMk id="2" creationId="{48E959F8-C477-D040-1369-7C9093C62B9F}"/>
          </ac:spMkLst>
        </pc:spChg>
        <pc:spChg chg="mod">
          <ac:chgData name="Randall Hunt" userId="4c55b6c8-20fa-4fc5-ad69-633eabcdc40e" providerId="ADAL" clId="{A6A9F2AA-AE90-4347-A125-C49970850E5D}" dt="2024-08-09T18:37:32.828" v="11578" actId="14100"/>
          <ac:spMkLst>
            <pc:docMk/>
            <pc:sldMk cId="1503262393" sldId="276"/>
            <ac:spMk id="3" creationId="{CD5BDBA6-BAA5-1F83-E079-6B49432B2B0D}"/>
          </ac:spMkLst>
        </pc:spChg>
        <pc:picChg chg="add mod">
          <ac:chgData name="Randall Hunt" userId="4c55b6c8-20fa-4fc5-ad69-633eabcdc40e" providerId="ADAL" clId="{A6A9F2AA-AE90-4347-A125-C49970850E5D}" dt="2024-08-09T18:37:34.290" v="11579" actId="1076"/>
          <ac:picMkLst>
            <pc:docMk/>
            <pc:sldMk cId="1503262393" sldId="276"/>
            <ac:picMk id="5" creationId="{7546E49D-7EF8-1D35-217C-69C93EFD1AC5}"/>
          </ac:picMkLst>
        </pc:picChg>
        <pc:picChg chg="add mod">
          <ac:chgData name="Randall Hunt" userId="4c55b6c8-20fa-4fc5-ad69-633eabcdc40e" providerId="ADAL" clId="{A6A9F2AA-AE90-4347-A125-C49970850E5D}" dt="2024-08-09T18:37:51.496" v="11585" actId="1076"/>
          <ac:picMkLst>
            <pc:docMk/>
            <pc:sldMk cId="1503262393" sldId="276"/>
            <ac:picMk id="7" creationId="{21CC510B-8928-0018-C66F-258691A7FB14}"/>
          </ac:picMkLst>
        </pc:picChg>
      </pc:sldChg>
      <pc:sldChg chg="addSp delSp modSp new mod">
        <pc:chgData name="Randall Hunt" userId="4c55b6c8-20fa-4fc5-ad69-633eabcdc40e" providerId="ADAL" clId="{A6A9F2AA-AE90-4347-A125-C49970850E5D}" dt="2024-08-09T18:41:37.932" v="11928" actId="1076"/>
        <pc:sldMkLst>
          <pc:docMk/>
          <pc:sldMk cId="1246793351" sldId="277"/>
        </pc:sldMkLst>
        <pc:spChg chg="mod">
          <ac:chgData name="Randall Hunt" userId="4c55b6c8-20fa-4fc5-ad69-633eabcdc40e" providerId="ADAL" clId="{A6A9F2AA-AE90-4347-A125-C49970850E5D}" dt="2024-08-08T13:27:43.221" v="5097" actId="20577"/>
          <ac:spMkLst>
            <pc:docMk/>
            <pc:sldMk cId="1246793351" sldId="277"/>
            <ac:spMk id="2" creationId="{55E38BE4-FE32-90B7-8BD3-17975A5F4EE0}"/>
          </ac:spMkLst>
        </pc:spChg>
        <pc:spChg chg="mod">
          <ac:chgData name="Randall Hunt" userId="4c55b6c8-20fa-4fc5-ad69-633eabcdc40e" providerId="ADAL" clId="{A6A9F2AA-AE90-4347-A125-C49970850E5D}" dt="2024-08-09T18:41:17.351" v="11925"/>
          <ac:spMkLst>
            <pc:docMk/>
            <pc:sldMk cId="1246793351" sldId="277"/>
            <ac:spMk id="3" creationId="{E839BF87-BF26-030E-BBDD-3E7752C126ED}"/>
          </ac:spMkLst>
        </pc:spChg>
        <pc:picChg chg="add del mod">
          <ac:chgData name="Randall Hunt" userId="4c55b6c8-20fa-4fc5-ad69-633eabcdc40e" providerId="ADAL" clId="{A6A9F2AA-AE90-4347-A125-C49970850E5D}" dt="2024-08-09T18:38:18.098" v="11586" actId="478"/>
          <ac:picMkLst>
            <pc:docMk/>
            <pc:sldMk cId="1246793351" sldId="277"/>
            <ac:picMk id="5" creationId="{40E804D0-4383-3A02-C86C-E0A5C95B8930}"/>
          </ac:picMkLst>
        </pc:picChg>
        <pc:picChg chg="add mod">
          <ac:chgData name="Randall Hunt" userId="4c55b6c8-20fa-4fc5-ad69-633eabcdc40e" providerId="ADAL" clId="{A6A9F2AA-AE90-4347-A125-C49970850E5D}" dt="2024-08-09T18:41:37.932" v="11928" actId="1076"/>
          <ac:picMkLst>
            <pc:docMk/>
            <pc:sldMk cId="1246793351" sldId="277"/>
            <ac:picMk id="7" creationId="{D1DBDDC2-3D2D-3EE9-A296-64806D93EF97}"/>
          </ac:picMkLst>
        </pc:picChg>
      </pc:sldChg>
      <pc:sldChg chg="addSp modSp new mod">
        <pc:chgData name="Randall Hunt" userId="4c55b6c8-20fa-4fc5-ad69-633eabcdc40e" providerId="ADAL" clId="{A6A9F2AA-AE90-4347-A125-C49970850E5D}" dt="2024-08-09T18:50:53.035" v="12731" actId="14100"/>
        <pc:sldMkLst>
          <pc:docMk/>
          <pc:sldMk cId="3153213608" sldId="278"/>
        </pc:sldMkLst>
        <pc:spChg chg="mod">
          <ac:chgData name="Randall Hunt" userId="4c55b6c8-20fa-4fc5-ad69-633eabcdc40e" providerId="ADAL" clId="{A6A9F2AA-AE90-4347-A125-C49970850E5D}" dt="2024-08-09T18:50:10.970" v="12587" actId="1076"/>
          <ac:spMkLst>
            <pc:docMk/>
            <pc:sldMk cId="3153213608" sldId="278"/>
            <ac:spMk id="2" creationId="{3633C19C-CBD8-F452-80F6-A07649C0222B}"/>
          </ac:spMkLst>
        </pc:spChg>
        <pc:spChg chg="mod">
          <ac:chgData name="Randall Hunt" userId="4c55b6c8-20fa-4fc5-ad69-633eabcdc40e" providerId="ADAL" clId="{A6A9F2AA-AE90-4347-A125-C49970850E5D}" dt="2024-08-09T18:50:53.035" v="12731" actId="14100"/>
          <ac:spMkLst>
            <pc:docMk/>
            <pc:sldMk cId="3153213608" sldId="278"/>
            <ac:spMk id="3" creationId="{D5B586ED-7924-A424-D552-ECD85CCA5A7F}"/>
          </ac:spMkLst>
        </pc:spChg>
        <pc:spChg chg="add">
          <ac:chgData name="Randall Hunt" userId="4c55b6c8-20fa-4fc5-ad69-633eabcdc40e" providerId="ADAL" clId="{A6A9F2AA-AE90-4347-A125-C49970850E5D}" dt="2024-08-08T13:33:21.429" v="5706"/>
          <ac:spMkLst>
            <pc:docMk/>
            <pc:sldMk cId="3153213608" sldId="278"/>
            <ac:spMk id="4" creationId="{8BEE4ECB-C340-C117-ABCE-07028080ED3E}"/>
          </ac:spMkLst>
        </pc:spChg>
        <pc:spChg chg="add">
          <ac:chgData name="Randall Hunt" userId="4c55b6c8-20fa-4fc5-ad69-633eabcdc40e" providerId="ADAL" clId="{A6A9F2AA-AE90-4347-A125-C49970850E5D}" dt="2024-08-09T18:45:24.452" v="12107"/>
          <ac:spMkLst>
            <pc:docMk/>
            <pc:sldMk cId="3153213608" sldId="278"/>
            <ac:spMk id="5" creationId="{C0A95662-4E37-2A2A-0095-3EA5110979DE}"/>
          </ac:spMkLst>
        </pc:spChg>
      </pc:sldChg>
      <pc:sldChg chg="addSp delSp modSp new mod">
        <pc:chgData name="Randall Hunt" userId="4c55b6c8-20fa-4fc5-ad69-633eabcdc40e" providerId="ADAL" clId="{A6A9F2AA-AE90-4347-A125-C49970850E5D}" dt="2024-08-09T19:01:00.209" v="13203" actId="1076"/>
        <pc:sldMkLst>
          <pc:docMk/>
          <pc:sldMk cId="2679544150" sldId="279"/>
        </pc:sldMkLst>
        <pc:spChg chg="mod">
          <ac:chgData name="Randall Hunt" userId="4c55b6c8-20fa-4fc5-ad69-633eabcdc40e" providerId="ADAL" clId="{A6A9F2AA-AE90-4347-A125-C49970850E5D}" dt="2024-08-09T18:51:23.470" v="12735" actId="14100"/>
          <ac:spMkLst>
            <pc:docMk/>
            <pc:sldMk cId="2679544150" sldId="279"/>
            <ac:spMk id="2" creationId="{235C16D0-AB47-BF94-A0AB-F6DBCD408C91}"/>
          </ac:spMkLst>
        </pc:spChg>
        <pc:spChg chg="mod">
          <ac:chgData name="Randall Hunt" userId="4c55b6c8-20fa-4fc5-ad69-633eabcdc40e" providerId="ADAL" clId="{A6A9F2AA-AE90-4347-A125-C49970850E5D}" dt="2024-08-09T18:59:46.530" v="13201" actId="14"/>
          <ac:spMkLst>
            <pc:docMk/>
            <pc:sldMk cId="2679544150" sldId="279"/>
            <ac:spMk id="3" creationId="{E294E1F4-3844-DF9B-B9C9-D0ED8881ED08}"/>
          </ac:spMkLst>
        </pc:spChg>
        <pc:spChg chg="add del mod">
          <ac:chgData name="Randall Hunt" userId="4c55b6c8-20fa-4fc5-ad69-633eabcdc40e" providerId="ADAL" clId="{A6A9F2AA-AE90-4347-A125-C49970850E5D}" dt="2024-08-09T18:55:01.817" v="13028" actId="478"/>
          <ac:spMkLst>
            <pc:docMk/>
            <pc:sldMk cId="2679544150" sldId="279"/>
            <ac:spMk id="11" creationId="{62AFC107-272D-DE86-CCAE-CE23C9DBB52E}"/>
          </ac:spMkLst>
        </pc:spChg>
        <pc:picChg chg="add del mod">
          <ac:chgData name="Randall Hunt" userId="4c55b6c8-20fa-4fc5-ad69-633eabcdc40e" providerId="ADAL" clId="{A6A9F2AA-AE90-4347-A125-C49970850E5D}" dt="2024-08-09T18:51:17.390" v="12732" actId="478"/>
          <ac:picMkLst>
            <pc:docMk/>
            <pc:sldMk cId="2679544150" sldId="279"/>
            <ac:picMk id="5" creationId="{37A8520E-1810-1A28-178D-03026D84537F}"/>
          </ac:picMkLst>
        </pc:picChg>
        <pc:picChg chg="add del mod">
          <ac:chgData name="Randall Hunt" userId="4c55b6c8-20fa-4fc5-ad69-633eabcdc40e" providerId="ADAL" clId="{A6A9F2AA-AE90-4347-A125-C49970850E5D}" dt="2024-08-09T18:58:27.913" v="13092" actId="478"/>
          <ac:picMkLst>
            <pc:docMk/>
            <pc:sldMk cId="2679544150" sldId="279"/>
            <ac:picMk id="7" creationId="{7A265CE4-D01E-E839-1BEF-6F70E6A4C725}"/>
          </ac:picMkLst>
        </pc:picChg>
        <pc:picChg chg="add del">
          <ac:chgData name="Randall Hunt" userId="4c55b6c8-20fa-4fc5-ad69-633eabcdc40e" providerId="ADAL" clId="{A6A9F2AA-AE90-4347-A125-C49970850E5D}" dt="2024-08-09T18:54:54.267" v="13025" actId="478"/>
          <ac:picMkLst>
            <pc:docMk/>
            <pc:sldMk cId="2679544150" sldId="279"/>
            <ac:picMk id="9" creationId="{62065518-D94B-47B9-4D6B-B0C979C5B948}"/>
          </ac:picMkLst>
        </pc:picChg>
        <pc:picChg chg="add mod">
          <ac:chgData name="Randall Hunt" userId="4c55b6c8-20fa-4fc5-ad69-633eabcdc40e" providerId="ADAL" clId="{A6A9F2AA-AE90-4347-A125-C49970850E5D}" dt="2024-08-09T18:58:30.201" v="13094" actId="1076"/>
          <ac:picMkLst>
            <pc:docMk/>
            <pc:sldMk cId="2679544150" sldId="279"/>
            <ac:picMk id="13" creationId="{842BB1B5-563F-84D6-3201-2377C73DDA05}"/>
          </ac:picMkLst>
        </pc:picChg>
        <pc:picChg chg="add mod">
          <ac:chgData name="Randall Hunt" userId="4c55b6c8-20fa-4fc5-ad69-633eabcdc40e" providerId="ADAL" clId="{A6A9F2AA-AE90-4347-A125-C49970850E5D}" dt="2024-08-09T19:01:00.209" v="13203" actId="1076"/>
          <ac:picMkLst>
            <pc:docMk/>
            <pc:sldMk cId="2679544150" sldId="279"/>
            <ac:picMk id="15" creationId="{52AF4E1A-E434-9977-4B46-F72BF5F61E83}"/>
          </ac:picMkLst>
        </pc:picChg>
      </pc:sldChg>
      <pc:sldChg chg="addSp delSp modSp new mod">
        <pc:chgData name="Randall Hunt" userId="4c55b6c8-20fa-4fc5-ad69-633eabcdc40e" providerId="ADAL" clId="{A6A9F2AA-AE90-4347-A125-C49970850E5D}" dt="2024-08-09T19:08:22.147" v="13923" actId="20577"/>
        <pc:sldMkLst>
          <pc:docMk/>
          <pc:sldMk cId="994688705" sldId="280"/>
        </pc:sldMkLst>
        <pc:spChg chg="mod">
          <ac:chgData name="Randall Hunt" userId="4c55b6c8-20fa-4fc5-ad69-633eabcdc40e" providerId="ADAL" clId="{A6A9F2AA-AE90-4347-A125-C49970850E5D}" dt="2024-08-09T19:01:09.906" v="13207" actId="20577"/>
          <ac:spMkLst>
            <pc:docMk/>
            <pc:sldMk cId="994688705" sldId="280"/>
            <ac:spMk id="2" creationId="{9399D6BC-A322-347C-2FDF-1281159FE775}"/>
          </ac:spMkLst>
        </pc:spChg>
        <pc:spChg chg="mod">
          <ac:chgData name="Randall Hunt" userId="4c55b6c8-20fa-4fc5-ad69-633eabcdc40e" providerId="ADAL" clId="{A6A9F2AA-AE90-4347-A125-C49970850E5D}" dt="2024-08-09T19:08:22.147" v="13923" actId="20577"/>
          <ac:spMkLst>
            <pc:docMk/>
            <pc:sldMk cId="994688705" sldId="280"/>
            <ac:spMk id="3" creationId="{2A366C48-61AE-BB30-C201-550E1B509245}"/>
          </ac:spMkLst>
        </pc:spChg>
        <pc:picChg chg="add del mod">
          <ac:chgData name="Randall Hunt" userId="4c55b6c8-20fa-4fc5-ad69-633eabcdc40e" providerId="ADAL" clId="{A6A9F2AA-AE90-4347-A125-C49970850E5D}" dt="2024-08-08T13:51:12.166" v="7588" actId="478"/>
          <ac:picMkLst>
            <pc:docMk/>
            <pc:sldMk cId="994688705" sldId="280"/>
            <ac:picMk id="5" creationId="{234F41BF-A16E-02D3-FEB4-B92C5E1DEEE8}"/>
          </ac:picMkLst>
        </pc:picChg>
        <pc:picChg chg="add del mod">
          <ac:chgData name="Randall Hunt" userId="4c55b6c8-20fa-4fc5-ad69-633eabcdc40e" providerId="ADAL" clId="{A6A9F2AA-AE90-4347-A125-C49970850E5D}" dt="2024-08-09T19:01:04.367" v="13204" actId="478"/>
          <ac:picMkLst>
            <pc:docMk/>
            <pc:sldMk cId="994688705" sldId="280"/>
            <ac:picMk id="7" creationId="{CB1A1FC5-F34E-3F79-B21B-E6A1203A9274}"/>
          </ac:picMkLst>
        </pc:picChg>
        <pc:picChg chg="add mod">
          <ac:chgData name="Randall Hunt" userId="4c55b6c8-20fa-4fc5-ad69-633eabcdc40e" providerId="ADAL" clId="{A6A9F2AA-AE90-4347-A125-C49970850E5D}" dt="2024-08-09T19:03:40.415" v="13458" actId="1076"/>
          <ac:picMkLst>
            <pc:docMk/>
            <pc:sldMk cId="994688705" sldId="280"/>
            <ac:picMk id="9" creationId="{991CC3FE-08B8-B496-7725-D7EEAD1575F1}"/>
          </ac:picMkLst>
        </pc:picChg>
        <pc:picChg chg="add mod">
          <ac:chgData name="Randall Hunt" userId="4c55b6c8-20fa-4fc5-ad69-633eabcdc40e" providerId="ADAL" clId="{A6A9F2AA-AE90-4347-A125-C49970850E5D}" dt="2024-08-09T19:07:03.439" v="13723" actId="1076"/>
          <ac:picMkLst>
            <pc:docMk/>
            <pc:sldMk cId="994688705" sldId="280"/>
            <ac:picMk id="11" creationId="{6BA5D6E0-3750-BFA2-CF41-290A2159A212}"/>
          </ac:picMkLst>
        </pc:picChg>
      </pc:sldChg>
      <pc:sldChg chg="addSp delSp modSp new mod">
        <pc:chgData name="Randall Hunt" userId="4c55b6c8-20fa-4fc5-ad69-633eabcdc40e" providerId="ADAL" clId="{A6A9F2AA-AE90-4347-A125-C49970850E5D}" dt="2024-08-09T19:32:16.181" v="14993" actId="313"/>
        <pc:sldMkLst>
          <pc:docMk/>
          <pc:sldMk cId="3976029184" sldId="281"/>
        </pc:sldMkLst>
        <pc:spChg chg="mod">
          <ac:chgData name="Randall Hunt" userId="4c55b6c8-20fa-4fc5-ad69-633eabcdc40e" providerId="ADAL" clId="{A6A9F2AA-AE90-4347-A125-C49970850E5D}" dt="2024-08-09T19:09:27.556" v="13927" actId="20577"/>
          <ac:spMkLst>
            <pc:docMk/>
            <pc:sldMk cId="3976029184" sldId="281"/>
            <ac:spMk id="2" creationId="{F439EC1F-B693-5FC2-13BD-8A93FAB1A89D}"/>
          </ac:spMkLst>
        </pc:spChg>
        <pc:spChg chg="mod">
          <ac:chgData name="Randall Hunt" userId="4c55b6c8-20fa-4fc5-ad69-633eabcdc40e" providerId="ADAL" clId="{A6A9F2AA-AE90-4347-A125-C49970850E5D}" dt="2024-08-09T19:32:16.181" v="14993" actId="313"/>
          <ac:spMkLst>
            <pc:docMk/>
            <pc:sldMk cId="3976029184" sldId="281"/>
            <ac:spMk id="3" creationId="{069F8704-3AE6-8031-6D12-564956AD372A}"/>
          </ac:spMkLst>
        </pc:spChg>
        <pc:picChg chg="add del mod">
          <ac:chgData name="Randall Hunt" userId="4c55b6c8-20fa-4fc5-ad69-633eabcdc40e" providerId="ADAL" clId="{A6A9F2AA-AE90-4347-A125-C49970850E5D}" dt="2024-08-09T19:09:32.650" v="13928" actId="478"/>
          <ac:picMkLst>
            <pc:docMk/>
            <pc:sldMk cId="3976029184" sldId="281"/>
            <ac:picMk id="5" creationId="{E3A7828B-6B85-9CD5-18BE-7BBE07978942}"/>
          </ac:picMkLst>
        </pc:picChg>
        <pc:picChg chg="add del mod">
          <ac:chgData name="Randall Hunt" userId="4c55b6c8-20fa-4fc5-ad69-633eabcdc40e" providerId="ADAL" clId="{A6A9F2AA-AE90-4347-A125-C49970850E5D}" dt="2024-08-09T19:21:48.380" v="14159" actId="478"/>
          <ac:picMkLst>
            <pc:docMk/>
            <pc:sldMk cId="3976029184" sldId="281"/>
            <ac:picMk id="7" creationId="{1A72CF0A-A0D1-6178-21B0-4218A867F041}"/>
          </ac:picMkLst>
        </pc:picChg>
        <pc:picChg chg="add mod">
          <ac:chgData name="Randall Hunt" userId="4c55b6c8-20fa-4fc5-ad69-633eabcdc40e" providerId="ADAL" clId="{A6A9F2AA-AE90-4347-A125-C49970850E5D}" dt="2024-08-09T19:24:59.999" v="14302" actId="1076"/>
          <ac:picMkLst>
            <pc:docMk/>
            <pc:sldMk cId="3976029184" sldId="281"/>
            <ac:picMk id="9" creationId="{C39948B4-2AA9-AED0-97A9-4117DD6C1C20}"/>
          </ac:picMkLst>
        </pc:picChg>
        <pc:picChg chg="add mod">
          <ac:chgData name="Randall Hunt" userId="4c55b6c8-20fa-4fc5-ad69-633eabcdc40e" providerId="ADAL" clId="{A6A9F2AA-AE90-4347-A125-C49970850E5D}" dt="2024-08-09T19:25:05.439" v="14304" actId="1076"/>
          <ac:picMkLst>
            <pc:docMk/>
            <pc:sldMk cId="3976029184" sldId="281"/>
            <ac:picMk id="11" creationId="{DF82A3F9-11C2-FCE6-E816-80BA937A767A}"/>
          </ac:picMkLst>
        </pc:picChg>
      </pc:sldChg>
      <pc:sldChg chg="addSp delSp modSp new mod">
        <pc:chgData name="Randall Hunt" userId="4c55b6c8-20fa-4fc5-ad69-633eabcdc40e" providerId="ADAL" clId="{A6A9F2AA-AE90-4347-A125-C49970850E5D}" dt="2024-08-09T19:32:06.884" v="14987" actId="313"/>
        <pc:sldMkLst>
          <pc:docMk/>
          <pc:sldMk cId="3338385153" sldId="282"/>
        </pc:sldMkLst>
        <pc:spChg chg="mod">
          <ac:chgData name="Randall Hunt" userId="4c55b6c8-20fa-4fc5-ad69-633eabcdc40e" providerId="ADAL" clId="{A6A9F2AA-AE90-4347-A125-C49970850E5D}" dt="2024-08-09T19:25:14.567" v="14307" actId="20577"/>
          <ac:spMkLst>
            <pc:docMk/>
            <pc:sldMk cId="3338385153" sldId="282"/>
            <ac:spMk id="2" creationId="{1739E7C9-44DC-E412-F7E6-A7BBCEFFBA9D}"/>
          </ac:spMkLst>
        </pc:spChg>
        <pc:spChg chg="mod">
          <ac:chgData name="Randall Hunt" userId="4c55b6c8-20fa-4fc5-ad69-633eabcdc40e" providerId="ADAL" clId="{A6A9F2AA-AE90-4347-A125-C49970850E5D}" dt="2024-08-09T19:32:06.884" v="14987" actId="313"/>
          <ac:spMkLst>
            <pc:docMk/>
            <pc:sldMk cId="3338385153" sldId="282"/>
            <ac:spMk id="3" creationId="{532D814F-C8D6-87D0-C109-B09FCA720FFE}"/>
          </ac:spMkLst>
        </pc:spChg>
        <pc:picChg chg="add del mod">
          <ac:chgData name="Randall Hunt" userId="4c55b6c8-20fa-4fc5-ad69-633eabcdc40e" providerId="ADAL" clId="{A6A9F2AA-AE90-4347-A125-C49970850E5D}" dt="2024-08-09T19:25:09.784" v="14305" actId="478"/>
          <ac:picMkLst>
            <pc:docMk/>
            <pc:sldMk cId="3338385153" sldId="282"/>
            <ac:picMk id="5" creationId="{BDB9EB54-2489-4661-C296-F7FF0D1F8621}"/>
          </ac:picMkLst>
        </pc:picChg>
        <pc:picChg chg="add del mod">
          <ac:chgData name="Randall Hunt" userId="4c55b6c8-20fa-4fc5-ad69-633eabcdc40e" providerId="ADAL" clId="{A6A9F2AA-AE90-4347-A125-C49970850E5D}" dt="2024-08-09T19:28:17.290" v="14542" actId="478"/>
          <ac:picMkLst>
            <pc:docMk/>
            <pc:sldMk cId="3338385153" sldId="282"/>
            <ac:picMk id="7" creationId="{872CC920-0C2C-B890-ADC4-0C40A1C10524}"/>
          </ac:picMkLst>
        </pc:picChg>
        <pc:picChg chg="add mod">
          <ac:chgData name="Randall Hunt" userId="4c55b6c8-20fa-4fc5-ad69-633eabcdc40e" providerId="ADAL" clId="{A6A9F2AA-AE90-4347-A125-C49970850E5D}" dt="2024-08-09T19:30:37.811" v="14827" actId="1076"/>
          <ac:picMkLst>
            <pc:docMk/>
            <pc:sldMk cId="3338385153" sldId="282"/>
            <ac:picMk id="9" creationId="{6A240217-1F42-A48F-3394-E41CE07664A5}"/>
          </ac:picMkLst>
        </pc:picChg>
        <pc:picChg chg="add mod">
          <ac:chgData name="Randall Hunt" userId="4c55b6c8-20fa-4fc5-ad69-633eabcdc40e" providerId="ADAL" clId="{A6A9F2AA-AE90-4347-A125-C49970850E5D}" dt="2024-08-09T19:31:11.704" v="14919" actId="14100"/>
          <ac:picMkLst>
            <pc:docMk/>
            <pc:sldMk cId="3338385153" sldId="282"/>
            <ac:picMk id="11" creationId="{655B4EF0-0C8E-7850-9615-746CF7AD7C6B}"/>
          </ac:picMkLst>
        </pc:picChg>
      </pc:sldChg>
      <pc:sldChg chg="addSp delSp modSp new mod">
        <pc:chgData name="Randall Hunt" userId="4c55b6c8-20fa-4fc5-ad69-633eabcdc40e" providerId="ADAL" clId="{A6A9F2AA-AE90-4347-A125-C49970850E5D}" dt="2024-08-09T19:40:25.836" v="15378" actId="1076"/>
        <pc:sldMkLst>
          <pc:docMk/>
          <pc:sldMk cId="1844103142" sldId="283"/>
        </pc:sldMkLst>
        <pc:spChg chg="mod">
          <ac:chgData name="Randall Hunt" userId="4c55b6c8-20fa-4fc5-ad69-633eabcdc40e" providerId="ADAL" clId="{A6A9F2AA-AE90-4347-A125-C49970850E5D}" dt="2024-08-09T19:32:29.394" v="14997" actId="20577"/>
          <ac:spMkLst>
            <pc:docMk/>
            <pc:sldMk cId="1844103142" sldId="283"/>
            <ac:spMk id="2" creationId="{7DA25F1F-BE5C-1FE4-3C67-235693868E0C}"/>
          </ac:spMkLst>
        </pc:spChg>
        <pc:spChg chg="mod">
          <ac:chgData name="Randall Hunt" userId="4c55b6c8-20fa-4fc5-ad69-633eabcdc40e" providerId="ADAL" clId="{A6A9F2AA-AE90-4347-A125-C49970850E5D}" dt="2024-08-09T19:40:10.126" v="15376" actId="20577"/>
          <ac:spMkLst>
            <pc:docMk/>
            <pc:sldMk cId="1844103142" sldId="283"/>
            <ac:spMk id="3" creationId="{2D59D66E-C436-086C-C4B1-C19C7AC496DB}"/>
          </ac:spMkLst>
        </pc:spChg>
        <pc:picChg chg="add del mod">
          <ac:chgData name="Randall Hunt" userId="4c55b6c8-20fa-4fc5-ad69-633eabcdc40e" providerId="ADAL" clId="{A6A9F2AA-AE90-4347-A125-C49970850E5D}" dt="2024-08-09T19:32:25.939" v="14995" actId="478"/>
          <ac:picMkLst>
            <pc:docMk/>
            <pc:sldMk cId="1844103142" sldId="283"/>
            <ac:picMk id="5" creationId="{509DA017-C05D-DD60-9BBD-97C4E819E27D}"/>
          </ac:picMkLst>
        </pc:picChg>
        <pc:picChg chg="add del mod">
          <ac:chgData name="Randall Hunt" userId="4c55b6c8-20fa-4fc5-ad69-633eabcdc40e" providerId="ADAL" clId="{A6A9F2AA-AE90-4347-A125-C49970850E5D}" dt="2024-08-09T19:32:25.107" v="14994" actId="478"/>
          <ac:picMkLst>
            <pc:docMk/>
            <pc:sldMk cId="1844103142" sldId="283"/>
            <ac:picMk id="7" creationId="{8CE4F3FE-8999-3A73-4500-ABAE42298C2C}"/>
          </ac:picMkLst>
        </pc:picChg>
        <pc:picChg chg="add del mod">
          <ac:chgData name="Randall Hunt" userId="4c55b6c8-20fa-4fc5-ad69-633eabcdc40e" providerId="ADAL" clId="{A6A9F2AA-AE90-4347-A125-C49970850E5D}" dt="2024-08-09T19:39:30.345" v="15336" actId="478"/>
          <ac:picMkLst>
            <pc:docMk/>
            <pc:sldMk cId="1844103142" sldId="283"/>
            <ac:picMk id="9" creationId="{86B1C240-8336-452C-79E7-3E141DEB93A7}"/>
          </ac:picMkLst>
        </pc:picChg>
        <pc:picChg chg="add mod">
          <ac:chgData name="Randall Hunt" userId="4c55b6c8-20fa-4fc5-ad69-633eabcdc40e" providerId="ADAL" clId="{A6A9F2AA-AE90-4347-A125-C49970850E5D}" dt="2024-08-09T19:39:35.655" v="15340" actId="1076"/>
          <ac:picMkLst>
            <pc:docMk/>
            <pc:sldMk cId="1844103142" sldId="283"/>
            <ac:picMk id="11" creationId="{4E282EF7-880E-77D9-BE0E-597CCD29FCD9}"/>
          </ac:picMkLst>
        </pc:picChg>
        <pc:picChg chg="add mod">
          <ac:chgData name="Randall Hunt" userId="4c55b6c8-20fa-4fc5-ad69-633eabcdc40e" providerId="ADAL" clId="{A6A9F2AA-AE90-4347-A125-C49970850E5D}" dt="2024-08-09T19:40:25.836" v="15378" actId="1076"/>
          <ac:picMkLst>
            <pc:docMk/>
            <pc:sldMk cId="1844103142" sldId="283"/>
            <ac:picMk id="13" creationId="{2F889F82-DF49-1EE9-3B4E-1AF2C187FCB7}"/>
          </ac:picMkLst>
        </pc:picChg>
      </pc:sldChg>
      <pc:sldChg chg="addSp delSp modSp new mod">
        <pc:chgData name="Randall Hunt" userId="4c55b6c8-20fa-4fc5-ad69-633eabcdc40e" providerId="ADAL" clId="{A6A9F2AA-AE90-4347-A125-C49970850E5D}" dt="2024-08-09T19:43:07.912" v="15617" actId="1076"/>
        <pc:sldMkLst>
          <pc:docMk/>
          <pc:sldMk cId="1287728167" sldId="284"/>
        </pc:sldMkLst>
        <pc:spChg chg="mod">
          <ac:chgData name="Randall Hunt" userId="4c55b6c8-20fa-4fc5-ad69-633eabcdc40e" providerId="ADAL" clId="{A6A9F2AA-AE90-4347-A125-C49970850E5D}" dt="2024-08-09T19:41:04.054" v="15390" actId="20577"/>
          <ac:spMkLst>
            <pc:docMk/>
            <pc:sldMk cId="1287728167" sldId="284"/>
            <ac:spMk id="2" creationId="{452C7504-B583-E306-AD13-91B78ACDD0E1}"/>
          </ac:spMkLst>
        </pc:spChg>
        <pc:spChg chg="mod">
          <ac:chgData name="Randall Hunt" userId="4c55b6c8-20fa-4fc5-ad69-633eabcdc40e" providerId="ADAL" clId="{A6A9F2AA-AE90-4347-A125-C49970850E5D}" dt="2024-08-09T19:42:34.073" v="15614" actId="20577"/>
          <ac:spMkLst>
            <pc:docMk/>
            <pc:sldMk cId="1287728167" sldId="284"/>
            <ac:spMk id="3" creationId="{A1C8E18E-28A0-EC52-DD92-202E4664975A}"/>
          </ac:spMkLst>
        </pc:spChg>
        <pc:picChg chg="add del mod">
          <ac:chgData name="Randall Hunt" userId="4c55b6c8-20fa-4fc5-ad69-633eabcdc40e" providerId="ADAL" clId="{A6A9F2AA-AE90-4347-A125-C49970850E5D}" dt="2024-08-09T19:41:06.433" v="15391" actId="478"/>
          <ac:picMkLst>
            <pc:docMk/>
            <pc:sldMk cId="1287728167" sldId="284"/>
            <ac:picMk id="5" creationId="{6DFD077F-F99A-A255-ECCD-A457DD99E30B}"/>
          </ac:picMkLst>
        </pc:picChg>
        <pc:picChg chg="add mod">
          <ac:chgData name="Randall Hunt" userId="4c55b6c8-20fa-4fc5-ad69-633eabcdc40e" providerId="ADAL" clId="{A6A9F2AA-AE90-4347-A125-C49970850E5D}" dt="2024-08-09T19:43:07.912" v="15617" actId="1076"/>
          <ac:picMkLst>
            <pc:docMk/>
            <pc:sldMk cId="1287728167" sldId="284"/>
            <ac:picMk id="7" creationId="{5AC855BB-D596-2055-4CB4-4197C45EC244}"/>
          </ac:picMkLst>
        </pc:picChg>
      </pc:sldChg>
      <pc:sldChg chg="modSp new mod">
        <pc:chgData name="Randall Hunt" userId="4c55b6c8-20fa-4fc5-ad69-633eabcdc40e" providerId="ADAL" clId="{A6A9F2AA-AE90-4347-A125-C49970850E5D}" dt="2024-08-09T20:00:43.242" v="17459" actId="20577"/>
        <pc:sldMkLst>
          <pc:docMk/>
          <pc:sldMk cId="1406158951" sldId="285"/>
        </pc:sldMkLst>
        <pc:spChg chg="mod">
          <ac:chgData name="Randall Hunt" userId="4c55b6c8-20fa-4fc5-ad69-633eabcdc40e" providerId="ADAL" clId="{A6A9F2AA-AE90-4347-A125-C49970850E5D}" dt="2024-08-09T19:55:21.732" v="17097" actId="20577"/>
          <ac:spMkLst>
            <pc:docMk/>
            <pc:sldMk cId="1406158951" sldId="285"/>
            <ac:spMk id="2" creationId="{C4DA48C7-2863-7038-8C45-30485FCE809A}"/>
          </ac:spMkLst>
        </pc:spChg>
        <pc:spChg chg="mod">
          <ac:chgData name="Randall Hunt" userId="4c55b6c8-20fa-4fc5-ad69-633eabcdc40e" providerId="ADAL" clId="{A6A9F2AA-AE90-4347-A125-C49970850E5D}" dt="2024-08-09T20:00:43.242" v="17459" actId="20577"/>
          <ac:spMkLst>
            <pc:docMk/>
            <pc:sldMk cId="1406158951" sldId="285"/>
            <ac:spMk id="3" creationId="{3C43FF7A-4CF6-CA2F-FE94-D09B8281A71F}"/>
          </ac:spMkLst>
        </pc:spChg>
      </pc:sldChg>
      <pc:sldChg chg="addSp modSp new mod">
        <pc:chgData name="Randall Hunt" userId="4c55b6c8-20fa-4fc5-ad69-633eabcdc40e" providerId="ADAL" clId="{A6A9F2AA-AE90-4347-A125-C49970850E5D}" dt="2024-08-09T20:41:17.268" v="18030" actId="20577"/>
        <pc:sldMkLst>
          <pc:docMk/>
          <pc:sldMk cId="2820482815" sldId="286"/>
        </pc:sldMkLst>
        <pc:spChg chg="mod">
          <ac:chgData name="Randall Hunt" userId="4c55b6c8-20fa-4fc5-ad69-633eabcdc40e" providerId="ADAL" clId="{A6A9F2AA-AE90-4347-A125-C49970850E5D}" dt="2024-08-08T14:27:41.151" v="9019" actId="20577"/>
          <ac:spMkLst>
            <pc:docMk/>
            <pc:sldMk cId="2820482815" sldId="286"/>
            <ac:spMk id="2" creationId="{FE97708B-56F2-395F-52BC-91E74710542B}"/>
          </ac:spMkLst>
        </pc:spChg>
        <pc:spChg chg="mod">
          <ac:chgData name="Randall Hunt" userId="4c55b6c8-20fa-4fc5-ad69-633eabcdc40e" providerId="ADAL" clId="{A6A9F2AA-AE90-4347-A125-C49970850E5D}" dt="2024-08-09T20:41:17.268" v="18030" actId="20577"/>
          <ac:spMkLst>
            <pc:docMk/>
            <pc:sldMk cId="2820482815" sldId="286"/>
            <ac:spMk id="3" creationId="{611614E5-EB9A-5EFA-2D25-5FED7C678ADD}"/>
          </ac:spMkLst>
        </pc:spChg>
        <pc:picChg chg="add mod">
          <ac:chgData name="Randall Hunt" userId="4c55b6c8-20fa-4fc5-ad69-633eabcdc40e" providerId="ADAL" clId="{A6A9F2AA-AE90-4347-A125-C49970850E5D}" dt="2024-08-09T20:02:47.425" v="17559" actId="1076"/>
          <ac:picMkLst>
            <pc:docMk/>
            <pc:sldMk cId="2820482815" sldId="286"/>
            <ac:picMk id="5" creationId="{912B13CA-2B83-A85F-C760-E07F46497C46}"/>
          </ac:picMkLst>
        </pc:picChg>
      </pc:sldChg>
      <pc:sldChg chg="addSp modSp new del mod">
        <pc:chgData name="Randall Hunt" userId="4c55b6c8-20fa-4fc5-ad69-633eabcdc40e" providerId="ADAL" clId="{A6A9F2AA-AE90-4347-A125-C49970850E5D}" dt="2024-08-09T20:02:13.882" v="17460" actId="47"/>
        <pc:sldMkLst>
          <pc:docMk/>
          <pc:sldMk cId="1461500171" sldId="287"/>
        </pc:sldMkLst>
        <pc:spChg chg="mod">
          <ac:chgData name="Randall Hunt" userId="4c55b6c8-20fa-4fc5-ad69-633eabcdc40e" providerId="ADAL" clId="{A6A9F2AA-AE90-4347-A125-C49970850E5D}" dt="2024-08-08T14:51:12.755" v="9569" actId="20577"/>
          <ac:spMkLst>
            <pc:docMk/>
            <pc:sldMk cId="1461500171" sldId="287"/>
            <ac:spMk id="2" creationId="{880C57DB-9066-1B1F-A541-21D1751687D6}"/>
          </ac:spMkLst>
        </pc:spChg>
        <pc:spChg chg="mod">
          <ac:chgData name="Randall Hunt" userId="4c55b6c8-20fa-4fc5-ad69-633eabcdc40e" providerId="ADAL" clId="{A6A9F2AA-AE90-4347-A125-C49970850E5D}" dt="2024-08-08T14:53:55.540" v="10127" actId="20577"/>
          <ac:spMkLst>
            <pc:docMk/>
            <pc:sldMk cId="1461500171" sldId="287"/>
            <ac:spMk id="3" creationId="{23C1515D-3C86-86C1-42E0-DA779EFDEF9B}"/>
          </ac:spMkLst>
        </pc:spChg>
        <pc:spChg chg="add">
          <ac:chgData name="Randall Hunt" userId="4c55b6c8-20fa-4fc5-ad69-633eabcdc40e" providerId="ADAL" clId="{A6A9F2AA-AE90-4347-A125-C49970850E5D}" dt="2024-08-08T14:51:39.459" v="9660"/>
          <ac:spMkLst>
            <pc:docMk/>
            <pc:sldMk cId="1461500171" sldId="287"/>
            <ac:spMk id="4" creationId="{0D0DEC4F-5DD9-1E1C-4A09-F83AA44D37C4}"/>
          </ac:spMkLst>
        </pc:spChg>
      </pc:sldChg>
      <pc:sldChg chg="modSp new del mod">
        <pc:chgData name="Randall Hunt" userId="4c55b6c8-20fa-4fc5-ad69-633eabcdc40e" providerId="ADAL" clId="{A6A9F2AA-AE90-4347-A125-C49970850E5D}" dt="2024-08-08T15:17:16.454" v="10478" actId="47"/>
        <pc:sldMkLst>
          <pc:docMk/>
          <pc:sldMk cId="2624388115" sldId="288"/>
        </pc:sldMkLst>
        <pc:spChg chg="mod">
          <ac:chgData name="Randall Hunt" userId="4c55b6c8-20fa-4fc5-ad69-633eabcdc40e" providerId="ADAL" clId="{A6A9F2AA-AE90-4347-A125-C49970850E5D}" dt="2024-08-08T14:56:29.975" v="10184" actId="20577"/>
          <ac:spMkLst>
            <pc:docMk/>
            <pc:sldMk cId="2624388115" sldId="288"/>
            <ac:spMk id="2" creationId="{A5DE4505-7A8F-AD47-EB03-78CABA2ACEF2}"/>
          </ac:spMkLst>
        </pc:spChg>
        <pc:spChg chg="mod">
          <ac:chgData name="Randall Hunt" userId="4c55b6c8-20fa-4fc5-ad69-633eabcdc40e" providerId="ADAL" clId="{A6A9F2AA-AE90-4347-A125-C49970850E5D}" dt="2024-08-08T15:02:51.479" v="10477"/>
          <ac:spMkLst>
            <pc:docMk/>
            <pc:sldMk cId="2624388115" sldId="288"/>
            <ac:spMk id="3" creationId="{42148743-F796-587E-1612-F8A9968710E6}"/>
          </ac:spMkLst>
        </pc:spChg>
      </pc:sldChg>
      <pc:sldChg chg="modSp new del mod">
        <pc:chgData name="Randall Hunt" userId="4c55b6c8-20fa-4fc5-ad69-633eabcdc40e" providerId="ADAL" clId="{A6A9F2AA-AE90-4347-A125-C49970850E5D}" dt="2024-08-09T20:02:16.858" v="17461" actId="47"/>
        <pc:sldMkLst>
          <pc:docMk/>
          <pc:sldMk cId="3064705191" sldId="288"/>
        </pc:sldMkLst>
        <pc:spChg chg="mod">
          <ac:chgData name="Randall Hunt" userId="4c55b6c8-20fa-4fc5-ad69-633eabcdc40e" providerId="ADAL" clId="{A6A9F2AA-AE90-4347-A125-C49970850E5D}" dt="2024-08-08T15:17:59.199" v="10535" actId="20577"/>
          <ac:spMkLst>
            <pc:docMk/>
            <pc:sldMk cId="3064705191" sldId="288"/>
            <ac:spMk id="2" creationId="{506CB155-867C-9DA4-0B42-580DF0BCD45D}"/>
          </ac:spMkLst>
        </pc:spChg>
        <pc:spChg chg="mod">
          <ac:chgData name="Randall Hunt" userId="4c55b6c8-20fa-4fc5-ad69-633eabcdc40e" providerId="ADAL" clId="{A6A9F2AA-AE90-4347-A125-C49970850E5D}" dt="2024-08-08T15:19:26.721" v="10863" actId="20577"/>
          <ac:spMkLst>
            <pc:docMk/>
            <pc:sldMk cId="3064705191" sldId="288"/>
            <ac:spMk id="3" creationId="{F1FC34C0-3D7F-2085-9E2A-38753E6D4830}"/>
          </ac:spMkLst>
        </pc:spChg>
      </pc:sldChg>
      <pc:sldChg chg="addSp modSp new mod">
        <pc:chgData name="Randall Hunt" userId="4c55b6c8-20fa-4fc5-ad69-633eabcdc40e" providerId="ADAL" clId="{A6A9F2AA-AE90-4347-A125-C49970850E5D}" dt="2024-08-09T19:48:49.935" v="15954" actId="1076"/>
        <pc:sldMkLst>
          <pc:docMk/>
          <pc:sldMk cId="189131724" sldId="289"/>
        </pc:sldMkLst>
        <pc:spChg chg="mod">
          <ac:chgData name="Randall Hunt" userId="4c55b6c8-20fa-4fc5-ad69-633eabcdc40e" providerId="ADAL" clId="{A6A9F2AA-AE90-4347-A125-C49970850E5D}" dt="2024-08-09T19:43:16.147" v="15619"/>
          <ac:spMkLst>
            <pc:docMk/>
            <pc:sldMk cId="189131724" sldId="289"/>
            <ac:spMk id="2" creationId="{E6C9AC8C-7940-FB5B-4DF2-48AE37D5CB2B}"/>
          </ac:spMkLst>
        </pc:spChg>
        <pc:spChg chg="mod">
          <ac:chgData name="Randall Hunt" userId="4c55b6c8-20fa-4fc5-ad69-633eabcdc40e" providerId="ADAL" clId="{A6A9F2AA-AE90-4347-A125-C49970850E5D}" dt="2024-08-09T19:47:59.205" v="15952" actId="20577"/>
          <ac:spMkLst>
            <pc:docMk/>
            <pc:sldMk cId="189131724" sldId="289"/>
            <ac:spMk id="3" creationId="{B89042B9-2C52-43AB-F801-BDAB57A50C6F}"/>
          </ac:spMkLst>
        </pc:spChg>
        <pc:picChg chg="add mod">
          <ac:chgData name="Randall Hunt" userId="4c55b6c8-20fa-4fc5-ad69-633eabcdc40e" providerId="ADAL" clId="{A6A9F2AA-AE90-4347-A125-C49970850E5D}" dt="2024-08-09T19:47:11.971" v="15844" actId="14100"/>
          <ac:picMkLst>
            <pc:docMk/>
            <pc:sldMk cId="189131724" sldId="289"/>
            <ac:picMk id="5" creationId="{5A876582-30EC-27E7-6B9B-A8EA406CBC83}"/>
          </ac:picMkLst>
        </pc:picChg>
        <pc:picChg chg="add mod">
          <ac:chgData name="Randall Hunt" userId="4c55b6c8-20fa-4fc5-ad69-633eabcdc40e" providerId="ADAL" clId="{A6A9F2AA-AE90-4347-A125-C49970850E5D}" dt="2024-08-09T19:48:49.935" v="15954" actId="1076"/>
          <ac:picMkLst>
            <pc:docMk/>
            <pc:sldMk cId="189131724" sldId="289"/>
            <ac:picMk id="7" creationId="{5955A69A-5952-84F4-75EB-7FA511D96C51}"/>
          </ac:picMkLst>
        </pc:picChg>
      </pc:sldChg>
      <pc:sldChg chg="modSp new mod">
        <pc:chgData name="Randall Hunt" userId="4c55b6c8-20fa-4fc5-ad69-633eabcdc40e" providerId="ADAL" clId="{A6A9F2AA-AE90-4347-A125-C49970850E5D}" dt="2024-08-09T19:51:43.590" v="16410"/>
        <pc:sldMkLst>
          <pc:docMk/>
          <pc:sldMk cId="2272313925" sldId="290"/>
        </pc:sldMkLst>
        <pc:spChg chg="mod">
          <ac:chgData name="Randall Hunt" userId="4c55b6c8-20fa-4fc5-ad69-633eabcdc40e" providerId="ADAL" clId="{A6A9F2AA-AE90-4347-A125-C49970850E5D}" dt="2024-08-09T19:51:43.590" v="16410"/>
          <ac:spMkLst>
            <pc:docMk/>
            <pc:sldMk cId="2272313925" sldId="290"/>
            <ac:spMk id="2" creationId="{C2BC00A5-1EC1-9E80-9176-4AA1737F4632}"/>
          </ac:spMkLst>
        </pc:spChg>
        <pc:spChg chg="mod">
          <ac:chgData name="Randall Hunt" userId="4c55b6c8-20fa-4fc5-ad69-633eabcdc40e" providerId="ADAL" clId="{A6A9F2AA-AE90-4347-A125-C49970850E5D}" dt="2024-08-09T19:51:41.522" v="16409" actId="14100"/>
          <ac:spMkLst>
            <pc:docMk/>
            <pc:sldMk cId="2272313925" sldId="290"/>
            <ac:spMk id="3" creationId="{565B5235-BDBF-E042-289D-57E0635B7FE0}"/>
          </ac:spMkLst>
        </pc:spChg>
      </pc:sldChg>
      <pc:sldChg chg="addSp modSp new mod">
        <pc:chgData name="Randall Hunt" userId="4c55b6c8-20fa-4fc5-ad69-633eabcdc40e" providerId="ADAL" clId="{A6A9F2AA-AE90-4347-A125-C49970850E5D}" dt="2024-08-09T19:55:04.458" v="17094" actId="27636"/>
        <pc:sldMkLst>
          <pc:docMk/>
          <pc:sldMk cId="1593591156" sldId="291"/>
        </pc:sldMkLst>
        <pc:spChg chg="mod">
          <ac:chgData name="Randall Hunt" userId="4c55b6c8-20fa-4fc5-ad69-633eabcdc40e" providerId="ADAL" clId="{A6A9F2AA-AE90-4347-A125-C49970850E5D}" dt="2024-08-09T19:51:49.873" v="16412"/>
          <ac:spMkLst>
            <pc:docMk/>
            <pc:sldMk cId="1593591156" sldId="291"/>
            <ac:spMk id="2" creationId="{247CE163-F504-9648-4190-AC3FF71BA512}"/>
          </ac:spMkLst>
        </pc:spChg>
        <pc:spChg chg="mod">
          <ac:chgData name="Randall Hunt" userId="4c55b6c8-20fa-4fc5-ad69-633eabcdc40e" providerId="ADAL" clId="{A6A9F2AA-AE90-4347-A125-C49970850E5D}" dt="2024-08-09T19:55:04.458" v="17094" actId="27636"/>
          <ac:spMkLst>
            <pc:docMk/>
            <pc:sldMk cId="1593591156" sldId="291"/>
            <ac:spMk id="3" creationId="{D8897A40-7F7F-05FF-6179-D0019CEECCD4}"/>
          </ac:spMkLst>
        </pc:spChg>
        <pc:picChg chg="add mod">
          <ac:chgData name="Randall Hunt" userId="4c55b6c8-20fa-4fc5-ad69-633eabcdc40e" providerId="ADAL" clId="{A6A9F2AA-AE90-4347-A125-C49970850E5D}" dt="2024-08-09T19:54:46.496" v="17007" actId="1076"/>
          <ac:picMkLst>
            <pc:docMk/>
            <pc:sldMk cId="1593591156" sldId="291"/>
            <ac:picMk id="5" creationId="{838EAC07-3374-02A2-863E-6A9D4FB7F42D}"/>
          </ac:picMkLst>
        </pc:picChg>
      </pc:sldChg>
      <pc:sldChg chg="addSp modSp new mod">
        <pc:chgData name="Randall Hunt" userId="4c55b6c8-20fa-4fc5-ad69-633eabcdc40e" providerId="ADAL" clId="{A6A9F2AA-AE90-4347-A125-C49970850E5D}" dt="2024-08-09T19:56:11.695" v="17150" actId="1076"/>
        <pc:sldMkLst>
          <pc:docMk/>
          <pc:sldMk cId="2753855511" sldId="292"/>
        </pc:sldMkLst>
        <pc:spChg chg="mod">
          <ac:chgData name="Randall Hunt" userId="4c55b6c8-20fa-4fc5-ad69-633eabcdc40e" providerId="ADAL" clId="{A6A9F2AA-AE90-4347-A125-C49970850E5D}" dt="2024-08-09T19:55:10.331" v="17096"/>
          <ac:spMkLst>
            <pc:docMk/>
            <pc:sldMk cId="2753855511" sldId="292"/>
            <ac:spMk id="2" creationId="{AF945163-E2D8-13D6-8973-65C74C516DC9}"/>
          </ac:spMkLst>
        </pc:spChg>
        <pc:spChg chg="mod">
          <ac:chgData name="Randall Hunt" userId="4c55b6c8-20fa-4fc5-ad69-633eabcdc40e" providerId="ADAL" clId="{A6A9F2AA-AE90-4347-A125-C49970850E5D}" dt="2024-08-09T19:55:56.377" v="17142" actId="20577"/>
          <ac:spMkLst>
            <pc:docMk/>
            <pc:sldMk cId="2753855511" sldId="292"/>
            <ac:spMk id="3" creationId="{6C9A1CA3-3CD1-C06D-F8DB-3B55081F4ABC}"/>
          </ac:spMkLst>
        </pc:spChg>
        <pc:picChg chg="add mod">
          <ac:chgData name="Randall Hunt" userId="4c55b6c8-20fa-4fc5-ad69-633eabcdc40e" providerId="ADAL" clId="{A6A9F2AA-AE90-4347-A125-C49970850E5D}" dt="2024-08-09T19:56:11.695" v="17150" actId="1076"/>
          <ac:picMkLst>
            <pc:docMk/>
            <pc:sldMk cId="2753855511" sldId="292"/>
            <ac:picMk id="5" creationId="{2FE6B4BC-5571-C5D7-8439-6503476CB59C}"/>
          </ac:picMkLst>
        </pc:picChg>
        <pc:picChg chg="add mod">
          <ac:chgData name="Randall Hunt" userId="4c55b6c8-20fa-4fc5-ad69-633eabcdc40e" providerId="ADAL" clId="{A6A9F2AA-AE90-4347-A125-C49970850E5D}" dt="2024-08-09T19:56:08.269" v="17147" actId="1076"/>
          <ac:picMkLst>
            <pc:docMk/>
            <pc:sldMk cId="2753855511" sldId="292"/>
            <ac:picMk id="7" creationId="{DD9C9A66-F732-5146-89C0-834066135E6F}"/>
          </ac:picMkLst>
        </pc:picChg>
      </pc:sldChg>
      <pc:sldChg chg="addSp modSp new mod">
        <pc:chgData name="Randall Hunt" userId="4c55b6c8-20fa-4fc5-ad69-633eabcdc40e" providerId="ADAL" clId="{A6A9F2AA-AE90-4347-A125-C49970850E5D}" dt="2024-08-09T19:59:20.926" v="17432" actId="14100"/>
        <pc:sldMkLst>
          <pc:docMk/>
          <pc:sldMk cId="2936584422" sldId="293"/>
        </pc:sldMkLst>
        <pc:spChg chg="mod">
          <ac:chgData name="Randall Hunt" userId="4c55b6c8-20fa-4fc5-ad69-633eabcdc40e" providerId="ADAL" clId="{A6A9F2AA-AE90-4347-A125-C49970850E5D}" dt="2024-08-09T19:56:20.217" v="17152"/>
          <ac:spMkLst>
            <pc:docMk/>
            <pc:sldMk cId="2936584422" sldId="293"/>
            <ac:spMk id="2" creationId="{A9BF5D51-1580-5801-E48A-0F41D5F72D6C}"/>
          </ac:spMkLst>
        </pc:spChg>
        <pc:spChg chg="mod">
          <ac:chgData name="Randall Hunt" userId="4c55b6c8-20fa-4fc5-ad69-633eabcdc40e" providerId="ADAL" clId="{A6A9F2AA-AE90-4347-A125-C49970850E5D}" dt="2024-08-09T19:59:07.190" v="17429" actId="20577"/>
          <ac:spMkLst>
            <pc:docMk/>
            <pc:sldMk cId="2936584422" sldId="293"/>
            <ac:spMk id="3" creationId="{9EF0AD84-177C-F1CD-D4EC-2E1D8B4CC7B6}"/>
          </ac:spMkLst>
        </pc:spChg>
        <pc:picChg chg="add mod">
          <ac:chgData name="Randall Hunt" userId="4c55b6c8-20fa-4fc5-ad69-633eabcdc40e" providerId="ADAL" clId="{A6A9F2AA-AE90-4347-A125-C49970850E5D}" dt="2024-08-09T19:58:11.268" v="17415" actId="1076"/>
          <ac:picMkLst>
            <pc:docMk/>
            <pc:sldMk cId="2936584422" sldId="293"/>
            <ac:picMk id="5" creationId="{46821F8C-459A-A74C-9E36-604D63A92495}"/>
          </ac:picMkLst>
        </pc:picChg>
        <pc:picChg chg="add mod">
          <ac:chgData name="Randall Hunt" userId="4c55b6c8-20fa-4fc5-ad69-633eabcdc40e" providerId="ADAL" clId="{A6A9F2AA-AE90-4347-A125-C49970850E5D}" dt="2024-08-09T19:58:42.203" v="17423" actId="14100"/>
          <ac:picMkLst>
            <pc:docMk/>
            <pc:sldMk cId="2936584422" sldId="293"/>
            <ac:picMk id="7" creationId="{233900C0-C0B5-0FB9-5F59-0578464CEB24}"/>
          </ac:picMkLst>
        </pc:picChg>
        <pc:picChg chg="add mod">
          <ac:chgData name="Randall Hunt" userId="4c55b6c8-20fa-4fc5-ad69-633eabcdc40e" providerId="ADAL" clId="{A6A9F2AA-AE90-4347-A125-C49970850E5D}" dt="2024-08-09T19:59:05.523" v="17428" actId="14100"/>
          <ac:picMkLst>
            <pc:docMk/>
            <pc:sldMk cId="2936584422" sldId="293"/>
            <ac:picMk id="9" creationId="{740DD484-7AE7-1BAC-762F-76F6E0CFD85C}"/>
          </ac:picMkLst>
        </pc:picChg>
        <pc:picChg chg="add mod">
          <ac:chgData name="Randall Hunt" userId="4c55b6c8-20fa-4fc5-ad69-633eabcdc40e" providerId="ADAL" clId="{A6A9F2AA-AE90-4347-A125-C49970850E5D}" dt="2024-08-09T19:59:20.926" v="17432" actId="14100"/>
          <ac:picMkLst>
            <pc:docMk/>
            <pc:sldMk cId="2936584422" sldId="293"/>
            <ac:picMk id="11" creationId="{2730A10F-2A51-3EBD-6A12-6A97D7AD0EA8}"/>
          </ac:picMkLst>
        </pc:picChg>
      </pc:sldChg>
      <pc:sldChg chg="addSp modSp new mod">
        <pc:chgData name="Randall Hunt" userId="4c55b6c8-20fa-4fc5-ad69-633eabcdc40e" providerId="ADAL" clId="{A6A9F2AA-AE90-4347-A125-C49970850E5D}" dt="2024-08-09T20:08:29.128" v="17968" actId="20577"/>
        <pc:sldMkLst>
          <pc:docMk/>
          <pc:sldMk cId="700170307" sldId="294"/>
        </pc:sldMkLst>
        <pc:spChg chg="mod">
          <ac:chgData name="Randall Hunt" userId="4c55b6c8-20fa-4fc5-ad69-633eabcdc40e" providerId="ADAL" clId="{A6A9F2AA-AE90-4347-A125-C49970850E5D}" dt="2024-08-09T20:02:56.313" v="17561"/>
          <ac:spMkLst>
            <pc:docMk/>
            <pc:sldMk cId="700170307" sldId="294"/>
            <ac:spMk id="2" creationId="{D9D58401-6A73-1877-216A-3BE277CDAE4A}"/>
          </ac:spMkLst>
        </pc:spChg>
        <pc:spChg chg="mod">
          <ac:chgData name="Randall Hunt" userId="4c55b6c8-20fa-4fc5-ad69-633eabcdc40e" providerId="ADAL" clId="{A6A9F2AA-AE90-4347-A125-C49970850E5D}" dt="2024-08-09T20:08:29.128" v="17968" actId="20577"/>
          <ac:spMkLst>
            <pc:docMk/>
            <pc:sldMk cId="700170307" sldId="294"/>
            <ac:spMk id="3" creationId="{78478B70-9D83-E151-AFD9-A06EFE52FD81}"/>
          </ac:spMkLst>
        </pc:spChg>
        <pc:picChg chg="add mod">
          <ac:chgData name="Randall Hunt" userId="4c55b6c8-20fa-4fc5-ad69-633eabcdc40e" providerId="ADAL" clId="{A6A9F2AA-AE90-4347-A125-C49970850E5D}" dt="2024-08-09T20:06:53.978" v="17742" actId="1076"/>
          <ac:picMkLst>
            <pc:docMk/>
            <pc:sldMk cId="700170307" sldId="294"/>
            <ac:picMk id="5" creationId="{3DF8B58C-2F5C-4CB6-CCD7-C958CA62383A}"/>
          </ac:picMkLst>
        </pc:picChg>
      </pc:sldChg>
      <pc:sldChg chg="modSp new mod">
        <pc:chgData name="Randall Hunt" userId="4c55b6c8-20fa-4fc5-ad69-633eabcdc40e" providerId="ADAL" clId="{A6A9F2AA-AE90-4347-A125-C49970850E5D}" dt="2024-08-09T20:43:26.979" v="18588" actId="14100"/>
        <pc:sldMkLst>
          <pc:docMk/>
          <pc:sldMk cId="4036412707" sldId="295"/>
        </pc:sldMkLst>
        <pc:spChg chg="mod">
          <ac:chgData name="Randall Hunt" userId="4c55b6c8-20fa-4fc5-ad69-633eabcdc40e" providerId="ADAL" clId="{A6A9F2AA-AE90-4347-A125-C49970850E5D}" dt="2024-08-09T20:41:39.603" v="18032"/>
          <ac:spMkLst>
            <pc:docMk/>
            <pc:sldMk cId="4036412707" sldId="295"/>
            <ac:spMk id="2" creationId="{B51A57AE-C308-562E-B76E-D9EC1686DCE3}"/>
          </ac:spMkLst>
        </pc:spChg>
        <pc:spChg chg="mod">
          <ac:chgData name="Randall Hunt" userId="4c55b6c8-20fa-4fc5-ad69-633eabcdc40e" providerId="ADAL" clId="{A6A9F2AA-AE90-4347-A125-C49970850E5D}" dt="2024-08-09T20:43:26.979" v="18588" actId="14100"/>
          <ac:spMkLst>
            <pc:docMk/>
            <pc:sldMk cId="4036412707" sldId="295"/>
            <ac:spMk id="3" creationId="{4AC5D938-341D-0D63-C94C-BD478915850B}"/>
          </ac:spMkLst>
        </pc:spChg>
      </pc:sldChg>
      <pc:sldChg chg="addSp modSp new mod">
        <pc:chgData name="Randall Hunt" userId="4c55b6c8-20fa-4fc5-ad69-633eabcdc40e" providerId="ADAL" clId="{A6A9F2AA-AE90-4347-A125-C49970850E5D}" dt="2024-08-09T20:59:20.020" v="19229" actId="33524"/>
        <pc:sldMkLst>
          <pc:docMk/>
          <pc:sldMk cId="1239927080" sldId="296"/>
        </pc:sldMkLst>
        <pc:spChg chg="mod">
          <ac:chgData name="Randall Hunt" userId="4c55b6c8-20fa-4fc5-ad69-633eabcdc40e" providerId="ADAL" clId="{A6A9F2AA-AE90-4347-A125-C49970850E5D}" dt="2024-08-09T20:54:15.877" v="18636" actId="20577"/>
          <ac:spMkLst>
            <pc:docMk/>
            <pc:sldMk cId="1239927080" sldId="296"/>
            <ac:spMk id="2" creationId="{A9AFA214-042C-EAF2-3725-4689F450B680}"/>
          </ac:spMkLst>
        </pc:spChg>
        <pc:spChg chg="mod">
          <ac:chgData name="Randall Hunt" userId="4c55b6c8-20fa-4fc5-ad69-633eabcdc40e" providerId="ADAL" clId="{A6A9F2AA-AE90-4347-A125-C49970850E5D}" dt="2024-08-09T20:59:20.020" v="19229" actId="33524"/>
          <ac:spMkLst>
            <pc:docMk/>
            <pc:sldMk cId="1239927080" sldId="296"/>
            <ac:spMk id="3" creationId="{FCD04B37-5267-9506-E4C6-174ED5D54F0A}"/>
          </ac:spMkLst>
        </pc:spChg>
        <pc:picChg chg="add mod">
          <ac:chgData name="Randall Hunt" userId="4c55b6c8-20fa-4fc5-ad69-633eabcdc40e" providerId="ADAL" clId="{A6A9F2AA-AE90-4347-A125-C49970850E5D}" dt="2024-08-09T20:56:59.781" v="19228" actId="1076"/>
          <ac:picMkLst>
            <pc:docMk/>
            <pc:sldMk cId="1239927080" sldId="296"/>
            <ac:picMk id="5" creationId="{E9F8E011-9A10-C45A-E813-0A9DB4B59911}"/>
          </ac:picMkLst>
        </pc:picChg>
      </pc:sldChg>
    </pc:docChg>
  </pc:docChgLst>
</pc:chgInfo>
</file>

<file path=ppt/comments/modernComment_10D_D28F35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3361CD-EAED-48AE-8213-32ACDDD8D565}" authorId="{F8FCC031-81A3-B21B-57EB-22115A932BF2}" created="2024-08-05T20:49:04.7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32600613" sldId="269"/>
      <ac:spMk id="3" creationId="{A37D851C-A76E-6FBD-BCBB-DA4EDCECD028}"/>
    </ac:deMkLst>
    <p188:txBody>
      <a:bodyPr/>
      <a:lstStyle/>
      <a:p>
        <a:r>
          <a:rPr lang="en-US"/>
          <a:t>Important: when linking to an AD or LDAP service you can no longer manage users or groups using the UserManager tool or the web administrative dashboard. </a:t>
        </a:r>
      </a:p>
    </p188:txBody>
  </p188:cm>
  <p188:cm id="{12599B6F-4D6C-4EC5-8F2E-188449E3A037}" authorId="{F8FCC031-81A3-B21B-57EB-22115A932BF2}" created="2024-08-05T20:51:18.4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32600613" sldId="269"/>
      <ac:spMk id="3" creationId="{A37D851C-A76E-6FBD-BCBB-DA4EDCECD028}"/>
    </ac:deMkLst>
    <p188:txBody>
      <a:bodyPr/>
      <a:lstStyle/>
      <a:p>
        <a:r>
          <a:rPr lang="en-US"/>
          <a:t>AD = Active Directory
Provides a database and services for identity and access management.  
LDAP = Lightweight Directory Access Protocol.
Interface for communicating with directory services, such as AD.</a:t>
        </a:r>
      </a:p>
    </p188:txBody>
  </p188:cm>
  <p188:cm id="{FAA939FB-8B6C-49DC-8A32-22F2D88464CF}" authorId="{F8FCC031-81A3-B21B-57EB-22115A932BF2}" created="2024-08-06T12:28:17.022">
    <pc:sldMkLst xmlns:pc="http://schemas.microsoft.com/office/powerpoint/2013/main/command">
      <pc:docMk/>
      <pc:sldMk cId="3532600613" sldId="269"/>
    </pc:sldMkLst>
    <p188:txBody>
      <a:bodyPr/>
      <a:lstStyle/>
      <a:p>
        <a:r>
          <a:rPr lang="en-US"/>
          <a:t>One of the advantages of using either AD or LDAP is that you can have centralized management of users and groups. The trade-off is setup difficulty. </a:t>
        </a:r>
      </a:p>
    </p188:txBody>
  </p188:cm>
</p188:cmLst>
</file>

<file path=ppt/comments/modernComment_10E_268AD6F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5FCE73-43E6-4666-8280-7FE1A23C2747}" authorId="{F8FCC031-81A3-B21B-57EB-22115A932BF2}" created="2024-08-08T12:10:26.23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46633214" sldId="270"/>
      <ac:picMk id="5" creationId="{2D1E9652-CA5E-3185-2822-29FD75DAFF9A}"/>
    </ac:deMkLst>
    <p188:txBody>
      <a:bodyPr/>
      <a:lstStyle/>
      <a:p>
        <a:r>
          <a:rPr lang="en-US"/>
          <a:t>You can also do this on a standard boot ISO, is does not have to be a server ISO.</a:t>
        </a:r>
      </a:p>
    </p188:txBody>
  </p188:cm>
</p188:cmLst>
</file>

<file path=ppt/comments/modernComment_100_B7FE8F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9215E4-DF03-4A8C-9324-21BDE71F6582}" authorId="{F8FCC031-81A3-B21B-57EB-22115A932BF2}" created="2024-08-08T11:53:10.893">
    <pc:sldMkLst xmlns:pc="http://schemas.microsoft.com/office/powerpoint/2013/main/command">
      <pc:docMk/>
      <pc:sldMk cId="3086913408" sldId="256"/>
    </pc:sldMkLst>
    <p188:txBody>
      <a:bodyPr/>
      <a:lstStyle/>
      <a:p>
        <a:r>
          <a:rPr lang="en-US"/>
          <a:t>Pronounced: L-DAP</a:t>
        </a:r>
      </a:p>
    </p188:txBody>
  </p188:cm>
</p188:cmLst>
</file>

<file path=ppt/comments/modernComment_116_BBF238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4EFC359-CE3D-4A26-A9F5-039E2C77C750}" authorId="{F8FCC031-81A3-B21B-57EB-22115A932BF2}" created="2024-08-08T13:33:18.5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53213608" sldId="278"/>
      <ac:spMk id="2" creationId="{3633C19C-CBD8-F452-80F6-A07649C0222B}"/>
    </ac:deMkLst>
    <p188:txBody>
      <a:bodyPr/>
      <a:lstStyle/>
      <a:p>
        <a:r>
          <a:rPr lang="en-US"/>
          <a:t>We need to import these schemas to provide a more robust foundation for our directories:</a:t>
        </a:r>
      </a:p>
    </p188:txBody>
  </p188:cm>
</p188:cmLst>
</file>

<file path=ppt/comments/modernComment_117_9FB6995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C8C26C-01E9-4901-8100-6766CF6D0976}" authorId="{F8FCC031-81A3-B21B-57EB-22115A932BF2}" created="2024-08-09T18:52:28.0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79544150" sldId="279"/>
      <ac:spMk id="3" creationId="{E294E1F4-3844-DF9B-B9C9-D0ED8881ED08}"/>
    </ac:deMkLst>
    <p188:txBody>
      <a:bodyPr/>
      <a:lstStyle/>
      <a:p>
        <a:r>
          <a:rPr lang="en-US"/>
          <a:t>You can use any text editor of your choice, to install vim: sudo apt install vim </a:t>
        </a:r>
      </a:p>
    </p188:txBody>
  </p188:cm>
</p188:cmLst>
</file>

<file path=ppt/comments/modernComment_126_29BBC04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FF994E-9BB3-4064-A0CC-00D6107EC97C}" authorId="{F8FCC031-81A3-B21B-57EB-22115A932BF2}" created="2024-08-09T20:08:04.1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00170307" sldId="294"/>
      <ac:spMk id="3" creationId="{78478B70-9D83-E151-AFD9-A06EFE52FD81}"/>
    </ac:deMkLst>
    <p188:txBody>
      <a:bodyPr/>
      <a:lstStyle/>
      <a:p>
        <a:r>
          <a:rPr lang="en-US"/>
          <a:t>Note the &lt;File/&gt; will pop up on restart and cause validate issues but its ok.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F5BAA-2CAE-4E80-B792-CF6AD7EA0931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74190-B15B-4D59-B99D-3E9988916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5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Disregard the &lt;File/&gt; line, this gets added back after restart. If you try to validate the file with that added back it will fail. </a:t>
            </a:r>
            <a:br>
              <a:rPr lang="en-US" sz="1800" dirty="0">
                <a:effectLst/>
                <a:latin typeface="Segoe UI" panose="020B0502040204020203" pitchFamily="34" charset="0"/>
              </a:rPr>
            </a:br>
            <a:br>
              <a:rPr lang="en-US" sz="1800" dirty="0">
                <a:effectLst/>
                <a:latin typeface="Segoe UI" panose="020B0502040204020203" pitchFamily="34" charset="0"/>
              </a:rPr>
            </a:br>
            <a:r>
              <a:rPr lang="en-US" sz="1800" dirty="0">
                <a:effectLst/>
                <a:latin typeface="Segoe UI" panose="020B0502040204020203" pitchFamily="34" charset="0"/>
              </a:rPr>
              <a:t>./validateConfig.sh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AD = Active Directory</a:t>
            </a:r>
            <a:br>
              <a:rPr lang="en-US" sz="1800" dirty="0">
                <a:effectLst/>
                <a:latin typeface="Segoe UI" panose="020B0502040204020203" pitchFamily="34" charset="0"/>
              </a:rPr>
            </a:br>
            <a:r>
              <a:rPr lang="en-US" sz="1800" dirty="0">
                <a:effectLst/>
                <a:latin typeface="Segoe UI" panose="020B0502040204020203" pitchFamily="34" charset="0"/>
              </a:rPr>
              <a:t>Provides a database and services for identity and access management. </a:t>
            </a:r>
            <a:br>
              <a:rPr lang="en-US" sz="1800" dirty="0">
                <a:effectLst/>
                <a:latin typeface="Segoe UI" panose="020B0502040204020203" pitchFamily="34" charset="0"/>
              </a:rPr>
            </a:br>
            <a:r>
              <a:rPr lang="en-US" sz="1800" dirty="0">
                <a:effectLst/>
                <a:latin typeface="Segoe UI" panose="020B0502040204020203" pitchFamily="34" charset="0"/>
              </a:rPr>
              <a:t>LDAP = Lightweight Directory Access Protocol.</a:t>
            </a:r>
            <a:br>
              <a:rPr lang="en-US" sz="1800" dirty="0">
                <a:effectLst/>
                <a:latin typeface="Segoe UI" panose="020B0502040204020203" pitchFamily="34" charset="0"/>
              </a:rPr>
            </a:br>
            <a:r>
              <a:rPr lang="en-US" sz="1800" dirty="0">
                <a:effectLst/>
                <a:latin typeface="Segoe UI" panose="020B0502040204020203" pitchFamily="34" charset="0"/>
              </a:rPr>
              <a:t>Interface for communicating with directory services, such as AD.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r>
              <a:rPr lang="en-US" dirty="0"/>
              <a:t>#</a:t>
            </a:r>
            <a:r>
              <a:rPr lang="en-US" sz="1800" dirty="0">
                <a:effectLst/>
                <a:latin typeface="Segoe UI" panose="020B0502040204020203" pitchFamily="34" charset="0"/>
              </a:rPr>
              <a:t>One of the advantages of using either AD or LDAP is that you can have centralized management of users and groups. The trade-off is setup difficulty.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74190-B15B-4D59-B99D-3E9988916A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82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You can also do this on a standard boot ISO, is does not have to be a server 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74190-B15B-4D59-B99D-3E9988916A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We need to import these schemas to provide a more robust foundation for our directories: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74190-B15B-4D59-B99D-3E9988916A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9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You can use any text editor of your choice, to install vim: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sudo</a:t>
            </a:r>
            <a:r>
              <a:rPr lang="en-US" sz="1800" dirty="0">
                <a:effectLst/>
                <a:latin typeface="Segoe UI" panose="020B0502040204020203" pitchFamily="34" charset="0"/>
              </a:rPr>
              <a:t> apt install vim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74190-B15B-4D59-B99D-3E9988916A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3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# </a:t>
            </a:r>
            <a:r>
              <a:rPr lang="en-US" sz="1800">
                <a:effectLst/>
                <a:latin typeface="Segoe UI" panose="020B0502040204020203" pitchFamily="34" charset="0"/>
              </a:rPr>
              <a:t>Note the &lt;File/&gt; will pop up on restart and cause validate issues but its ok.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874190-B15B-4D59-B99D-3E9988916A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01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0C96-1B6C-103D-190E-B122CB753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5E34A-52B5-0C50-0BF4-A56F7067F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50207-49B5-A376-B23C-328EAE7C8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5B89C-340A-EA93-7AF6-1AAD6AB4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1EAEB-481C-D587-5534-7AA08C33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32A4-AB41-2351-5E79-325AF97D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A4CFB-0847-49F8-9445-7D096A61F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6622B-9EDA-E577-1DAD-A79733F3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344D8-0349-0729-F3A4-D039CC50E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6661A-330F-420D-0198-FEE2B2F2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7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B8DB-C437-4AD9-A84A-9D3EF505C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85A76-9C34-6962-1A1C-AFD951D5C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F3139-AAC4-251C-DDD4-92C6EB9D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33A70-C532-A8D9-2C0B-66E12CBA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CBD63-C409-0A8D-BDD6-3D0AADEA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44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B8A5-2EB3-A5AF-197F-E172D048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B7223-0D87-8994-6E18-C6D8DD03A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56D7F-E0D7-2744-82C2-CAD1F6E8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B4CF3-5412-B07D-7F85-612B7ACD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5A286-FE95-EAD0-5896-0ECAD209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10BD4-3CB2-24BB-8301-A187E6A8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0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79E8-B2B5-E4C0-4186-2E988432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2B5AC-7D48-65C2-C6AC-3A3846E24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91394-11D7-DBC4-65CC-8859B66CC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40D66-96A8-5B24-2255-8E90646E8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D320F-C704-7E15-D009-C741D87FD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16F941-D9E3-40C6-CAF1-794FDE81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C5C43-E7F8-18F0-56F1-74E7EE61F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E2017-4731-DAF8-ACC1-1D717C50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2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721A-E48E-5F04-24D5-526F138B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DBD38-F950-B72C-D3E1-E8435247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20CBC-6737-5FD3-1013-1C5AADA6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978AC-4B96-F5C5-CBCC-6D2FF058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28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036C0-ECE4-B347-E62A-D3843D0BA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5D1A2-BD7E-95A6-D93B-47249ED6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453E2-33C4-C6E5-B0AC-9164741B6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4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3F71-F15B-00DF-327F-FADC4408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03174-D4E6-9CCE-949A-379640D05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44A17-191A-3C3C-6C73-66C366345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66837-1501-3C7E-A6E0-4503451B2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667C8-C6CE-75A6-A8E4-51225E62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D4494-AD1B-1983-0E35-72D80AB5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2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80D5-EE08-79AA-C3A1-C9A22754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A2556-CD8C-B62B-8C4A-7A2D87DCF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1E75-1D44-E519-B107-1B82EB041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590AA-FD19-6301-EA8F-717CD43F7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8B934-FA68-C935-5EF5-AE3EFC9F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C8A8-E576-99A8-36BC-990E0BF0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9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2221-AC4C-BA00-F78C-D824A3F4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51F64-6B52-34E5-8D21-3810E3D9E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FFB7-4468-3C43-A318-833BCB416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CC075-7EED-8186-64D5-8A1238B69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57376-580F-B081-C8C2-65F3FDFE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6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3D380-F026-8BE9-D16D-4E6602851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6A55F-D1DD-D763-E785-8BA082CF1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B2AE8-1A24-E52D-7EFA-E39C6677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1EE92-E343-AE1C-3BA1-BF2C759A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F979D-C84D-8F0F-41AA-16C9A1A4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4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46947-1A60-A9E0-6C96-B5DF4A61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70196-365F-F0A7-9F70-E314D74D2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829AD-5E1C-1422-8A8A-5C19DDD7C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F2373-E995-463B-8901-1D5D420FD0AF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F9AEC-67D5-4786-8F5C-4E0622325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107A6-6EF1-9266-C0A7-6E387FD8B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DE0C8-E0F3-4AFE-8CFE-4312C0E3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B7FE8F80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D28F352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268AD6FE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ubuntu.com/download/desktop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BBF238A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9FB6995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irectory.apache.org/studio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6_29BBC04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192.168.1.115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operating-systems/oracle-linux/6/admin/ldap-addusers-group.html" TargetMode="External"/><Relationship Id="rId2" Type="http://schemas.openxmlformats.org/officeDocument/2006/relationships/hyperlink" Target="https://www.golinuxcloud.com/install-and-configure-openldap-on-ubuntu-step-by-ste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2201-5171-D7DE-4E2E-DE43B9C1D1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 Server - AD/LDAP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49C17-E2B8-D621-C2EC-F835E00B09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You should have a TAK Server fully stood up to proceed. </a:t>
            </a:r>
          </a:p>
        </p:txBody>
      </p:sp>
    </p:spTree>
    <p:extLst>
      <p:ext uri="{BB962C8B-B14F-4D97-AF65-F5344CB8AC3E}">
        <p14:creationId xmlns:p14="http://schemas.microsoft.com/office/powerpoint/2010/main" val="30869134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191E-CFCE-94AF-38C2-711F68283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AD/LDAP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851C-A76E-6FBD-BCBB-DA4EDCECD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Generally, with either AD or LDAP domains you have an established certificate authority and then an authentication method, either a CAC (common access card)/token or username and password.</a:t>
            </a:r>
          </a:p>
          <a:p>
            <a:r>
              <a:rPr lang="en-US" dirty="0"/>
              <a:t>(Required) - Create a TAK service account to allow the server to query information from the AD/LDAP domain. </a:t>
            </a:r>
          </a:p>
          <a:p>
            <a:r>
              <a:rPr lang="en-US" dirty="0"/>
              <a:t>(Recommended) - Create a certificate signing request and recreating the java and pkcs12 trust stores to have our server signed by the domain issuing authority.</a:t>
            </a:r>
          </a:p>
          <a:p>
            <a:r>
              <a:rPr lang="en-US" dirty="0"/>
              <a:t>(Optional) - Configure certificate autoenrollment using AD (Active Directory) Certificate Services. </a:t>
            </a:r>
          </a:p>
        </p:txBody>
      </p:sp>
    </p:spTree>
    <p:extLst>
      <p:ext uri="{BB962C8B-B14F-4D97-AF65-F5344CB8AC3E}">
        <p14:creationId xmlns:p14="http://schemas.microsoft.com/office/powerpoint/2010/main" val="35326006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D28D0-7036-8179-338E-89049DF12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AD/LDAP Integration - LDAP Server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696BA-FC66-FFA6-6F84-FE1F90136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Ubuntu (or your choice of OS).</a:t>
            </a:r>
          </a:p>
          <a:p>
            <a:pPr lvl="1"/>
            <a:r>
              <a:rPr lang="en-US" dirty="0"/>
              <a:t>Download your choice of OS boot iso. </a:t>
            </a:r>
          </a:p>
          <a:p>
            <a:pPr lvl="1"/>
            <a:r>
              <a:rPr lang="en-US" dirty="0">
                <a:hlinkClick r:id="rId4"/>
              </a:rPr>
              <a:t>https://ubuntu.com/download/desktop</a:t>
            </a:r>
            <a:endParaRPr lang="en-US" dirty="0"/>
          </a:p>
          <a:p>
            <a:pPr lvl="1"/>
            <a:r>
              <a:rPr lang="en-US" dirty="0"/>
              <a:t>Within Oracle Virtual Machine select “New”</a:t>
            </a:r>
          </a:p>
          <a:p>
            <a:pPr lvl="1"/>
            <a:r>
              <a:rPr lang="en-US" dirty="0"/>
              <a:t>Fill in the appropriate fields: </a:t>
            </a:r>
          </a:p>
          <a:p>
            <a:pPr lvl="2"/>
            <a:r>
              <a:rPr lang="en-US" dirty="0"/>
              <a:t>Name: &lt;name your server&gt;</a:t>
            </a:r>
          </a:p>
          <a:p>
            <a:pPr lvl="2"/>
            <a:r>
              <a:rPr lang="en-US" dirty="0"/>
              <a:t>Folder: &lt;change location if needed&gt;</a:t>
            </a:r>
          </a:p>
          <a:p>
            <a:pPr lvl="2"/>
            <a:r>
              <a:rPr lang="en-US" dirty="0"/>
              <a:t>ISO Image: &lt;select the downloaded image&gt;</a:t>
            </a:r>
          </a:p>
          <a:p>
            <a:pPr lvl="2"/>
            <a:r>
              <a:rPr lang="en-US" dirty="0"/>
              <a:t>Select “Next”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E9652-CA5E-3185-2822-29FD75DAF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999" y="3886251"/>
            <a:ext cx="4373612" cy="242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332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5C9D-21F2-5413-B713-E0AA273C8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AD/LDAP Integration - LDAP Server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59EE0-7130-8768-E2D1-7417477E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916"/>
            <a:ext cx="10515600" cy="4351338"/>
          </a:xfrm>
        </p:spPr>
        <p:txBody>
          <a:bodyPr/>
          <a:lstStyle/>
          <a:p>
            <a:r>
              <a:rPr lang="en-US" dirty="0"/>
              <a:t>Here you can change the username and password to whatever you’d like:</a:t>
            </a:r>
          </a:p>
          <a:p>
            <a:pPr lvl="1"/>
            <a:r>
              <a:rPr lang="en-US" dirty="0"/>
              <a:t>Username: admin </a:t>
            </a:r>
          </a:p>
          <a:p>
            <a:pPr lvl="1"/>
            <a:r>
              <a:rPr lang="en-US" dirty="0"/>
              <a:t>Password: password</a:t>
            </a:r>
          </a:p>
          <a:p>
            <a:r>
              <a:rPr lang="en-US" dirty="0"/>
              <a:t>You can also change the name of the host, and the domain name is you desire. </a:t>
            </a:r>
          </a:p>
          <a:p>
            <a:r>
              <a:rPr lang="en-US" dirty="0"/>
              <a:t>When done select “Next”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54F53-F0BD-D1BB-5280-BADCC588D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253" y="4011585"/>
            <a:ext cx="4443535" cy="248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3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CA23-2C41-91EB-E13F-360F84E0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AD/LDAP Integration - LDAP Server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DFDDD-1FD2-3832-3681-0431A4E8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Allocate the desired memory and CPU cores:</a:t>
            </a:r>
          </a:p>
          <a:p>
            <a:r>
              <a:rPr lang="en-US" dirty="0"/>
              <a:t>Ensure there is enough memory allocated</a:t>
            </a:r>
            <a:br>
              <a:rPr lang="en-US" dirty="0"/>
            </a:br>
            <a:r>
              <a:rPr lang="en-US" dirty="0"/>
              <a:t>to the disk: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Select “Finish”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64892B-0450-81BB-FB2D-1F0812D7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320" y="1449185"/>
            <a:ext cx="3694254" cy="2054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0E05A3-A95B-8237-4211-49764785C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296" y="2634597"/>
            <a:ext cx="3888825" cy="2151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267C92-70D8-406F-B253-A4256054A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678" y="4120072"/>
            <a:ext cx="4241009" cy="237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24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AA6A-CE15-58B8-3A8E-3FA705D77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AD/LDAP Integration - User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952F2-23C8-E62E-E833-4FF9B0912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10"/>
            <a:ext cx="10515600" cy="4675695"/>
          </a:xfrm>
        </p:spPr>
        <p:txBody>
          <a:bodyPr>
            <a:normAutofit/>
          </a:bodyPr>
          <a:lstStyle/>
          <a:p>
            <a:r>
              <a:rPr lang="en-US" dirty="0"/>
              <a:t>Walk through the setup process for the OS.</a:t>
            </a:r>
          </a:p>
          <a:p>
            <a:r>
              <a:rPr lang="en-US" dirty="0"/>
              <a:t>Once loaded, login. </a:t>
            </a:r>
          </a:p>
          <a:p>
            <a:pPr lvl="1"/>
            <a:r>
              <a:rPr lang="en-US" dirty="0"/>
              <a:t>If using Ubuntu provided above following these instructions:</a:t>
            </a:r>
          </a:p>
          <a:p>
            <a:pPr lvl="2"/>
            <a:r>
              <a:rPr lang="en-US" dirty="0"/>
              <a:t>Open a terminal and try using </a:t>
            </a:r>
            <a:r>
              <a:rPr lang="en-US" dirty="0" err="1"/>
              <a:t>sudo</a:t>
            </a:r>
            <a:r>
              <a:rPr lang="en-US" dirty="0"/>
              <a:t>: </a:t>
            </a:r>
            <a:r>
              <a:rPr lang="en-US" dirty="0" err="1"/>
              <a:t>sudo</a:t>
            </a:r>
            <a:r>
              <a:rPr lang="en-US" dirty="0"/>
              <a:t> apt-get update</a:t>
            </a:r>
          </a:p>
          <a:p>
            <a:pPr lvl="3"/>
            <a:r>
              <a:rPr lang="en-US" dirty="0"/>
              <a:t>If you get an error saying “the user is not in the </a:t>
            </a:r>
            <a:r>
              <a:rPr lang="en-US" dirty="0" err="1"/>
              <a:t>sudoers</a:t>
            </a:r>
            <a:r>
              <a:rPr lang="en-US" dirty="0"/>
              <a:t> file” do the following:</a:t>
            </a:r>
          </a:p>
          <a:p>
            <a:pPr lvl="4"/>
            <a:r>
              <a:rPr lang="en-US" dirty="0"/>
              <a:t>Enter root user: </a:t>
            </a:r>
          </a:p>
          <a:p>
            <a:pPr lvl="5"/>
            <a:r>
              <a:rPr lang="en-US" dirty="0" err="1"/>
              <a:t>su</a:t>
            </a:r>
            <a:r>
              <a:rPr lang="en-US" dirty="0"/>
              <a:t> - </a:t>
            </a:r>
          </a:p>
          <a:p>
            <a:pPr lvl="5"/>
            <a:r>
              <a:rPr lang="en-US" dirty="0"/>
              <a:t>enter your password</a:t>
            </a:r>
          </a:p>
          <a:p>
            <a:pPr lvl="5"/>
            <a:r>
              <a:rPr lang="en-US" dirty="0"/>
              <a:t>promote the user:</a:t>
            </a:r>
          </a:p>
          <a:p>
            <a:pPr lvl="6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adduser</a:t>
            </a:r>
            <a:r>
              <a:rPr lang="en-US" dirty="0"/>
              <a:t> &lt;username&gt; </a:t>
            </a:r>
            <a:r>
              <a:rPr lang="en-US" dirty="0" err="1"/>
              <a:t>sudo</a:t>
            </a:r>
            <a:endParaRPr lang="en-US" dirty="0"/>
          </a:p>
          <a:p>
            <a:pPr lvl="5"/>
            <a:r>
              <a:rPr lang="en-US" dirty="0"/>
              <a:t>switch back to the user:</a:t>
            </a:r>
          </a:p>
          <a:p>
            <a:pPr lvl="6"/>
            <a:r>
              <a:rPr lang="en-US" dirty="0" err="1"/>
              <a:t>su</a:t>
            </a:r>
            <a:r>
              <a:rPr lang="en-US" dirty="0"/>
              <a:t> &lt;username&gt;</a:t>
            </a:r>
          </a:p>
          <a:p>
            <a:pPr lvl="6"/>
            <a:endParaRPr lang="en-US" dirty="0"/>
          </a:p>
          <a:p>
            <a:pPr lvl="5"/>
            <a:endParaRPr lang="en-US" dirty="0"/>
          </a:p>
          <a:p>
            <a:pPr lvl="5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EC1FF2-B33F-6E69-D87A-7FB9D1B66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086" y="4062952"/>
            <a:ext cx="4426074" cy="251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6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9E03-5CD3-5C25-7B51-069B568E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AD/LDAP Integration -Network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F7F08-0D01-9190-25C6-48BB658D8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off the server.</a:t>
            </a:r>
          </a:p>
          <a:p>
            <a:r>
              <a:rPr lang="en-US" dirty="0"/>
              <a:t>In the VM go to the server’s settings:</a:t>
            </a:r>
          </a:p>
          <a:p>
            <a:pPr lvl="1"/>
            <a:r>
              <a:rPr lang="en-US" dirty="0"/>
              <a:t>Display - &gt; Remote Display: </a:t>
            </a:r>
          </a:p>
          <a:p>
            <a:pPr lvl="2"/>
            <a:r>
              <a:rPr lang="en-US" dirty="0"/>
              <a:t>Enable “Enable Server” </a:t>
            </a:r>
          </a:p>
          <a:p>
            <a:pPr lvl="2"/>
            <a:r>
              <a:rPr lang="en-US" dirty="0"/>
              <a:t>Enable “Allow Multiple Connections”</a:t>
            </a:r>
          </a:p>
          <a:p>
            <a:pPr lvl="1"/>
            <a:r>
              <a:rPr lang="en-US" dirty="0"/>
              <a:t>Network -&gt; Adapter 2:</a:t>
            </a:r>
          </a:p>
          <a:p>
            <a:pPr lvl="2"/>
            <a:r>
              <a:rPr lang="en-US" dirty="0"/>
              <a:t>Enable “Enable Network Adapter”</a:t>
            </a:r>
          </a:p>
          <a:p>
            <a:pPr lvl="2"/>
            <a:r>
              <a:rPr lang="en-US" dirty="0"/>
              <a:t>Attached to “Bridged Adapter”</a:t>
            </a:r>
          </a:p>
          <a:p>
            <a:pPr lvl="2"/>
            <a:r>
              <a:rPr lang="en-US" dirty="0"/>
              <a:t>Advanced: </a:t>
            </a:r>
          </a:p>
          <a:p>
            <a:pPr lvl="3"/>
            <a:r>
              <a:rPr lang="en-US" dirty="0"/>
              <a:t>Promiscuous Mode: Allow All</a:t>
            </a:r>
          </a:p>
          <a:p>
            <a:pPr lvl="1"/>
            <a:r>
              <a:rPr lang="en-US" dirty="0"/>
              <a:t>Select “ok” and start the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C773D2-B8C8-FDCA-1805-50FDD636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3" y="2055028"/>
            <a:ext cx="5358418" cy="443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72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9C075-8379-98F0-52F2-5F8B0586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AD/LDAP Integration - Network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0110-18F6-9BD7-E9F2-66EC7C336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Login and open terminal:</a:t>
            </a:r>
          </a:p>
          <a:p>
            <a:pPr lvl="1"/>
            <a:r>
              <a:rPr lang="en-US" dirty="0"/>
              <a:t>Install OpenSSH:</a:t>
            </a:r>
          </a:p>
          <a:p>
            <a:pPr lvl="2"/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openssh</a:t>
            </a:r>
            <a:r>
              <a:rPr lang="en-US" dirty="0"/>
              <a:t>-server -y</a:t>
            </a:r>
          </a:p>
          <a:p>
            <a:pPr lvl="2"/>
            <a:r>
              <a:rPr lang="en-US" dirty="0"/>
              <a:t>Install network tools: </a:t>
            </a:r>
          </a:p>
          <a:p>
            <a:pPr lvl="3"/>
            <a:r>
              <a:rPr lang="en-US" dirty="0" err="1"/>
              <a:t>sudo</a:t>
            </a:r>
            <a:r>
              <a:rPr lang="en-US" dirty="0"/>
              <a:t> apt install net-tools</a:t>
            </a:r>
          </a:p>
          <a:p>
            <a:pPr lvl="2"/>
            <a:r>
              <a:rPr lang="en-US" dirty="0"/>
              <a:t>You should now be able to ssh into the server from your host machine.</a:t>
            </a:r>
          </a:p>
          <a:p>
            <a:pPr lvl="3"/>
            <a:r>
              <a:rPr lang="en-US" dirty="0"/>
              <a:t>ssh &lt;username&gt;@&lt;IP address&gt; </a:t>
            </a:r>
          </a:p>
          <a:p>
            <a:pPr lvl="4"/>
            <a:r>
              <a:rPr lang="en-US" dirty="0"/>
              <a:t>Find the IP address with: </a:t>
            </a:r>
            <a:r>
              <a:rPr lang="en-US" dirty="0" err="1"/>
              <a:t>ifconfig</a:t>
            </a:r>
            <a:endParaRPr lang="en-US" dirty="0"/>
          </a:p>
          <a:p>
            <a:pPr lvl="4"/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AFB24-B2AA-2B12-0441-FAD2690FF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737" y="3933825"/>
            <a:ext cx="4196063" cy="290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357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59F8-C477-D040-1369-7C9093C6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AD/LDAP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BDBA6-BAA5-1F83-E079-6B49432B2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2"/>
            <a:ext cx="10515600" cy="517345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Update your system: 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 update </a:t>
            </a:r>
          </a:p>
          <a:p>
            <a:r>
              <a:rPr lang="en-US" dirty="0"/>
              <a:t>Install the </a:t>
            </a:r>
            <a:r>
              <a:rPr lang="en-US" dirty="0" err="1"/>
              <a:t>OpenLDAP</a:t>
            </a:r>
            <a:r>
              <a:rPr lang="en-US" dirty="0"/>
              <a:t> server and utilities: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slapd</a:t>
            </a:r>
            <a:r>
              <a:rPr lang="en-US" dirty="0"/>
              <a:t> </a:t>
            </a:r>
            <a:r>
              <a:rPr lang="en-US" dirty="0" err="1"/>
              <a:t>ldap</a:t>
            </a:r>
            <a:r>
              <a:rPr lang="en-US" dirty="0"/>
              <a:t>-utils -y</a:t>
            </a:r>
          </a:p>
          <a:p>
            <a:pPr lvl="2"/>
            <a:r>
              <a:rPr lang="en-US" dirty="0"/>
              <a:t>You will be prompted to enter a password:</a:t>
            </a:r>
          </a:p>
          <a:p>
            <a:pPr lvl="3"/>
            <a:r>
              <a:rPr lang="en-US" dirty="0"/>
              <a:t>Password1</a:t>
            </a:r>
          </a:p>
          <a:p>
            <a:r>
              <a:rPr lang="en-US" dirty="0"/>
              <a:t>Configure </a:t>
            </a:r>
            <a:r>
              <a:rPr lang="en-US" dirty="0" err="1"/>
              <a:t>OpenLDAP</a:t>
            </a:r>
            <a:endParaRPr lang="en-US" dirty="0"/>
          </a:p>
          <a:p>
            <a:pPr lvl="1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dpkg</a:t>
            </a:r>
            <a:r>
              <a:rPr lang="en-US" dirty="0"/>
              <a:t>-reconfigure </a:t>
            </a:r>
            <a:r>
              <a:rPr lang="en-US" dirty="0" err="1"/>
              <a:t>slapd</a:t>
            </a:r>
            <a:endParaRPr lang="en-US" dirty="0"/>
          </a:p>
          <a:p>
            <a:pPr lvl="2"/>
            <a:r>
              <a:rPr lang="en-US" dirty="0"/>
              <a:t>Omit </a:t>
            </a:r>
            <a:r>
              <a:rPr lang="en-US" dirty="0" err="1"/>
              <a:t>OpenLDAP</a:t>
            </a:r>
            <a:r>
              <a:rPr lang="en-US" dirty="0"/>
              <a:t> server Configuration: No</a:t>
            </a:r>
          </a:p>
          <a:p>
            <a:pPr lvl="2"/>
            <a:r>
              <a:rPr lang="en-US" dirty="0"/>
              <a:t>DNS Domain Name: tak.gov</a:t>
            </a:r>
          </a:p>
          <a:p>
            <a:pPr lvl="2"/>
            <a:r>
              <a:rPr lang="en-US" dirty="0"/>
              <a:t>Organization Name: Test.tak.gov</a:t>
            </a:r>
          </a:p>
          <a:p>
            <a:pPr lvl="2"/>
            <a:r>
              <a:rPr lang="en-US" dirty="0"/>
              <a:t>Password: Password1</a:t>
            </a:r>
          </a:p>
          <a:p>
            <a:pPr lvl="2"/>
            <a:r>
              <a:rPr lang="en-US" dirty="0"/>
              <a:t>Re-Enter Password: Password1</a:t>
            </a:r>
          </a:p>
          <a:p>
            <a:pPr lvl="2"/>
            <a:r>
              <a:rPr lang="en-US" dirty="0"/>
              <a:t>Remove Database when </a:t>
            </a:r>
            <a:r>
              <a:rPr lang="en-US" dirty="0" err="1"/>
              <a:t>slapd</a:t>
            </a:r>
            <a:r>
              <a:rPr lang="en-US" dirty="0"/>
              <a:t> is purged: NO</a:t>
            </a:r>
          </a:p>
          <a:p>
            <a:pPr lvl="2"/>
            <a:r>
              <a:rPr lang="en-US" dirty="0"/>
              <a:t>Move old data: Yes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6E49D-7EF8-1D35-217C-69C93EFD1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931" y="2644509"/>
            <a:ext cx="5455839" cy="1896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CC510B-8928-0018-C66F-258691A7F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493" y="4589622"/>
            <a:ext cx="5796507" cy="118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62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8BE4-FE32-90B7-8BD3-17975A5F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BF87-BF26-030E-BBDD-3E7752C12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Check the status: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status </a:t>
            </a:r>
            <a:r>
              <a:rPr lang="en-US" dirty="0" err="1"/>
              <a:t>slapd</a:t>
            </a:r>
            <a:endParaRPr lang="en-US" dirty="0"/>
          </a:p>
          <a:p>
            <a:r>
              <a:rPr lang="en-US" dirty="0"/>
              <a:t>If the service is not running, start it: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slapd</a:t>
            </a:r>
            <a:endParaRPr lang="en-US" dirty="0"/>
          </a:p>
          <a:p>
            <a:r>
              <a:rPr lang="en-US" dirty="0"/>
              <a:t>To restart the service: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restart </a:t>
            </a:r>
            <a:r>
              <a:rPr lang="en-US" dirty="0" err="1"/>
              <a:t>slapd</a:t>
            </a:r>
            <a:endParaRPr lang="en-US" dirty="0"/>
          </a:p>
          <a:p>
            <a:r>
              <a:rPr lang="en-US" dirty="0"/>
              <a:t>To see the current backend configuration: 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ldapsearch</a:t>
            </a:r>
            <a:r>
              <a:rPr lang="en-US" dirty="0"/>
              <a:t> -Q -LLL -Y EXTERNAL -H ldapi:/// -b cn=config </a:t>
            </a:r>
            <a:r>
              <a:rPr lang="en-US" dirty="0" err="1"/>
              <a:t>dn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BDDC2-3D2D-3EE9-A296-64806D93E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91" y="1640748"/>
            <a:ext cx="5608109" cy="275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93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C19C-CBD8-F452-80F6-A07649C0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100"/>
            <a:ext cx="10515600" cy="1325563"/>
          </a:xfrm>
        </p:spPr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586ED-7924-A424-D552-ECD85CCA5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1446663"/>
            <a:ext cx="11436823" cy="51615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Search for the following schemas, if have them you don’t need add them again: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ldapsearch</a:t>
            </a:r>
            <a:r>
              <a:rPr lang="en-US" b="1" dirty="0"/>
              <a:t> -Q -LLL -Y EXTERNAL -H ldapi:/// -b cn=</a:t>
            </a:r>
            <a:r>
              <a:rPr lang="en-US" b="1" dirty="0" err="1"/>
              <a:t>schema,cn</a:t>
            </a:r>
            <a:r>
              <a:rPr lang="en-US" b="1" dirty="0"/>
              <a:t>=config </a:t>
            </a:r>
            <a:r>
              <a:rPr lang="en-US" b="1" dirty="0" err="1"/>
              <a:t>dn</a:t>
            </a:r>
            <a:endParaRPr lang="en-US" b="1" dirty="0"/>
          </a:p>
          <a:p>
            <a:r>
              <a:rPr lang="en-US" dirty="0"/>
              <a:t>Import Additional Schemas: </a:t>
            </a:r>
          </a:p>
          <a:p>
            <a:pPr lvl="1"/>
            <a:r>
              <a:rPr lang="en-US" b="1" dirty="0" err="1"/>
              <a:t>core.ldif</a:t>
            </a:r>
            <a:r>
              <a:rPr lang="en-US" dirty="0"/>
              <a:t> defines the fundamental object classes and attributes that are required by LDAP directories. 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ldapadd</a:t>
            </a:r>
            <a:r>
              <a:rPr lang="en-US" b="1" dirty="0"/>
              <a:t> -Y EXTERNAL -H ldapi:/// -f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ldap</a:t>
            </a:r>
            <a:r>
              <a:rPr lang="en-US" b="1" dirty="0"/>
              <a:t>/schema/</a:t>
            </a:r>
            <a:r>
              <a:rPr lang="en-US" b="1" dirty="0" err="1"/>
              <a:t>core.ldif</a:t>
            </a:r>
            <a:endParaRPr lang="en-US" b="1" dirty="0"/>
          </a:p>
          <a:p>
            <a:pPr lvl="1"/>
            <a:r>
              <a:rPr lang="en-US" b="1" dirty="0" err="1"/>
              <a:t>cosine.ldif</a:t>
            </a:r>
            <a:r>
              <a:rPr lang="en-US" dirty="0"/>
              <a:t> includes additional object classes and attributes used for compatibility with x.500 directories.</a:t>
            </a:r>
            <a:endParaRPr lang="en-US" b="1" dirty="0"/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ldapadd</a:t>
            </a:r>
            <a:r>
              <a:rPr lang="en-US" b="1" dirty="0"/>
              <a:t> -Y EXTERNAL -H ldapi:/// -f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ldap</a:t>
            </a:r>
            <a:r>
              <a:rPr lang="en-US" b="1" dirty="0"/>
              <a:t>/schema/</a:t>
            </a:r>
            <a:r>
              <a:rPr lang="en-US" b="1" dirty="0" err="1"/>
              <a:t>cosine.ldif</a:t>
            </a:r>
            <a:endParaRPr lang="en-US" b="1" dirty="0"/>
          </a:p>
          <a:p>
            <a:pPr lvl="1"/>
            <a:r>
              <a:rPr lang="en-US" b="1" dirty="0" err="1"/>
              <a:t>nis.ldif</a:t>
            </a:r>
            <a:r>
              <a:rPr lang="en-US" b="1" dirty="0"/>
              <a:t> </a:t>
            </a:r>
            <a:r>
              <a:rPr lang="en-US" dirty="0"/>
              <a:t>extends the core schema with attributes and object classes used in Unix environments for presenting networked information. </a:t>
            </a:r>
            <a:endParaRPr lang="en-US" b="1" dirty="0"/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ldapadd</a:t>
            </a:r>
            <a:r>
              <a:rPr lang="en-US" b="1" dirty="0"/>
              <a:t> -Y EXTERNAL -H ldapi:/// -f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ldap</a:t>
            </a:r>
            <a:r>
              <a:rPr lang="en-US" b="1" dirty="0"/>
              <a:t>/schema/</a:t>
            </a:r>
            <a:r>
              <a:rPr lang="en-US" b="1" dirty="0" err="1"/>
              <a:t>nis.ldif</a:t>
            </a:r>
            <a:endParaRPr lang="en-US" b="1" dirty="0"/>
          </a:p>
          <a:p>
            <a:pPr lvl="1"/>
            <a:r>
              <a:rPr lang="en-US" b="1" dirty="0" err="1"/>
              <a:t>inetorgperson.ldif</a:t>
            </a:r>
            <a:r>
              <a:rPr lang="en-US" dirty="0"/>
              <a:t> extends the </a:t>
            </a:r>
            <a:r>
              <a:rPr lang="en-US" dirty="0" err="1"/>
              <a:t>organizationalPerson</a:t>
            </a:r>
            <a:r>
              <a:rPr lang="en-US" dirty="0"/>
              <a:t> object class with attributes that are commonly used for internet and organizational applications. </a:t>
            </a:r>
            <a:endParaRPr lang="en-US" b="1" dirty="0"/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ldapadd</a:t>
            </a:r>
            <a:r>
              <a:rPr lang="en-US" b="1" dirty="0"/>
              <a:t> -Y EXTERNAL -H ldapi:/// -f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ldap</a:t>
            </a:r>
            <a:r>
              <a:rPr lang="en-US" b="1" dirty="0"/>
              <a:t>/schema/</a:t>
            </a:r>
            <a:r>
              <a:rPr lang="en-US" b="1" dirty="0" err="1"/>
              <a:t>inetorgperson.ldif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532136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16D0-AB47-BF94-A0AB-F6DBCD408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4242"/>
          </a:xfrm>
        </p:spPr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4E1F4-3844-DF9B-B9C9-D0ED8881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35" y="1419368"/>
            <a:ext cx="10778765" cy="4757595"/>
          </a:xfrm>
        </p:spPr>
        <p:txBody>
          <a:bodyPr/>
          <a:lstStyle/>
          <a:p>
            <a:r>
              <a:rPr lang="en-US" dirty="0"/>
              <a:t>Add base schema and entries:</a:t>
            </a:r>
          </a:p>
          <a:p>
            <a:pPr lvl="1"/>
            <a:r>
              <a:rPr lang="en-US" dirty="0"/>
              <a:t>Create a LDIF file named </a:t>
            </a:r>
            <a:r>
              <a:rPr lang="en-US" dirty="0" err="1"/>
              <a:t>base.ldif</a:t>
            </a:r>
            <a:r>
              <a:rPr lang="en-US" dirty="0"/>
              <a:t> with the following content:</a:t>
            </a:r>
          </a:p>
          <a:p>
            <a:pPr lvl="2"/>
            <a:r>
              <a:rPr lang="en-US" dirty="0"/>
              <a:t>To create a file: </a:t>
            </a:r>
            <a:r>
              <a:rPr lang="en-US" b="1" dirty="0"/>
              <a:t>vim </a:t>
            </a:r>
            <a:r>
              <a:rPr lang="en-US" b="1" dirty="0" err="1"/>
              <a:t>base.ldif</a:t>
            </a:r>
            <a:endParaRPr lang="en-US" b="1" dirty="0"/>
          </a:p>
          <a:p>
            <a:pPr lvl="1"/>
            <a:r>
              <a:rPr lang="en-US" dirty="0"/>
              <a:t>Add the entries to the LDAP directory (replace tak.gov with your domain):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ldapadd</a:t>
            </a:r>
            <a:r>
              <a:rPr lang="en-US" b="1" dirty="0"/>
              <a:t> -x -D cn=admin,dc=</a:t>
            </a:r>
            <a:r>
              <a:rPr lang="en-US" b="1" dirty="0" err="1"/>
              <a:t>tak,dc</a:t>
            </a:r>
            <a:r>
              <a:rPr lang="en-US" b="1" dirty="0"/>
              <a:t>=gov -W -f </a:t>
            </a:r>
            <a:r>
              <a:rPr lang="en-US" b="1" dirty="0" err="1"/>
              <a:t>base.ldif</a:t>
            </a:r>
            <a:endParaRPr lang="en-US" b="1" dirty="0"/>
          </a:p>
          <a:p>
            <a:pPr lvl="1"/>
            <a:r>
              <a:rPr lang="en-US" dirty="0"/>
              <a:t>Verify the </a:t>
            </a:r>
            <a:r>
              <a:rPr lang="en-US" dirty="0" err="1"/>
              <a:t>entires</a:t>
            </a:r>
            <a:r>
              <a:rPr lang="en-US" dirty="0"/>
              <a:t>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ldapsearch</a:t>
            </a:r>
            <a:r>
              <a:rPr lang="en-US" b="1" dirty="0"/>
              <a:t> -x -LLL -b dc=</a:t>
            </a:r>
            <a:r>
              <a:rPr lang="en-US" b="1" dirty="0" err="1"/>
              <a:t>tak,dc</a:t>
            </a:r>
            <a:r>
              <a:rPr lang="en-US" b="1" dirty="0"/>
              <a:t>=gov ‘ou=People’ </a:t>
            </a:r>
            <a:r>
              <a:rPr lang="en-US" b="1" dirty="0" err="1"/>
              <a:t>dn</a:t>
            </a:r>
            <a:endParaRPr lang="en-US" b="1" dirty="0"/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ldapsearch</a:t>
            </a:r>
            <a:r>
              <a:rPr lang="en-US" b="1" dirty="0"/>
              <a:t> -x -LLL -b dc=</a:t>
            </a:r>
            <a:r>
              <a:rPr lang="en-US" b="1" dirty="0" err="1"/>
              <a:t>tak,dc</a:t>
            </a:r>
            <a:r>
              <a:rPr lang="en-US" b="1" dirty="0"/>
              <a:t>=gov ‘ou=Groups’ </a:t>
            </a:r>
            <a:r>
              <a:rPr lang="en-US" b="1" dirty="0" err="1"/>
              <a:t>dn</a:t>
            </a:r>
            <a:endParaRPr lang="en-US" b="1" dirty="0"/>
          </a:p>
          <a:p>
            <a:pPr lvl="1"/>
            <a:endParaRPr lang="en-US" b="1" dirty="0"/>
          </a:p>
          <a:p>
            <a:pPr lvl="2"/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2BB1B5-563F-84D6-3201-2377C73DD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998" y="1395484"/>
            <a:ext cx="2534004" cy="1181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AF4E1A-E434-9977-4B46-F72BF5F61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545" y="4591969"/>
            <a:ext cx="6182588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441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9D6BC-A322-347C-2FDF-1281159F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6C48-61AE-BB30-C201-550E1B509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606"/>
            <a:ext cx="10515600" cy="4884914"/>
          </a:xfrm>
        </p:spPr>
        <p:txBody>
          <a:bodyPr>
            <a:normAutofit/>
          </a:bodyPr>
          <a:lstStyle/>
          <a:p>
            <a:r>
              <a:rPr lang="en-US" dirty="0"/>
              <a:t>Change LDAP Administrator password:</a:t>
            </a:r>
          </a:p>
          <a:p>
            <a:pPr lvl="1"/>
            <a:r>
              <a:rPr lang="en-US" dirty="0"/>
              <a:t>Search the LDAP configuration database to see how the DN is configured: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ldapsearch</a:t>
            </a:r>
            <a:r>
              <a:rPr lang="en-US" b="1" dirty="0"/>
              <a:t> -Q -LLL -Y EXTERNAL -H ldapi:/// -b cn=config “(</a:t>
            </a:r>
            <a:r>
              <a:rPr lang="en-US" b="1" dirty="0" err="1"/>
              <a:t>olcRootDN</a:t>
            </a:r>
            <a:r>
              <a:rPr lang="en-US" b="1" dirty="0"/>
              <a:t>=*)” </a:t>
            </a:r>
            <a:r>
              <a:rPr lang="en-US" b="1" dirty="0" err="1"/>
              <a:t>olcRootDN</a:t>
            </a:r>
            <a:endParaRPr lang="en-US" b="1" dirty="0"/>
          </a:p>
          <a:p>
            <a:pPr lvl="1"/>
            <a:r>
              <a:rPr lang="en-US" dirty="0"/>
              <a:t>Generate a new hashed password: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slappasswd</a:t>
            </a:r>
            <a:endParaRPr lang="en-US" b="1" dirty="0"/>
          </a:p>
          <a:p>
            <a:pPr lvl="3"/>
            <a:r>
              <a:rPr lang="en-US" dirty="0"/>
              <a:t>Enter a password and when complete copy the generated SSHA password. </a:t>
            </a:r>
          </a:p>
          <a:p>
            <a:pPr lvl="1"/>
            <a:r>
              <a:rPr lang="en-US" dirty="0"/>
              <a:t>Create a new LDIF file named “</a:t>
            </a:r>
            <a:r>
              <a:rPr lang="en-US" dirty="0" err="1"/>
              <a:t>change_password.ldif</a:t>
            </a:r>
            <a:r>
              <a:rPr lang="en-US" dirty="0"/>
              <a:t>” with the following content:</a:t>
            </a:r>
          </a:p>
          <a:p>
            <a:pPr lvl="2"/>
            <a:r>
              <a:rPr lang="en-US" dirty="0"/>
              <a:t>Change the SSHA password to the one </a:t>
            </a:r>
            <a:br>
              <a:rPr lang="en-US" dirty="0"/>
            </a:br>
            <a:r>
              <a:rPr lang="en-US" dirty="0"/>
              <a:t>you generated.</a:t>
            </a:r>
          </a:p>
          <a:p>
            <a:pPr lvl="1"/>
            <a:r>
              <a:rPr lang="en-US" dirty="0"/>
              <a:t>Apply the LDIF file to change the password: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ldapmodify</a:t>
            </a:r>
            <a:r>
              <a:rPr lang="en-US" b="1" dirty="0"/>
              <a:t> -Q -Y EXTERNAL -H ldapi:/// -f </a:t>
            </a:r>
            <a:r>
              <a:rPr lang="en-US" b="1" dirty="0" err="1"/>
              <a:t>change_password.ldif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1CC3FE-08B8-B496-7725-D7EEAD157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317" y="2748342"/>
            <a:ext cx="2762636" cy="981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A5D6E0-3750-BFA2-CF41-290A2159A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387" y="4352727"/>
            <a:ext cx="4991413" cy="101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88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EC1F-B693-5FC2-13BD-8A93FAB1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F8704-3AE6-8031-6D12-564956AD3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4778469"/>
          </a:xfrm>
        </p:spPr>
        <p:txBody>
          <a:bodyPr/>
          <a:lstStyle/>
          <a:p>
            <a:r>
              <a:rPr lang="en-US" dirty="0"/>
              <a:t>Adding organizational units (OU)</a:t>
            </a:r>
          </a:p>
          <a:p>
            <a:pPr lvl="1"/>
            <a:r>
              <a:rPr lang="en-US" dirty="0"/>
              <a:t>Create a new LDIF file called </a:t>
            </a:r>
            <a:r>
              <a:rPr lang="en-US" dirty="0" err="1"/>
              <a:t>add_org_unit.ldif</a:t>
            </a:r>
            <a:endParaRPr lang="en-US" dirty="0"/>
          </a:p>
          <a:p>
            <a:pPr lvl="1"/>
            <a:r>
              <a:rPr lang="en-US" dirty="0"/>
              <a:t>Add the following to it: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Add the OU:</a:t>
            </a:r>
          </a:p>
          <a:p>
            <a:pPr lvl="2"/>
            <a:r>
              <a:rPr lang="en-US" b="1" dirty="0" err="1"/>
              <a:t>ldapadd</a:t>
            </a:r>
            <a:r>
              <a:rPr lang="en-US" b="1" dirty="0"/>
              <a:t> -x -D “cn=admin,dc=</a:t>
            </a:r>
            <a:r>
              <a:rPr lang="en-US" b="1" dirty="0" err="1"/>
              <a:t>tak,dc</a:t>
            </a:r>
            <a:r>
              <a:rPr lang="en-US" b="1" dirty="0"/>
              <a:t>=gov” -W -f </a:t>
            </a:r>
            <a:r>
              <a:rPr lang="en-US" b="1" dirty="0" err="1"/>
              <a:t>add_org_unit.ldif</a:t>
            </a:r>
            <a:endParaRPr lang="en-US" b="1" dirty="0"/>
          </a:p>
          <a:p>
            <a:pPr lvl="1"/>
            <a:r>
              <a:rPr lang="en-US" dirty="0"/>
              <a:t>Verify the OU has been added:</a:t>
            </a:r>
          </a:p>
          <a:p>
            <a:pPr lvl="2"/>
            <a:r>
              <a:rPr lang="en-US" b="1" dirty="0" err="1"/>
              <a:t>ldapsearch</a:t>
            </a:r>
            <a:r>
              <a:rPr lang="en-US" b="1" dirty="0"/>
              <a:t> -x -LLL -b dc=</a:t>
            </a:r>
            <a:r>
              <a:rPr lang="en-US" b="1" dirty="0" err="1"/>
              <a:t>tak,dc</a:t>
            </a:r>
            <a:r>
              <a:rPr lang="en-US" b="1" dirty="0"/>
              <a:t>=gov “(ou=Engineering)” </a:t>
            </a:r>
            <a:r>
              <a:rPr lang="en-US" b="1" dirty="0" err="1"/>
              <a:t>dn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9948B4-2AA9-AED0-97A9-4117DD6C1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895" y="2226689"/>
            <a:ext cx="4593472" cy="822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82A3F9-11C2-FCE6-E816-80BA937A7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198" y="4717395"/>
            <a:ext cx="6458851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29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E7C9-44DC-E412-F7E6-A7BBCEFFB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D814F-C8D6-87D0-C109-B09FCA720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706"/>
            <a:ext cx="10515600" cy="5392270"/>
          </a:xfrm>
        </p:spPr>
        <p:txBody>
          <a:bodyPr/>
          <a:lstStyle/>
          <a:p>
            <a:r>
              <a:rPr lang="en-US" dirty="0"/>
              <a:t>Adding users:</a:t>
            </a:r>
          </a:p>
          <a:p>
            <a:pPr lvl="1"/>
            <a:r>
              <a:rPr lang="en-US" dirty="0"/>
              <a:t>To add a new user to the Engineering OU that we just created, create a new LDIF file and add the following:</a:t>
            </a:r>
          </a:p>
          <a:p>
            <a:pPr lvl="1"/>
            <a:r>
              <a:rPr lang="en-US" dirty="0"/>
              <a:t>You can create a new SSHA password</a:t>
            </a:r>
            <a:br>
              <a:rPr lang="en-US" dirty="0"/>
            </a:br>
            <a:r>
              <a:rPr lang="en-US" dirty="0"/>
              <a:t>to use. </a:t>
            </a:r>
          </a:p>
          <a:p>
            <a:pPr lvl="1"/>
            <a:r>
              <a:rPr lang="en-US" dirty="0"/>
              <a:t>You can also change the name and </a:t>
            </a:r>
            <a:br>
              <a:rPr lang="en-US" dirty="0"/>
            </a:br>
            <a:r>
              <a:rPr lang="en-US" dirty="0"/>
              <a:t>other attributes to whatever you’d like. </a:t>
            </a:r>
          </a:p>
          <a:p>
            <a:pPr lvl="1"/>
            <a:r>
              <a:rPr lang="en-US" dirty="0"/>
              <a:t>Once done save and exit the file then</a:t>
            </a:r>
            <a:br>
              <a:rPr lang="en-US" dirty="0"/>
            </a:br>
            <a:r>
              <a:rPr lang="en-US" dirty="0"/>
              <a:t>add the user to the Engineering OU:</a:t>
            </a:r>
          </a:p>
          <a:p>
            <a:pPr lvl="2"/>
            <a:r>
              <a:rPr lang="en-US" b="1" dirty="0" err="1"/>
              <a:t>ldapadd</a:t>
            </a:r>
            <a:r>
              <a:rPr lang="en-US" b="1" dirty="0"/>
              <a:t> -x -D “cn=admin,dc=</a:t>
            </a:r>
            <a:r>
              <a:rPr lang="en-US" b="1" dirty="0" err="1"/>
              <a:t>tak,dc</a:t>
            </a:r>
            <a:r>
              <a:rPr lang="en-US" b="1" dirty="0"/>
              <a:t>=gov” -W -f </a:t>
            </a:r>
            <a:r>
              <a:rPr lang="en-US" b="1" dirty="0" err="1"/>
              <a:t>add_user_to_engineering.ldif</a:t>
            </a:r>
            <a:endParaRPr lang="en-US" b="1" dirty="0"/>
          </a:p>
          <a:p>
            <a:pPr lvl="2"/>
            <a:endParaRPr lang="en-US" b="1" dirty="0"/>
          </a:p>
          <a:p>
            <a:pPr lvl="2"/>
            <a:endParaRPr lang="en-US" b="1" dirty="0"/>
          </a:p>
          <a:p>
            <a:pPr lvl="2"/>
            <a:r>
              <a:rPr lang="en-US" dirty="0"/>
              <a:t>Verify the user was added:</a:t>
            </a:r>
          </a:p>
          <a:p>
            <a:pPr lvl="3"/>
            <a:r>
              <a:rPr lang="en-US" b="1" dirty="0" err="1"/>
              <a:t>ldapsearch</a:t>
            </a:r>
            <a:r>
              <a:rPr lang="en-US" b="1" dirty="0"/>
              <a:t> -x -LLL -b dc=</a:t>
            </a:r>
            <a:r>
              <a:rPr lang="en-US" b="1" dirty="0" err="1"/>
              <a:t>tak,dc</a:t>
            </a:r>
            <a:r>
              <a:rPr lang="en-US" b="1" dirty="0"/>
              <a:t>=gov “(</a:t>
            </a:r>
            <a:r>
              <a:rPr lang="en-US" b="1" dirty="0" err="1"/>
              <a:t>uid</a:t>
            </a:r>
            <a:r>
              <a:rPr lang="en-US" b="1" dirty="0"/>
              <a:t>=</a:t>
            </a:r>
            <a:r>
              <a:rPr lang="en-US" b="1" dirty="0" err="1"/>
              <a:t>jdoe</a:t>
            </a:r>
            <a:r>
              <a:rPr lang="en-US" b="1" dirty="0"/>
              <a:t>)” </a:t>
            </a:r>
            <a:r>
              <a:rPr lang="en-US" b="1" dirty="0" err="1"/>
              <a:t>dn</a:t>
            </a:r>
            <a:endParaRPr lang="en-US" b="1" dirty="0"/>
          </a:p>
          <a:p>
            <a:pPr lvl="2"/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40217-1F42-A48F-3394-E41CE0766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857" y="2187510"/>
            <a:ext cx="4481986" cy="24829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5B4EF0-0C8E-7850-9615-746CF7AD7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061" y="5045752"/>
            <a:ext cx="6530821" cy="68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385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25F1F-BE5C-1FE4-3C67-235693868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9D66E-C436-086C-C4B1-C19C7AC49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Modifying Entries:</a:t>
            </a:r>
          </a:p>
          <a:p>
            <a:pPr lvl="1"/>
            <a:r>
              <a:rPr lang="en-US" dirty="0"/>
              <a:t>Create a LDIF file called </a:t>
            </a:r>
            <a:r>
              <a:rPr lang="en-US" dirty="0" err="1"/>
              <a:t>modify_user.ldif</a:t>
            </a:r>
            <a:r>
              <a:rPr lang="en-US" dirty="0"/>
              <a:t> with the following:</a:t>
            </a:r>
          </a:p>
          <a:p>
            <a:pPr lvl="2"/>
            <a:r>
              <a:rPr lang="en-US" dirty="0"/>
              <a:t>This changes the users email address.</a:t>
            </a:r>
          </a:p>
          <a:p>
            <a:pPr lvl="1"/>
            <a:r>
              <a:rPr lang="en-US" dirty="0"/>
              <a:t>User the modify command to modify the user:</a:t>
            </a:r>
          </a:p>
          <a:p>
            <a:pPr lvl="2"/>
            <a:r>
              <a:rPr lang="en-US" b="1" dirty="0" err="1"/>
              <a:t>ldapmodify</a:t>
            </a:r>
            <a:r>
              <a:rPr lang="en-US" b="1" dirty="0"/>
              <a:t> -x -D “cn=admin,dc=</a:t>
            </a:r>
            <a:r>
              <a:rPr lang="en-US" b="1" dirty="0" err="1"/>
              <a:t>tak,dc</a:t>
            </a:r>
            <a:r>
              <a:rPr lang="en-US" b="1" dirty="0"/>
              <a:t>=gov” -W -f </a:t>
            </a:r>
            <a:r>
              <a:rPr lang="en-US" b="1" dirty="0" err="1"/>
              <a:t>modify_user.ldif</a:t>
            </a:r>
            <a:endParaRPr lang="en-US" b="1" dirty="0"/>
          </a:p>
          <a:p>
            <a:pPr lvl="1"/>
            <a:r>
              <a:rPr lang="en-US" dirty="0"/>
              <a:t>Verify the changes:</a:t>
            </a:r>
          </a:p>
          <a:p>
            <a:pPr lvl="2"/>
            <a:r>
              <a:rPr lang="en-US" b="1" dirty="0" err="1"/>
              <a:t>ldapsearch</a:t>
            </a:r>
            <a:r>
              <a:rPr lang="en-US" b="1" dirty="0"/>
              <a:t> -x -LLL -b dc=</a:t>
            </a:r>
            <a:r>
              <a:rPr lang="en-US" b="1" dirty="0" err="1"/>
              <a:t>tak,dc</a:t>
            </a:r>
            <a:r>
              <a:rPr lang="en-US" b="1" dirty="0"/>
              <a:t>=gov “(</a:t>
            </a:r>
            <a:r>
              <a:rPr lang="en-US" b="1" dirty="0" err="1"/>
              <a:t>uid</a:t>
            </a:r>
            <a:r>
              <a:rPr lang="en-US" b="1" dirty="0"/>
              <a:t>=</a:t>
            </a:r>
            <a:r>
              <a:rPr lang="en-US" b="1" dirty="0" err="1"/>
              <a:t>jdoe</a:t>
            </a:r>
            <a:r>
              <a:rPr lang="en-US" b="1" dirty="0"/>
              <a:t>)” mail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282EF7-880E-77D9-BE0E-597CCD29F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451" y="1230905"/>
            <a:ext cx="4278534" cy="9195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889F82-DF49-1EE9-3B4E-1AF2C187F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817" y="4557627"/>
            <a:ext cx="6249272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03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7504-B583-E306-AD13-91B78ACD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8E18E-28A0-EC52-DD92-202E46649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479"/>
            <a:ext cx="10515600" cy="4351338"/>
          </a:xfrm>
        </p:spPr>
        <p:txBody>
          <a:bodyPr/>
          <a:lstStyle/>
          <a:p>
            <a:r>
              <a:rPr lang="en-US" dirty="0"/>
              <a:t>Searching entries: </a:t>
            </a:r>
          </a:p>
          <a:p>
            <a:pPr lvl="1"/>
            <a:r>
              <a:rPr lang="en-US" dirty="0"/>
              <a:t>Search for all users: </a:t>
            </a:r>
          </a:p>
          <a:p>
            <a:pPr lvl="2"/>
            <a:r>
              <a:rPr lang="en-US" b="1" dirty="0" err="1"/>
              <a:t>ldapsearch</a:t>
            </a:r>
            <a:r>
              <a:rPr lang="en-US" b="1" dirty="0"/>
              <a:t> -x -LLL -b “dc=</a:t>
            </a:r>
            <a:r>
              <a:rPr lang="en-US" b="1" dirty="0" err="1"/>
              <a:t>tak,dc</a:t>
            </a:r>
            <a:r>
              <a:rPr lang="en-US" b="1" dirty="0"/>
              <a:t>=gov” “(</a:t>
            </a:r>
            <a:r>
              <a:rPr lang="en-US" b="1" dirty="0" err="1"/>
              <a:t>objectClass</a:t>
            </a:r>
            <a:r>
              <a:rPr lang="en-US" b="1" dirty="0"/>
              <a:t>=</a:t>
            </a:r>
            <a:r>
              <a:rPr lang="en-US" b="1" dirty="0" err="1"/>
              <a:t>inetOrgPerson</a:t>
            </a:r>
            <a:r>
              <a:rPr lang="en-US" b="1" dirty="0"/>
              <a:t>)”</a:t>
            </a:r>
          </a:p>
          <a:p>
            <a:pPr lvl="1"/>
            <a:r>
              <a:rPr lang="en-US" dirty="0"/>
              <a:t>Searching for a specific user:</a:t>
            </a:r>
          </a:p>
          <a:p>
            <a:pPr lvl="2"/>
            <a:r>
              <a:rPr lang="en-US" b="1" dirty="0" err="1"/>
              <a:t>ldapsearch</a:t>
            </a:r>
            <a:r>
              <a:rPr lang="en-US" b="1" dirty="0"/>
              <a:t> -x -LLL -b “dc=</a:t>
            </a:r>
            <a:r>
              <a:rPr lang="en-US" b="1" dirty="0" err="1"/>
              <a:t>tak,dc</a:t>
            </a:r>
            <a:r>
              <a:rPr lang="en-US" b="1" dirty="0"/>
              <a:t>=gov” “</a:t>
            </a:r>
            <a:r>
              <a:rPr lang="en-US" b="1" dirty="0" err="1"/>
              <a:t>uid</a:t>
            </a:r>
            <a:r>
              <a:rPr lang="en-US" b="1" dirty="0"/>
              <a:t>=</a:t>
            </a:r>
            <a:r>
              <a:rPr lang="en-US" b="1" dirty="0" err="1"/>
              <a:t>jdoe</a:t>
            </a:r>
            <a:r>
              <a:rPr lang="en-US" b="1" dirty="0"/>
              <a:t>”</a:t>
            </a:r>
            <a:endParaRPr lang="en-US" dirty="0"/>
          </a:p>
          <a:p>
            <a:pPr lvl="2"/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855BB-D596-2055-4CB4-4197C45EC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82" y="4020148"/>
            <a:ext cx="6267364" cy="209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28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AC8C-7940-FB5B-4DF2-48AE37D5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042B9-2C52-43AB-F801-BDAB57A50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Changing Passwords:</a:t>
            </a:r>
          </a:p>
          <a:p>
            <a:pPr lvl="1"/>
            <a:r>
              <a:rPr lang="en-US" dirty="0"/>
              <a:t>Create a new password: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slappasswd</a:t>
            </a:r>
            <a:endParaRPr lang="en-US" dirty="0"/>
          </a:p>
          <a:p>
            <a:pPr lvl="1"/>
            <a:r>
              <a:rPr lang="en-US" dirty="0"/>
              <a:t>Create a new LDIF file called </a:t>
            </a:r>
            <a:r>
              <a:rPr lang="en-US" dirty="0" err="1"/>
              <a:t>change_user_password.ldif</a:t>
            </a:r>
            <a:r>
              <a:rPr lang="en-US" dirty="0"/>
              <a:t> with the following content: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Commit the changes:</a:t>
            </a:r>
          </a:p>
          <a:p>
            <a:pPr lvl="2"/>
            <a:r>
              <a:rPr lang="en-US" b="1" dirty="0" err="1"/>
              <a:t>ldapmodify</a:t>
            </a:r>
            <a:r>
              <a:rPr lang="en-US" b="1" dirty="0"/>
              <a:t> -x -D “cn=admin,dc=</a:t>
            </a:r>
            <a:r>
              <a:rPr lang="en-US" b="1" dirty="0" err="1"/>
              <a:t>tak,dc</a:t>
            </a:r>
            <a:r>
              <a:rPr lang="en-US" b="1" dirty="0"/>
              <a:t>=gov” -W -f </a:t>
            </a:r>
            <a:r>
              <a:rPr lang="en-US" b="1" dirty="0" err="1"/>
              <a:t>change_user_password.ldif</a:t>
            </a:r>
            <a:endParaRPr lang="en-US" b="1" dirty="0"/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76582-30EC-27E7-6B9B-A8EA406CB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862" y="3429000"/>
            <a:ext cx="4782835" cy="900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55A69A-5952-84F4-75EB-7FA511D96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494" y="5490517"/>
            <a:ext cx="7783011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1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00A5-1EC1-9E80-9176-4AA1737F4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B5235-BDBF-E042-289D-57E0635B7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859"/>
            <a:ext cx="10515600" cy="4617104"/>
          </a:xfrm>
        </p:spPr>
        <p:txBody>
          <a:bodyPr/>
          <a:lstStyle/>
          <a:p>
            <a:r>
              <a:rPr lang="en-US" dirty="0"/>
              <a:t>Backup and restore:</a:t>
            </a:r>
          </a:p>
          <a:p>
            <a:pPr lvl="1"/>
            <a:r>
              <a:rPr lang="en-US" dirty="0"/>
              <a:t>To backup the LDAP database: 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slapcat</a:t>
            </a:r>
            <a:r>
              <a:rPr lang="en-US" b="1" dirty="0"/>
              <a:t> -n 1 -l </a:t>
            </a:r>
            <a:r>
              <a:rPr lang="en-US" b="1" dirty="0" err="1"/>
              <a:t>backup.ldif</a:t>
            </a:r>
            <a:endParaRPr lang="en-US" b="1" dirty="0"/>
          </a:p>
          <a:p>
            <a:pPr lvl="1"/>
            <a:r>
              <a:rPr lang="en-US" dirty="0"/>
              <a:t>To restore the LDAP database:</a:t>
            </a:r>
          </a:p>
          <a:p>
            <a:pPr lvl="2"/>
            <a:r>
              <a:rPr lang="en-US" dirty="0"/>
              <a:t>Stop the service:</a:t>
            </a:r>
          </a:p>
          <a:p>
            <a:pPr lvl="3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stop </a:t>
            </a:r>
            <a:r>
              <a:rPr lang="en-US" b="1" dirty="0" err="1"/>
              <a:t>slapd</a:t>
            </a:r>
            <a:endParaRPr lang="en-US" b="1" dirty="0"/>
          </a:p>
          <a:p>
            <a:pPr lvl="2"/>
            <a:r>
              <a:rPr lang="en-US" dirty="0"/>
              <a:t>Restore the database:</a:t>
            </a:r>
          </a:p>
          <a:p>
            <a:pPr lvl="3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slapadd</a:t>
            </a:r>
            <a:r>
              <a:rPr lang="en-US" b="1" dirty="0"/>
              <a:t> -n 1 -l </a:t>
            </a:r>
            <a:r>
              <a:rPr lang="en-US" b="1" dirty="0" err="1"/>
              <a:t>backup.ldif</a:t>
            </a:r>
            <a:endParaRPr lang="en-US" b="1" dirty="0"/>
          </a:p>
          <a:p>
            <a:pPr lvl="2"/>
            <a:r>
              <a:rPr lang="en-US" dirty="0"/>
              <a:t>To start the LDAP service:</a:t>
            </a:r>
          </a:p>
          <a:p>
            <a:pPr lvl="3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start </a:t>
            </a:r>
            <a:r>
              <a:rPr lang="en-US" b="1" dirty="0" err="1"/>
              <a:t>slapd</a:t>
            </a:r>
            <a:endParaRPr lang="en-US" b="1" dirty="0"/>
          </a:p>
          <a:p>
            <a:pPr lvl="2"/>
            <a:r>
              <a:rPr lang="en-US" dirty="0"/>
              <a:t>To verify the restoration: </a:t>
            </a:r>
          </a:p>
          <a:p>
            <a:pPr lvl="3"/>
            <a:r>
              <a:rPr lang="en-US" b="1" dirty="0" err="1"/>
              <a:t>ldapsearch</a:t>
            </a:r>
            <a:r>
              <a:rPr lang="en-US" b="1" dirty="0"/>
              <a:t> -x -LLL -b “dc=</a:t>
            </a:r>
            <a:r>
              <a:rPr lang="en-US" b="1" dirty="0" err="1"/>
              <a:t>tak,dc</a:t>
            </a:r>
            <a:r>
              <a:rPr lang="en-US" b="1" dirty="0"/>
              <a:t>=gov” “(</a:t>
            </a:r>
            <a:r>
              <a:rPr lang="en-US" b="1" dirty="0" err="1"/>
              <a:t>objectClass</a:t>
            </a:r>
            <a:r>
              <a:rPr lang="en-US" b="1" dirty="0"/>
              <a:t>=*)”</a:t>
            </a:r>
          </a:p>
        </p:txBody>
      </p:sp>
    </p:spTree>
    <p:extLst>
      <p:ext uri="{BB962C8B-B14F-4D97-AF65-F5344CB8AC3E}">
        <p14:creationId xmlns:p14="http://schemas.microsoft.com/office/powerpoint/2010/main" val="2272313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E163-F504-9648-4190-AC3FF71B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97A40-7F7F-05FF-6179-D0019CEEC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2"/>
            <a:ext cx="10515600" cy="5040593"/>
          </a:xfrm>
        </p:spPr>
        <p:txBody>
          <a:bodyPr>
            <a:normAutofit/>
          </a:bodyPr>
          <a:lstStyle/>
          <a:p>
            <a:r>
              <a:rPr lang="en-US" dirty="0"/>
              <a:t>Access Control Lists (ACLs) allow for fine-grained control over who can read, write and manage directory entries and attributes. </a:t>
            </a:r>
          </a:p>
          <a:p>
            <a:r>
              <a:rPr lang="en-US" dirty="0"/>
              <a:t>ACLs are critical for securing you LDAP directory and ensuring that only authorized users can access or modify sensitive information. </a:t>
            </a:r>
          </a:p>
          <a:p>
            <a:r>
              <a:rPr lang="en-US" dirty="0"/>
              <a:t>ACLs are defined in the </a:t>
            </a:r>
            <a:r>
              <a:rPr lang="en-US" dirty="0" err="1"/>
              <a:t>OpenLDAP</a:t>
            </a:r>
            <a:r>
              <a:rPr lang="en-US" dirty="0"/>
              <a:t> configuration files and are structured as follows:</a:t>
            </a:r>
          </a:p>
          <a:p>
            <a:endParaRPr lang="en-US" dirty="0"/>
          </a:p>
          <a:p>
            <a:r>
              <a:rPr lang="en-US" dirty="0"/>
              <a:t>Target: </a:t>
            </a:r>
            <a:r>
              <a:rPr lang="en-US" dirty="0" err="1"/>
              <a:t>speficies</a:t>
            </a:r>
            <a:r>
              <a:rPr lang="en-US" dirty="0"/>
              <a:t> the directory entries or attributes the ACL applies to.</a:t>
            </a:r>
          </a:p>
          <a:p>
            <a:r>
              <a:rPr lang="en-US" dirty="0"/>
              <a:t> Access Control Rule: Defines who can perform what actions on the target.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EAC07-3374-02A2-863E-6A9D4FB7F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074" y="3644641"/>
            <a:ext cx="2934109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91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5163-E2D8-13D6-8973-65C74C51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A1CA3-3CD1-C06D-F8DB-3B55081F4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ACL: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the ACL file: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6B4BC-5571-C5D7-8439-6503476CB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00" y="2373533"/>
            <a:ext cx="5894501" cy="1315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9C9A66-F732-5146-89C0-834066135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00" y="4538255"/>
            <a:ext cx="6537847" cy="64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55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F5D51-1580-5801-E48A-0F41D5F7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0AD84-177C-F1CD-D4EC-2E1D8B4CC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176"/>
            <a:ext cx="10515600" cy="4697787"/>
          </a:xfrm>
        </p:spPr>
        <p:txBody>
          <a:bodyPr/>
          <a:lstStyle/>
          <a:p>
            <a:r>
              <a:rPr lang="en-US" dirty="0"/>
              <a:t>Deleting Entries:</a:t>
            </a:r>
          </a:p>
          <a:p>
            <a:pPr lvl="1"/>
            <a:r>
              <a:rPr lang="en-US" dirty="0"/>
              <a:t>Command to delete a user: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Verify the user has been deleted: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Command to delete an OU: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Verify the OU has been deleted: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21F8C-459A-A74C-9E36-604D63A92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103" y="2346191"/>
            <a:ext cx="10593066" cy="626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3900C0-C0B5-0FB9-5F59-0578464CE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102" y="3429000"/>
            <a:ext cx="6974969" cy="523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0DD484-7AE7-1BAC-762F-76F6E0CFD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102" y="4639084"/>
            <a:ext cx="9714505" cy="5237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30A10F-2A51-3EBD-6A12-6A97D7AD0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102" y="5849167"/>
            <a:ext cx="7725478" cy="52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84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48C7-2863-7038-8C45-30485FCE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3FF7A-4CF6-CA2F-FE94-D09B8281A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 Apache Directory Studio: </a:t>
            </a:r>
          </a:p>
          <a:p>
            <a:pPr lvl="1"/>
            <a:r>
              <a:rPr lang="en-US" dirty="0">
                <a:hlinkClick r:id="rId2"/>
              </a:rPr>
              <a:t>https://directory.apache.org/studio/</a:t>
            </a:r>
            <a:endParaRPr lang="en-US" dirty="0"/>
          </a:p>
          <a:p>
            <a:r>
              <a:rPr lang="en-US" dirty="0"/>
              <a:t>In the top left select: “File” -&gt; “New” -&gt; LDAP Browser -&gt; LDAP Connection.</a:t>
            </a:r>
          </a:p>
          <a:p>
            <a:pPr lvl="1"/>
            <a:r>
              <a:rPr lang="en-US" dirty="0"/>
              <a:t>Give it a name and then enter in the IP address of the server. </a:t>
            </a:r>
          </a:p>
          <a:p>
            <a:pPr lvl="1"/>
            <a:r>
              <a:rPr lang="en-US" dirty="0"/>
              <a:t>Select “Next”</a:t>
            </a:r>
          </a:p>
          <a:p>
            <a:pPr lvl="1"/>
            <a:r>
              <a:rPr lang="en-US" dirty="0"/>
              <a:t>Authentication:</a:t>
            </a:r>
          </a:p>
          <a:p>
            <a:pPr lvl="2"/>
            <a:r>
              <a:rPr lang="en-US" dirty="0"/>
              <a:t>Bind DN: cn=admin,dc=</a:t>
            </a:r>
            <a:r>
              <a:rPr lang="en-US" dirty="0" err="1"/>
              <a:t>tak,dc</a:t>
            </a:r>
            <a:r>
              <a:rPr lang="en-US" dirty="0"/>
              <a:t>=gov</a:t>
            </a:r>
          </a:p>
          <a:p>
            <a:pPr lvl="2"/>
            <a:r>
              <a:rPr lang="en-US" dirty="0"/>
              <a:t>Bind Password: password</a:t>
            </a:r>
          </a:p>
          <a:p>
            <a:pPr lvl="2"/>
            <a:r>
              <a:rPr lang="en-US" dirty="0"/>
              <a:t>Select “Check Authentication”</a:t>
            </a:r>
          </a:p>
          <a:p>
            <a:pPr lvl="3"/>
            <a:r>
              <a:rPr lang="en-US" dirty="0"/>
              <a:t>If successful select “Finish”</a:t>
            </a:r>
          </a:p>
        </p:txBody>
      </p:sp>
    </p:spTree>
    <p:extLst>
      <p:ext uri="{BB962C8B-B14F-4D97-AF65-F5344CB8AC3E}">
        <p14:creationId xmlns:p14="http://schemas.microsoft.com/office/powerpoint/2010/main" val="1406158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58401-6A73-1877-216A-3BE277CD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78B70-9D83-E151-AFD9-A06EFE52F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835"/>
            <a:ext cx="10515600" cy="5275864"/>
          </a:xfrm>
        </p:spPr>
        <p:txBody>
          <a:bodyPr/>
          <a:lstStyle/>
          <a:p>
            <a:r>
              <a:rPr lang="en-US" dirty="0"/>
              <a:t>Open up you TAK Server CoreConfig.xml file from the </a:t>
            </a:r>
            <a:r>
              <a:rPr lang="en-US" dirty="0" err="1"/>
              <a:t>tak</a:t>
            </a:r>
            <a:r>
              <a:rPr lang="en-US" dirty="0"/>
              <a:t> user:</a:t>
            </a:r>
          </a:p>
          <a:p>
            <a:pPr lvl="1"/>
            <a:r>
              <a:rPr lang="en-US" dirty="0"/>
              <a:t>vim /opt/takCoreConfig.xml</a:t>
            </a:r>
          </a:p>
          <a:p>
            <a:r>
              <a:rPr lang="en-US" dirty="0"/>
              <a:t>Make the following changes: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Validate the changes in the </a:t>
            </a:r>
            <a:r>
              <a:rPr lang="en-US" dirty="0" err="1"/>
              <a:t>tak</a:t>
            </a:r>
            <a:r>
              <a:rPr lang="en-US" dirty="0"/>
              <a:t> use:</a:t>
            </a:r>
          </a:p>
          <a:p>
            <a:pPr lvl="1"/>
            <a:r>
              <a:rPr lang="en-US" dirty="0"/>
              <a:t>cd ~</a:t>
            </a:r>
          </a:p>
          <a:p>
            <a:pPr lvl="1"/>
            <a:r>
              <a:rPr lang="en-US" dirty="0"/>
              <a:t>./validateConfig.sh </a:t>
            </a:r>
          </a:p>
          <a:p>
            <a:r>
              <a:rPr lang="en-US" dirty="0"/>
              <a:t>Restart the server (from outside the </a:t>
            </a:r>
            <a:r>
              <a:rPr lang="en-US" dirty="0" err="1"/>
              <a:t>tak</a:t>
            </a:r>
            <a:r>
              <a:rPr lang="en-US" dirty="0"/>
              <a:t> user):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restart </a:t>
            </a:r>
            <a:r>
              <a:rPr lang="en-US" dirty="0" err="1"/>
              <a:t>takserver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8B58C-2F5C-4CB6-CCD7-C958CA623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47062"/>
            <a:ext cx="12192000" cy="127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703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708B-56F2-395F-52BC-91E74710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Connecting our TAK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614E5-EB9A-5EFA-2D25-5FED7C678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our server dashboard the configuration menu should look as follows:</a:t>
            </a:r>
          </a:p>
          <a:p>
            <a:r>
              <a:rPr lang="en-US" dirty="0"/>
              <a:t>In our TAK Server dashboard: Hamburger menu -&gt; Configuration -&gt; Security and Authentication </a:t>
            </a:r>
          </a:p>
          <a:p>
            <a:pPr lvl="1"/>
            <a:r>
              <a:rPr lang="en-US" dirty="0"/>
              <a:t>Select “Edit Authentication” </a:t>
            </a:r>
          </a:p>
          <a:p>
            <a:pPr lvl="2"/>
            <a:r>
              <a:rPr lang="en-US" dirty="0"/>
              <a:t>URL: </a:t>
            </a:r>
            <a:r>
              <a:rPr lang="en-US" dirty="0">
                <a:hlinkClick r:id="rId2"/>
              </a:rPr>
              <a:t>ldap://192.168.1.115</a:t>
            </a:r>
            <a:r>
              <a:rPr lang="en-US" dirty="0"/>
              <a:t>:389</a:t>
            </a:r>
          </a:p>
          <a:p>
            <a:pPr lvl="2"/>
            <a:r>
              <a:rPr lang="en-US" dirty="0"/>
              <a:t>User String: cn={username},ou=</a:t>
            </a:r>
            <a:r>
              <a:rPr lang="en-US" dirty="0" err="1"/>
              <a:t>People,dc</a:t>
            </a:r>
            <a:r>
              <a:rPr lang="en-US" dirty="0"/>
              <a:t>=</a:t>
            </a:r>
            <a:r>
              <a:rPr lang="en-US" dirty="0" err="1"/>
              <a:t>tak,dc</a:t>
            </a:r>
            <a:r>
              <a:rPr lang="en-US" dirty="0"/>
              <a:t>=gov</a:t>
            </a:r>
          </a:p>
          <a:p>
            <a:pPr lvl="2"/>
            <a:r>
              <a:rPr lang="en-US" dirty="0"/>
              <a:t>Update Intervals: 60</a:t>
            </a:r>
          </a:p>
          <a:p>
            <a:pPr lvl="2"/>
            <a:r>
              <a:rPr lang="en-US" dirty="0"/>
              <a:t>Service Account DN: cn=admin,dc=</a:t>
            </a:r>
            <a:r>
              <a:rPr lang="en-US" dirty="0" err="1"/>
              <a:t>tak,dc</a:t>
            </a:r>
            <a:r>
              <a:rPr lang="en-US" dirty="0"/>
              <a:t>=gov</a:t>
            </a:r>
          </a:p>
          <a:p>
            <a:pPr lvl="2"/>
            <a:r>
              <a:rPr lang="en-US" dirty="0"/>
              <a:t>Security Account Password: Password1</a:t>
            </a:r>
          </a:p>
          <a:p>
            <a:pPr lvl="2"/>
            <a:r>
              <a:rPr lang="en-US" dirty="0"/>
              <a:t>Group Base RDN: dc=</a:t>
            </a:r>
            <a:r>
              <a:rPr lang="en-US" dirty="0" err="1"/>
              <a:t>tak,dc</a:t>
            </a:r>
            <a:r>
              <a:rPr lang="en-US" dirty="0"/>
              <a:t>=gov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B13CA-2B83-A85F-C760-E07F46497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406" y="3143922"/>
            <a:ext cx="3605196" cy="371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82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57AE-C308-562E-B76E-D9EC1686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 - Connecting our TAK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5D938-341D-0D63-C94C-BD4789158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You can validate if you did it correctly by opening up a browser and entering in: &lt;IP address&gt;:8446</a:t>
            </a:r>
          </a:p>
          <a:p>
            <a:pPr lvl="1"/>
            <a:r>
              <a:rPr lang="en-US" dirty="0"/>
              <a:t>The IP address is that of your TAK Server and the specific port will bring you to </a:t>
            </a:r>
            <a:r>
              <a:rPr lang="en-US" dirty="0" err="1"/>
              <a:t>WebTAK</a:t>
            </a:r>
            <a:r>
              <a:rPr lang="en-US" dirty="0"/>
              <a:t> login. </a:t>
            </a:r>
          </a:p>
          <a:p>
            <a:r>
              <a:rPr lang="en-US" dirty="0"/>
              <a:t>From there you can enter in the credentials you entered for the users you created on the LDAP service to login. </a:t>
            </a:r>
          </a:p>
          <a:p>
            <a:r>
              <a:rPr lang="en-US" dirty="0"/>
              <a:t>If you successfully are logged in you have done everything correctly. </a:t>
            </a:r>
          </a:p>
        </p:txBody>
      </p:sp>
    </p:spTree>
    <p:extLst>
      <p:ext uri="{BB962C8B-B14F-4D97-AF65-F5344CB8AC3E}">
        <p14:creationId xmlns:p14="http://schemas.microsoft.com/office/powerpoint/2010/main" val="4036412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A214-042C-EAF2-3725-4689F450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LDAP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4B37-5267-9506-E4C6-174ED5D5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289"/>
            <a:ext cx="10515600" cy="4668674"/>
          </a:xfrm>
        </p:spPr>
        <p:txBody>
          <a:bodyPr/>
          <a:lstStyle/>
          <a:p>
            <a:r>
              <a:rPr lang="en-US" dirty="0"/>
              <a:t>IN and OUT Groups with LDAP:</a:t>
            </a:r>
          </a:p>
          <a:p>
            <a:pPr lvl="1"/>
            <a:r>
              <a:rPr lang="en-US" dirty="0"/>
              <a:t>To apply the in/out filters to a group with LDAP you need to create an additional group with the same naming but with either “_READ” or “_WRITE” at the end of the name. </a:t>
            </a:r>
          </a:p>
          <a:p>
            <a:pPr lvl="2"/>
            <a:r>
              <a:rPr lang="en-US" dirty="0"/>
              <a:t>_READ: out group</a:t>
            </a:r>
          </a:p>
          <a:p>
            <a:pPr lvl="2"/>
            <a:r>
              <a:rPr lang="en-US" dirty="0"/>
              <a:t>_WRITE: in group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If you somehow forget to add a user to a group, they will default to the __ANON__ group when they authenticate to the TAK Server.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8E011-9A10-C45A-E813-0A9DB4B59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880" y="2685876"/>
            <a:ext cx="4001058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27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4034-493D-B8EF-CE7A-5171CA8E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9F78-5304-9171-AC37-03CFE6CC6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276"/>
            <a:ext cx="10515600" cy="4602687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https://www.golinuxcloud.com/install-and-configure-openldap-on-ubuntu-step-by-step/</a:t>
            </a:r>
            <a:endParaRPr lang="en-US" dirty="0"/>
          </a:p>
          <a:p>
            <a:r>
              <a:rPr lang="en-US" dirty="0">
                <a:hlinkClick r:id="rId3"/>
              </a:rPr>
              <a:t>https://docs.oracle.com/en/operating-systems/oracle-linux/6/admin/ldap-addusers-group.html</a:t>
            </a:r>
            <a:endParaRPr lang="en-US" dirty="0"/>
          </a:p>
          <a:p>
            <a:r>
              <a:rPr lang="en-US"/>
              <a:t>https://serverfault.com/questions/514870/how-do-i-authenticate-with-ldap-via-the-command-line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56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1987</TotalTime>
  <Words>2464</Words>
  <PresentationFormat>Widescreen</PresentationFormat>
  <Paragraphs>268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Segoe UI</vt:lpstr>
      <vt:lpstr>Office Theme</vt:lpstr>
      <vt:lpstr>TAK Server - AD/LDAP</vt:lpstr>
      <vt:lpstr>TAK Server - AD/LDAP Integration</vt:lpstr>
      <vt:lpstr>TAK Server - AD/LDAP Integration - LDAP Server Setup</vt:lpstr>
      <vt:lpstr>TAK Server - AD/LDAP Integration - LDAP Server Setup</vt:lpstr>
      <vt:lpstr>TAK Server - AD/LDAP Integration - LDAP Server Setup</vt:lpstr>
      <vt:lpstr>TAK Server - AD/LDAP Integration - User Setup</vt:lpstr>
      <vt:lpstr>TAK Server - AD/LDAP Integration -Network Setup</vt:lpstr>
      <vt:lpstr>TAK Server - AD/LDAP Integration - Network Setup</vt:lpstr>
      <vt:lpstr>TAK Server - AD/LDAP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Setup</vt:lpstr>
      <vt:lpstr>TAK Server - LDAP Integration - Connecting our TAK Server</vt:lpstr>
      <vt:lpstr>TAK Server - LDAP Integration - Connecting our TAK Server</vt:lpstr>
      <vt:lpstr>TAK Server - LDAP Integration</vt:lpstr>
      <vt:lpstr>Resources: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2024-08-06T20:19:46Z</dcterms:created>
  <dcterms:modified xsi:type="dcterms:W3CDTF">2024-09-06T13:51:48Z</dcterms:modified>
</cp:coreProperties>
</file>
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4_44A596FC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4AF000C-62EC-FE4C-69DB-62675E11F5A0}" name="Hunt, Randall [USA]" initials="HR[" userId="S::640458@bah.com::89bfa2a9-2144-4bd6-ba22-d79ad510780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DC7D0B-A28F-427D-A81C-D6FFE0696926}" v="3" dt="2024-08-15T18:44:58.3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t, Randall [USA]" userId="89bfa2a9-2144-4bd6-ba22-d79ad510780c" providerId="ADAL" clId="{D4DC7D0B-A28F-427D-A81C-D6FFE0696926}"/>
    <pc:docChg chg="undo custSel addSld modSld">
      <pc:chgData name="Hunt, Randall [USA]" userId="89bfa2a9-2144-4bd6-ba22-d79ad510780c" providerId="ADAL" clId="{D4DC7D0B-A28F-427D-A81C-D6FFE0696926}" dt="2024-08-26T21:12:47.433" v="2473" actId="1076"/>
      <pc:docMkLst>
        <pc:docMk/>
      </pc:docMkLst>
      <pc:sldChg chg="modSp mod">
        <pc:chgData name="Hunt, Randall [USA]" userId="89bfa2a9-2144-4bd6-ba22-d79ad510780c" providerId="ADAL" clId="{D4DC7D0B-A28F-427D-A81C-D6FFE0696926}" dt="2024-08-15T13:25:18.198" v="581" actId="20577"/>
        <pc:sldMkLst>
          <pc:docMk/>
          <pc:sldMk cId="3508650999" sldId="256"/>
        </pc:sldMkLst>
        <pc:spChg chg="mod">
          <ac:chgData name="Hunt, Randall [USA]" userId="89bfa2a9-2144-4bd6-ba22-d79ad510780c" providerId="ADAL" clId="{D4DC7D0B-A28F-427D-A81C-D6FFE0696926}" dt="2024-08-15T13:25:18.198" v="581" actId="20577"/>
          <ac:spMkLst>
            <pc:docMk/>
            <pc:sldMk cId="3508650999" sldId="256"/>
            <ac:spMk id="2" creationId="{6847D95E-454E-8234-49EE-CB3E01F431B0}"/>
          </ac:spMkLst>
        </pc:spChg>
      </pc:sldChg>
      <pc:sldChg chg="addSp modSp new mod">
        <pc:chgData name="Hunt, Randall [USA]" userId="89bfa2a9-2144-4bd6-ba22-d79ad510780c" providerId="ADAL" clId="{D4DC7D0B-A28F-427D-A81C-D6FFE0696926}" dt="2024-08-15T13:25:15.081" v="580" actId="20577"/>
        <pc:sldMkLst>
          <pc:docMk/>
          <pc:sldMk cId="1039376652" sldId="257"/>
        </pc:sldMkLst>
        <pc:spChg chg="mod">
          <ac:chgData name="Hunt, Randall [USA]" userId="89bfa2a9-2144-4bd6-ba22-d79ad510780c" providerId="ADAL" clId="{D4DC7D0B-A28F-427D-A81C-D6FFE0696926}" dt="2024-08-15T13:25:15.081" v="580" actId="20577"/>
          <ac:spMkLst>
            <pc:docMk/>
            <pc:sldMk cId="1039376652" sldId="257"/>
            <ac:spMk id="2" creationId="{0EF8A381-EC70-2F5B-92AD-3988BE596540}"/>
          </ac:spMkLst>
        </pc:spChg>
        <pc:spChg chg="mod">
          <ac:chgData name="Hunt, Randall [USA]" userId="89bfa2a9-2144-4bd6-ba22-d79ad510780c" providerId="ADAL" clId="{D4DC7D0B-A28F-427D-A81C-D6FFE0696926}" dt="2024-08-15T13:16:48.068" v="534" actId="20577"/>
          <ac:spMkLst>
            <pc:docMk/>
            <pc:sldMk cId="1039376652" sldId="257"/>
            <ac:spMk id="3" creationId="{916A757D-75A6-75A3-92BC-5BD9282A4F75}"/>
          </ac:spMkLst>
        </pc:spChg>
        <pc:picChg chg="add mod">
          <ac:chgData name="Hunt, Randall [USA]" userId="89bfa2a9-2144-4bd6-ba22-d79ad510780c" providerId="ADAL" clId="{D4DC7D0B-A28F-427D-A81C-D6FFE0696926}" dt="2024-08-15T13:24:19.229" v="537" actId="1076"/>
          <ac:picMkLst>
            <pc:docMk/>
            <pc:sldMk cId="1039376652" sldId="257"/>
            <ac:picMk id="5" creationId="{EE77475C-E6F4-7C91-890E-5554A6CB2660}"/>
          </ac:picMkLst>
        </pc:picChg>
      </pc:sldChg>
      <pc:sldChg chg="addSp modSp new mod">
        <pc:chgData name="Hunt, Randall [USA]" userId="89bfa2a9-2144-4bd6-ba22-d79ad510780c" providerId="ADAL" clId="{D4DC7D0B-A28F-427D-A81C-D6FFE0696926}" dt="2024-08-15T14:44:50.861" v="1045" actId="1076"/>
        <pc:sldMkLst>
          <pc:docMk/>
          <pc:sldMk cId="4044265797" sldId="258"/>
        </pc:sldMkLst>
        <pc:spChg chg="mod">
          <ac:chgData name="Hunt, Randall [USA]" userId="89bfa2a9-2144-4bd6-ba22-d79ad510780c" providerId="ADAL" clId="{D4DC7D0B-A28F-427D-A81C-D6FFE0696926}" dt="2024-08-15T14:41:21.604" v="589" actId="20577"/>
          <ac:spMkLst>
            <pc:docMk/>
            <pc:sldMk cId="4044265797" sldId="258"/>
            <ac:spMk id="2" creationId="{F4A1C436-0235-5792-7A55-9E0FA3342F5F}"/>
          </ac:spMkLst>
        </pc:spChg>
        <pc:spChg chg="mod">
          <ac:chgData name="Hunt, Randall [USA]" userId="89bfa2a9-2144-4bd6-ba22-d79ad510780c" providerId="ADAL" clId="{D4DC7D0B-A28F-427D-A81C-D6FFE0696926}" dt="2024-08-15T14:44:42.449" v="1041" actId="20577"/>
          <ac:spMkLst>
            <pc:docMk/>
            <pc:sldMk cId="4044265797" sldId="258"/>
            <ac:spMk id="3" creationId="{646CD7EA-EAE2-1650-A340-DEED0E7E5848}"/>
          </ac:spMkLst>
        </pc:spChg>
        <pc:spChg chg="add mod">
          <ac:chgData name="Hunt, Randall [USA]" userId="89bfa2a9-2144-4bd6-ba22-d79ad510780c" providerId="ADAL" clId="{D4DC7D0B-A28F-427D-A81C-D6FFE0696926}" dt="2024-08-15T14:44:50.861" v="1045" actId="1076"/>
          <ac:spMkLst>
            <pc:docMk/>
            <pc:sldMk cId="4044265797" sldId="258"/>
            <ac:spMk id="6" creationId="{EF162F4C-61FD-BD37-2C13-EE0D5CA097C7}"/>
          </ac:spMkLst>
        </pc:spChg>
        <pc:picChg chg="add mod">
          <ac:chgData name="Hunt, Randall [USA]" userId="89bfa2a9-2144-4bd6-ba22-d79ad510780c" providerId="ADAL" clId="{D4DC7D0B-A28F-427D-A81C-D6FFE0696926}" dt="2024-08-15T14:44:46.440" v="1043" actId="1076"/>
          <ac:picMkLst>
            <pc:docMk/>
            <pc:sldMk cId="4044265797" sldId="258"/>
            <ac:picMk id="5" creationId="{1E4DD1C2-E947-C243-16A4-59206C540ADB}"/>
          </ac:picMkLst>
        </pc:picChg>
      </pc:sldChg>
      <pc:sldChg chg="modSp new mod">
        <pc:chgData name="Hunt, Randall [USA]" userId="89bfa2a9-2144-4bd6-ba22-d79ad510780c" providerId="ADAL" clId="{D4DC7D0B-A28F-427D-A81C-D6FFE0696926}" dt="2024-08-26T21:11:40.088" v="2469" actId="14100"/>
        <pc:sldMkLst>
          <pc:docMk/>
          <pc:sldMk cId="1434949647" sldId="259"/>
        </pc:sldMkLst>
        <pc:spChg chg="mod">
          <ac:chgData name="Hunt, Randall [USA]" userId="89bfa2a9-2144-4bd6-ba22-d79ad510780c" providerId="ADAL" clId="{D4DC7D0B-A28F-427D-A81C-D6FFE0696926}" dt="2024-08-15T14:45:06.326" v="1047"/>
          <ac:spMkLst>
            <pc:docMk/>
            <pc:sldMk cId="1434949647" sldId="259"/>
            <ac:spMk id="2" creationId="{5EBCD671-A4CD-5B54-25E7-D583AA620885}"/>
          </ac:spMkLst>
        </pc:spChg>
        <pc:spChg chg="mod">
          <ac:chgData name="Hunt, Randall [USA]" userId="89bfa2a9-2144-4bd6-ba22-d79ad510780c" providerId="ADAL" clId="{D4DC7D0B-A28F-427D-A81C-D6FFE0696926}" dt="2024-08-26T21:11:40.088" v="2469" actId="14100"/>
          <ac:spMkLst>
            <pc:docMk/>
            <pc:sldMk cId="1434949647" sldId="259"/>
            <ac:spMk id="3" creationId="{3B6B0A12-0F96-8785-3A14-6042CA9905FF}"/>
          </ac:spMkLst>
        </pc:spChg>
      </pc:sldChg>
      <pc:sldChg chg="addSp modSp new mod addCm">
        <pc:chgData name="Hunt, Randall [USA]" userId="89bfa2a9-2144-4bd6-ba22-d79ad510780c" providerId="ADAL" clId="{D4DC7D0B-A28F-427D-A81C-D6FFE0696926}" dt="2024-08-26T21:12:47.433" v="2473" actId="1076"/>
        <pc:sldMkLst>
          <pc:docMk/>
          <pc:sldMk cId="1151702780" sldId="260"/>
        </pc:sldMkLst>
        <pc:spChg chg="mod">
          <ac:chgData name="Hunt, Randall [USA]" userId="89bfa2a9-2144-4bd6-ba22-d79ad510780c" providerId="ADAL" clId="{D4DC7D0B-A28F-427D-A81C-D6FFE0696926}" dt="2024-08-15T15:27:19.548" v="1531" actId="20577"/>
          <ac:spMkLst>
            <pc:docMk/>
            <pc:sldMk cId="1151702780" sldId="260"/>
            <ac:spMk id="2" creationId="{EB5B4315-2FAE-B6AB-855A-67D6ABEB8108}"/>
          </ac:spMkLst>
        </pc:spChg>
        <pc:spChg chg="mod">
          <ac:chgData name="Hunt, Randall [USA]" userId="89bfa2a9-2144-4bd6-ba22-d79ad510780c" providerId="ADAL" clId="{D4DC7D0B-A28F-427D-A81C-D6FFE0696926}" dt="2024-08-26T21:12:08.376" v="2470" actId="113"/>
          <ac:spMkLst>
            <pc:docMk/>
            <pc:sldMk cId="1151702780" sldId="260"/>
            <ac:spMk id="3" creationId="{6C1D9DDB-CB89-790C-2AAA-E699873B3F09}"/>
          </ac:spMkLst>
        </pc:spChg>
        <pc:picChg chg="add mod">
          <ac:chgData name="Hunt, Randall [USA]" userId="89bfa2a9-2144-4bd6-ba22-d79ad510780c" providerId="ADAL" clId="{D4DC7D0B-A28F-427D-A81C-D6FFE0696926}" dt="2024-08-26T21:12:47.433" v="2473" actId="1076"/>
          <ac:picMkLst>
            <pc:docMk/>
            <pc:sldMk cId="1151702780" sldId="260"/>
            <ac:picMk id="5" creationId="{8BC7C3F7-C112-03C3-8BE6-B5C514B0FE7F}"/>
          </ac:picMkLst>
        </pc:picChg>
        <pc:picChg chg="add mod">
          <ac:chgData name="Hunt, Randall [USA]" userId="89bfa2a9-2144-4bd6-ba22-d79ad510780c" providerId="ADAL" clId="{D4DC7D0B-A28F-427D-A81C-D6FFE0696926}" dt="2024-08-26T21:12:38.499" v="2471" actId="1076"/>
          <ac:picMkLst>
            <pc:docMk/>
            <pc:sldMk cId="1151702780" sldId="260"/>
            <ac:picMk id="7" creationId="{A356BDCD-24A5-94A3-A4A5-40C161AE3F38}"/>
          </ac:picMkLst>
        </pc:picChg>
        <pc:picChg chg="add mod">
          <ac:chgData name="Hunt, Randall [USA]" userId="89bfa2a9-2144-4bd6-ba22-d79ad510780c" providerId="ADAL" clId="{D4DC7D0B-A28F-427D-A81C-D6FFE0696926}" dt="2024-08-26T21:12:41.489" v="2472" actId="14100"/>
          <ac:picMkLst>
            <pc:docMk/>
            <pc:sldMk cId="1151702780" sldId="260"/>
            <ac:picMk id="9" creationId="{0F42BC78-80DB-C018-DB10-BE1495EF47AE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Hunt, Randall [USA]" userId="89bfa2a9-2144-4bd6-ba22-d79ad510780c" providerId="ADAL" clId="{D4DC7D0B-A28F-427D-A81C-D6FFE0696926}" dt="2024-08-15T19:01:48.979" v="2468"/>
              <pc2:cmMkLst xmlns:pc2="http://schemas.microsoft.com/office/powerpoint/2019/9/main/command">
                <pc:docMk/>
                <pc:sldMk cId="1151702780" sldId="260"/>
                <pc2:cmMk id="{02527166-7F1A-47E5-A969-C984E9B4222F}"/>
              </pc2:cmMkLst>
            </pc226:cmChg>
          </p:ext>
        </pc:extLst>
      </pc:sldChg>
    </pc:docChg>
  </pc:docChgLst>
</pc:chgInfo>
</file>

<file path=ppt/comments/modernComment_104_44A596F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2527166-7F1A-47E5-A969-C984E9B4222F}" authorId="{A4AF000C-62EC-FE4C-69DB-62675E11F5A0}" created="2024-08-15T19:01:48.952">
    <pc:sldMkLst xmlns:pc="http://schemas.microsoft.com/office/powerpoint/2013/main/command">
      <pc:docMk/>
      <pc:sldMk cId="1151702780" sldId="260"/>
    </pc:sldMkLst>
    <p188:txBody>
      <a:bodyPr/>
      <a:lstStyle/>
      <a:p>
        <a:r>
          <a:rPr lang="en-US"/>
          <a:t>If you have the public facing domain setup then you will not need to provide the CA or the client certificate.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DE542-28D2-CBC0-1B41-A1C66120E3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136B34-07D4-7305-92E5-AA1A0CF65C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D19DA-863D-72FE-5DB7-E2D78DB0B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127C1-BDCB-41FE-8914-A91DF0DDD7FB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99B2A-C64C-2F10-09F6-C14F72007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29F07-1A91-C87D-C252-1A0C8383F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F2A9-CA29-48EE-864D-7DE64C6D2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37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1C01C-A07F-EBE0-E61B-4A19E70C6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6970B-4780-E5D0-88F9-C638E7525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75AAA-EF68-0B53-9354-8D1749A51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127C1-BDCB-41FE-8914-A91DF0DDD7FB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F532B-C635-90BA-AFD6-7CE5B6A75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6B1F2-89A3-16B1-AB29-7E1790EC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F2A9-CA29-48EE-864D-7DE64C6D2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286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E3E1D-759D-3148-2FFD-2447E65F2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31952-C7AE-AE0A-96AA-30644343A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7FC3D-A0C8-BCE3-3A99-09B6A63CF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127C1-BDCB-41FE-8914-A91DF0DDD7FB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8E958-1AF1-97F4-4E2D-AE0EA2726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773F0-0DE0-8677-30F3-6B8011C48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F2A9-CA29-48EE-864D-7DE64C6D2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047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332B7-865C-7D4B-D346-323637A47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0D735-B528-C14D-4CAE-6581E161DA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D4096-03A2-6FD7-0C50-BF061BE65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40181-B2F5-CA71-CE89-6FAC572FA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127C1-BDCB-41FE-8914-A91DF0DDD7FB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D127F2-CB3D-5386-0E1A-BD4C157F0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968D2-B3CC-41C6-7755-C92EC4EBC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F2A9-CA29-48EE-864D-7DE64C6D2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882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3AE86-4224-EFD5-6A2B-6DF032920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5C1B8-90FB-DB3A-0255-AB6FBBD5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B876C-E2F4-73E0-F12E-3E2E818D0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909161-9AB6-CAF4-E37B-04C43756FE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BB78A5-67B5-1CB2-F559-522BD91A9E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361A27-8135-5DE9-8F72-7735A4455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127C1-BDCB-41FE-8914-A91DF0DDD7FB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3EF07-B6E3-F7BA-E733-45CF9B6E4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F14CE8-342B-BAA9-972D-B97C239D8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F2A9-CA29-48EE-864D-7DE64C6D2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33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A7F87-7FFB-A731-6A2A-03DBCF174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572B7A-5E30-8111-6163-283F5197E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127C1-BDCB-41FE-8914-A91DF0DDD7FB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3F4BE7-6D19-8585-E1E3-F6304E4A7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9B24FA-0072-816D-D93B-EA4690FBA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F2A9-CA29-48EE-864D-7DE64C6D2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179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E1189-AFC7-A93E-7EE1-F54B37A95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127C1-BDCB-41FE-8914-A91DF0DDD7FB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30FC5-F740-74E8-D50D-15CA26235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1A0F1-C616-0652-5EB7-62E44449D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F2A9-CA29-48EE-864D-7DE64C6D2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434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2524-B483-A166-1471-5919F4CC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D8AFB-7BE7-0F7C-5816-2BABCCA03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FF378-4612-A16F-11D5-FA4A1647A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E494E-9DA0-DB80-636A-D1D4C87DB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127C1-BDCB-41FE-8914-A91DF0DDD7FB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44ACF-28E3-3B8B-62C8-BB580516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83DE5-7E4C-A71A-CD8A-302F686A5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F2A9-CA29-48EE-864D-7DE64C6D2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394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C35F4-DA48-EEA3-5CA9-F363FF3B9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9B184B-511E-5DC5-ABD0-D1C363127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0F5281-6AC7-4763-EA1B-431490AC6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ED71E-A63C-4399-F647-7F6DDC2E8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127C1-BDCB-41FE-8914-A91DF0DDD7FB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699CD-B994-BDB4-1E25-E45E37EBF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E64D0-390E-B469-6FD7-BCA8E70B4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F2A9-CA29-48EE-864D-7DE64C6D2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79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130B6-5F87-65CC-FFFC-1EDAACEF4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3B758-89A1-CACE-65D9-49AD7AD3A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AB85F-186E-08A9-1B6A-EDA3A221A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127C1-BDCB-41FE-8914-A91DF0DDD7FB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741E4-F86C-A6E0-45CF-83FE327EE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D33CE-B1B2-70D0-E559-3C81336B5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F2A9-CA29-48EE-864D-7DE64C6D2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764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46C95F-A855-D42D-9824-F0E0D8FD85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69786C-7BBB-9E6F-32B5-FF0953729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BDFF5-8C60-B254-80A6-D52AF4578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127C1-BDCB-41FE-8914-A91DF0DDD7FB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4DD0C-AEE7-4F58-0CBC-6027993C5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B9AA-B9A8-2383-1A92-48B851CC7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F2A9-CA29-48EE-864D-7DE64C6D2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68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DAF774-8AC9-50FA-08A0-10543255C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E67C1-64A2-38D6-0F27-DBFFCCD05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79475-5F97-E987-CBD8-F2094274FF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127C1-BDCB-41FE-8914-A91DF0DDD7FB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99E2A-3E56-08D0-0ACB-849AF0C418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F63CF-E06E-2F0D-6883-BAAA30800E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AF2A9-CA29-48EE-864D-7DE64C6D2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963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04_44A596FC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7D95E-454E-8234-49EE-CB3E01F43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122363"/>
            <a:ext cx="9443258" cy="2387600"/>
          </a:xfrm>
        </p:spPr>
        <p:txBody>
          <a:bodyPr/>
          <a:lstStyle/>
          <a:p>
            <a:r>
              <a:rPr lang="en-US" dirty="0"/>
              <a:t>TAK Server - QUIC Protocol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C2D52-0563-A5A6-542B-58D1107B3C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650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8A381-EC70-2F5B-92AD-3988BE596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QUIC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A757D-75A6-75A3-92BC-5BD9282A4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670"/>
            <a:ext cx="10515600" cy="4564294"/>
          </a:xfrm>
        </p:spPr>
        <p:txBody>
          <a:bodyPr/>
          <a:lstStyle/>
          <a:p>
            <a:r>
              <a:rPr lang="en-US" dirty="0"/>
              <a:t>QUIC (Quick UDP Internet Connection) is a general-purpose transport layer network protocol.</a:t>
            </a:r>
          </a:p>
          <a:p>
            <a:r>
              <a:rPr lang="en-US" dirty="0"/>
              <a:t>It includes a built-in encryption based on TLS, which provides secure communication between the endpoints, which makes it harder for third parties to intercept and manipulate the internet traffic.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77475C-E6F4-7C91-890E-5554A6CB2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496" y="3894817"/>
            <a:ext cx="4539544" cy="293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376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1C436-0235-5792-7A55-9E0FA3342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QUIC Protocol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CD7EA-EAE2-1650-A340-DEED0E7E5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Open a terminal that is connected to your TAK Server and open the </a:t>
            </a:r>
            <a:r>
              <a:rPr lang="en-US" dirty="0" err="1"/>
              <a:t>CoreConfig</a:t>
            </a:r>
            <a:r>
              <a:rPr lang="en-US" dirty="0"/>
              <a:t> file with a text editor: </a:t>
            </a:r>
          </a:p>
          <a:p>
            <a:pPr lvl="1"/>
            <a:r>
              <a:rPr lang="en-US" b="1" dirty="0"/>
              <a:t>vim /opt/</a:t>
            </a:r>
            <a:r>
              <a:rPr lang="en-US" b="1" dirty="0" err="1"/>
              <a:t>tak</a:t>
            </a:r>
            <a:r>
              <a:rPr lang="en-US" b="1" dirty="0"/>
              <a:t>/CoreConfig.xml</a:t>
            </a:r>
          </a:p>
          <a:p>
            <a:pPr lvl="1"/>
            <a:r>
              <a:rPr lang="en-US" dirty="0"/>
              <a:t>Add the following line within the network body: </a:t>
            </a:r>
          </a:p>
          <a:p>
            <a:pPr lvl="2"/>
            <a:r>
              <a:rPr lang="en-US" b="1" dirty="0"/>
              <a:t>&lt;input _name=“</a:t>
            </a:r>
            <a:r>
              <a:rPr lang="en-US" b="1" dirty="0" err="1"/>
              <a:t>quic</a:t>
            </a:r>
            <a:r>
              <a:rPr lang="en-US" b="1" dirty="0"/>
              <a:t>-test” protocol=“</a:t>
            </a:r>
            <a:r>
              <a:rPr lang="en-US" b="1" dirty="0" err="1"/>
              <a:t>quic</a:t>
            </a:r>
            <a:r>
              <a:rPr lang="en-US" b="1" dirty="0"/>
              <a:t>” port=“8090” archive=“false”/&gt;</a:t>
            </a:r>
          </a:p>
          <a:p>
            <a:pPr lvl="2"/>
            <a:r>
              <a:rPr lang="en-US" dirty="0"/>
              <a:t>It should look like the following: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4DD1C2-E947-C243-16A4-59206C540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391" y="4343284"/>
            <a:ext cx="8402223" cy="16480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F162F4C-61FD-BD37-2C13-EE0D5CA097C7}"/>
              </a:ext>
            </a:extLst>
          </p:cNvPr>
          <p:cNvSpPr/>
          <p:nvPr/>
        </p:nvSpPr>
        <p:spPr>
          <a:xfrm>
            <a:off x="2541824" y="4804756"/>
            <a:ext cx="5544589" cy="24938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26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CD671-A4CD-5B54-25E7-D583AA620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QUIC Protocol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B0A12-0F96-8785-3A14-6042CA990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105"/>
            <a:ext cx="10515600" cy="4605858"/>
          </a:xfrm>
        </p:spPr>
        <p:txBody>
          <a:bodyPr/>
          <a:lstStyle/>
          <a:p>
            <a:r>
              <a:rPr lang="en-US" dirty="0"/>
              <a:t>Configure the firewall by running the following: </a:t>
            </a:r>
          </a:p>
          <a:p>
            <a:pPr lvl="1"/>
            <a:r>
              <a:rPr lang="en-US" dirty="0"/>
              <a:t>List the current networks: 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firewall-</a:t>
            </a:r>
            <a:r>
              <a:rPr lang="en-US" b="1" dirty="0" err="1"/>
              <a:t>cmd</a:t>
            </a:r>
            <a:r>
              <a:rPr lang="en-US" b="1" dirty="0"/>
              <a:t> --list-all</a:t>
            </a:r>
          </a:p>
          <a:p>
            <a:pPr lvl="1"/>
            <a:r>
              <a:rPr lang="en-US" dirty="0"/>
              <a:t>Add the needed port: 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firewall-</a:t>
            </a:r>
            <a:r>
              <a:rPr lang="en-US" b="1" dirty="0" err="1"/>
              <a:t>cmd</a:t>
            </a:r>
            <a:r>
              <a:rPr lang="en-US" b="1" dirty="0"/>
              <a:t> --zone=public --add-port 8090/</a:t>
            </a:r>
            <a:r>
              <a:rPr lang="en-US" b="1" dirty="0" err="1"/>
              <a:t>udp</a:t>
            </a:r>
            <a:r>
              <a:rPr lang="en-US" b="1" dirty="0"/>
              <a:t> --permanent</a:t>
            </a:r>
          </a:p>
          <a:p>
            <a:pPr lvl="1"/>
            <a:r>
              <a:rPr lang="en-US" dirty="0"/>
              <a:t>Reload the firewall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firewall-</a:t>
            </a:r>
            <a:r>
              <a:rPr lang="en-US" b="1" dirty="0" err="1"/>
              <a:t>cmd</a:t>
            </a:r>
            <a:r>
              <a:rPr lang="en-US" b="1" dirty="0"/>
              <a:t> --reload</a:t>
            </a:r>
          </a:p>
          <a:p>
            <a:pPr lvl="1"/>
            <a:r>
              <a:rPr lang="en-US" dirty="0"/>
              <a:t>Double check to ensure it was added properly: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firewall-</a:t>
            </a:r>
            <a:r>
              <a:rPr lang="en-US" b="1" dirty="0" err="1"/>
              <a:t>cmd</a:t>
            </a:r>
            <a:r>
              <a:rPr lang="en-US" b="1" dirty="0"/>
              <a:t> --list-all</a:t>
            </a:r>
          </a:p>
        </p:txBody>
      </p:sp>
    </p:spTree>
    <p:extLst>
      <p:ext uri="{BB962C8B-B14F-4D97-AF65-F5344CB8AC3E}">
        <p14:creationId xmlns:p14="http://schemas.microsoft.com/office/powerpoint/2010/main" val="1434949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B4315-2FAE-B6AB-855A-67D6ABEB8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QUIC Protocol - Connecting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D9DDB-CB89-790C-2AAA-E699873B3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790"/>
            <a:ext cx="10515600" cy="5361708"/>
          </a:xfrm>
        </p:spPr>
        <p:txBody>
          <a:bodyPr>
            <a:normAutofit/>
          </a:bodyPr>
          <a:lstStyle/>
          <a:p>
            <a:r>
              <a:rPr lang="en-US" dirty="0"/>
              <a:t>Start up your TAK device, I will be using </a:t>
            </a:r>
            <a:r>
              <a:rPr lang="en-US" dirty="0" err="1"/>
              <a:t>WinTAK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Open the network preferences and navigate to the server connection panel:</a:t>
            </a:r>
          </a:p>
          <a:p>
            <a:pPr lvl="2"/>
            <a:r>
              <a:rPr lang="en-US" dirty="0"/>
              <a:t>Select “Add Item” </a:t>
            </a:r>
          </a:p>
          <a:p>
            <a:pPr lvl="2"/>
            <a:r>
              <a:rPr lang="en-US" dirty="0"/>
              <a:t>Fill in the following information: </a:t>
            </a:r>
          </a:p>
          <a:p>
            <a:pPr lvl="3"/>
            <a:r>
              <a:rPr lang="en-US" b="1" dirty="0"/>
              <a:t>Description: </a:t>
            </a:r>
            <a:r>
              <a:rPr lang="en-US" dirty="0"/>
              <a:t>Name the server connection</a:t>
            </a:r>
          </a:p>
          <a:p>
            <a:pPr lvl="3"/>
            <a:r>
              <a:rPr lang="en-US" b="1" dirty="0"/>
              <a:t>Connection:</a:t>
            </a:r>
          </a:p>
          <a:p>
            <a:pPr lvl="4"/>
            <a:r>
              <a:rPr lang="en-US" b="1" dirty="0"/>
              <a:t>Protocol: </a:t>
            </a:r>
            <a:r>
              <a:rPr lang="en-US" dirty="0"/>
              <a:t>QUIC</a:t>
            </a:r>
          </a:p>
          <a:p>
            <a:pPr lvl="4"/>
            <a:r>
              <a:rPr lang="en-US" b="1" dirty="0"/>
              <a:t>Host Address: </a:t>
            </a:r>
            <a:r>
              <a:rPr lang="en-US" dirty="0"/>
              <a:t>Server IP Address</a:t>
            </a:r>
          </a:p>
          <a:p>
            <a:pPr lvl="4"/>
            <a:r>
              <a:rPr lang="en-US" b="1" dirty="0"/>
              <a:t>Port: </a:t>
            </a:r>
            <a:r>
              <a:rPr lang="en-US" dirty="0"/>
              <a:t>8090</a:t>
            </a:r>
          </a:p>
          <a:p>
            <a:pPr lvl="3"/>
            <a:r>
              <a:rPr lang="en-US" b="1" dirty="0"/>
              <a:t>Certificates: </a:t>
            </a:r>
            <a:endParaRPr lang="en-US" dirty="0"/>
          </a:p>
          <a:p>
            <a:pPr lvl="4"/>
            <a:r>
              <a:rPr lang="en-US" dirty="0"/>
              <a:t>If you have auto enrollment setup:</a:t>
            </a:r>
          </a:p>
          <a:p>
            <a:pPr lvl="5"/>
            <a:r>
              <a:rPr lang="en-US" dirty="0"/>
              <a:t>Import the CA of the server.</a:t>
            </a:r>
          </a:p>
          <a:p>
            <a:pPr lvl="4"/>
            <a:r>
              <a:rPr lang="en-US" dirty="0"/>
              <a:t>Import both the CA and the client certificate</a:t>
            </a:r>
          </a:p>
          <a:p>
            <a:pPr lvl="3"/>
            <a:r>
              <a:rPr lang="en-US" dirty="0"/>
              <a:t>Select “OK” and enter in the credentials for the user when prompted.  </a:t>
            </a:r>
          </a:p>
          <a:p>
            <a:pPr lvl="4"/>
            <a:r>
              <a:rPr lang="en-US" dirty="0"/>
              <a:t>You will have successfully connected when the cloud icon is green.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C7C3F7-C112-03C3-8BE6-B5C514B0F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6349" y="3716149"/>
            <a:ext cx="2229027" cy="1303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56BDCD-24A5-94A3-A4A5-40C161AE3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3933" y="2775939"/>
            <a:ext cx="2446376" cy="35661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42BC78-80DB-C018-DB10-BE1495EF47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69243"/>
            <a:ext cx="2457450" cy="51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70278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9faa6-9fe1-49b3-9a08-227a296b54a6}" enabled="1" method="Privileged" siteId="{d5fe813e-0caa-432a-b2ac-d555aa91bd1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301</Words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Aptos</vt:lpstr>
      <vt:lpstr>Arial</vt:lpstr>
      <vt:lpstr>Office Theme</vt:lpstr>
      <vt:lpstr>TAK Server - QUIC Protocol</vt:lpstr>
      <vt:lpstr>TAK Server - QUIC Protocol</vt:lpstr>
      <vt:lpstr>TAK Server - QUIC Protocol Setup</vt:lpstr>
      <vt:lpstr>TAK Server - QUIC Protocol Setup</vt:lpstr>
      <vt:lpstr>TAK Server - QUIC Protocol - Connecting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2024-08-15T12:21:26Z</dcterms:created>
  <dcterms:modified xsi:type="dcterms:W3CDTF">2024-08-26T21:12:47Z</dcterms:modified>
</cp:coreProperties>
</file>
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1_B7FE8F80.xml" ContentType="application/vnd.ms-powerpoint.comments+xml"/>
  <Override PartName="/ppt/comments/modernComment_108_8B37C38A.xml" ContentType="application/vnd.ms-powerpoint.comments+xml"/>
  <Override PartName="/ppt/comments/modernComment_111_AFD2E9C6.xml" ContentType="application/vnd.ms-powerpoint.comments+xml"/>
  <Override PartName="/ppt/comments/modernComment_112_70F8A70A.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8" r:id="rId21"/>
    <p:sldId id="296" r:id="rId22"/>
    <p:sldId id="277"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4AF000C-62EC-FE4C-69DB-62675E11F5A0}" name="Hunt, Randall [USA]" initials="HR[" userId="S::640458@bah.com::89bfa2a9-2144-4bd6-ba22-d79ad510780c" providerId="AD"/>
  <p188:author id="{F8FCC031-81A3-B21B-57EB-22115A932BF2}" name="Randall Hunt" initials="RH" userId="S::Randall_Hunt@partech.com::4c55b6c8-20fa-4fc5-ad69-633eabcdc40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138"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 Randall [USA]" userId="89bfa2a9-2144-4bd6-ba22-d79ad510780c" providerId="ADAL" clId="{FE0873B2-CA7B-466A-B25D-3F399381D6F0}"/>
    <pc:docChg chg="modSld">
      <pc:chgData name="Hunt, Randall [USA]" userId="89bfa2a9-2144-4bd6-ba22-d79ad510780c" providerId="ADAL" clId="{FE0873B2-CA7B-466A-B25D-3F399381D6F0}" dt="2024-08-27T14:51:35.485" v="35" actId="5793"/>
      <pc:docMkLst>
        <pc:docMk/>
      </pc:docMkLst>
      <pc:sldChg chg="modSp mod">
        <pc:chgData name="Hunt, Randall [USA]" userId="89bfa2a9-2144-4bd6-ba22-d79ad510780c" providerId="ADAL" clId="{FE0873B2-CA7B-466A-B25D-3F399381D6F0}" dt="2024-08-27T14:01:58.625" v="3" actId="20577"/>
        <pc:sldMkLst>
          <pc:docMk/>
          <pc:sldMk cId="200720836" sldId="258"/>
        </pc:sldMkLst>
        <pc:spChg chg="mod">
          <ac:chgData name="Hunt, Randall [USA]" userId="89bfa2a9-2144-4bd6-ba22-d79ad510780c" providerId="ADAL" clId="{FE0873B2-CA7B-466A-B25D-3F399381D6F0}" dt="2024-08-27T14:01:58.625" v="3" actId="20577"/>
          <ac:spMkLst>
            <pc:docMk/>
            <pc:sldMk cId="200720836" sldId="258"/>
            <ac:spMk id="3" creationId="{040C83E3-BC4F-0ED4-5550-7513811C3BA0}"/>
          </ac:spMkLst>
        </pc:spChg>
      </pc:sldChg>
      <pc:sldChg chg="modSp mod">
        <pc:chgData name="Hunt, Randall [USA]" userId="89bfa2a9-2144-4bd6-ba22-d79ad510780c" providerId="ADAL" clId="{FE0873B2-CA7B-466A-B25D-3F399381D6F0}" dt="2024-08-27T14:03:11.430" v="12" actId="20577"/>
        <pc:sldMkLst>
          <pc:docMk/>
          <pc:sldMk cId="1505165130" sldId="259"/>
        </pc:sldMkLst>
        <pc:spChg chg="mod">
          <ac:chgData name="Hunt, Randall [USA]" userId="89bfa2a9-2144-4bd6-ba22-d79ad510780c" providerId="ADAL" clId="{FE0873B2-CA7B-466A-B25D-3F399381D6F0}" dt="2024-08-27T14:03:11.430" v="12" actId="20577"/>
          <ac:spMkLst>
            <pc:docMk/>
            <pc:sldMk cId="1505165130" sldId="259"/>
            <ac:spMk id="3" creationId="{FF5C354E-743A-B984-D8D5-CFFC46910ACA}"/>
          </ac:spMkLst>
        </pc:spChg>
      </pc:sldChg>
      <pc:sldChg chg="modSp mod">
        <pc:chgData name="Hunt, Randall [USA]" userId="89bfa2a9-2144-4bd6-ba22-d79ad510780c" providerId="ADAL" clId="{FE0873B2-CA7B-466A-B25D-3F399381D6F0}" dt="2024-08-27T14:14:40.105" v="13" actId="1076"/>
        <pc:sldMkLst>
          <pc:docMk/>
          <pc:sldMk cId="1167433988" sldId="263"/>
        </pc:sldMkLst>
        <pc:picChg chg="mod">
          <ac:chgData name="Hunt, Randall [USA]" userId="89bfa2a9-2144-4bd6-ba22-d79ad510780c" providerId="ADAL" clId="{FE0873B2-CA7B-466A-B25D-3F399381D6F0}" dt="2024-08-27T14:14:40.105" v="13" actId="1076"/>
          <ac:picMkLst>
            <pc:docMk/>
            <pc:sldMk cId="1167433988" sldId="263"/>
            <ac:picMk id="5" creationId="{3DE9D33E-9150-26D3-AA29-BC980E6170F0}"/>
          </ac:picMkLst>
        </pc:picChg>
      </pc:sldChg>
      <pc:sldChg chg="addCm">
        <pc:chgData name="Hunt, Randall [USA]" userId="89bfa2a9-2144-4bd6-ba22-d79ad510780c" providerId="ADAL" clId="{FE0873B2-CA7B-466A-B25D-3F399381D6F0}" dt="2024-08-27T14:19:38.535" v="14"/>
        <pc:sldMkLst>
          <pc:docMk/>
          <pc:sldMk cId="2335687562" sldId="264"/>
        </pc:sldMkLst>
        <pc:extLst>
          <p:ext xmlns:p="http://schemas.openxmlformats.org/presentationml/2006/main" uri="{D6D511B9-2390-475A-947B-AFAB55BFBCF1}">
            <pc226:cmChg xmlns:pc226="http://schemas.microsoft.com/office/powerpoint/2022/06/main/command" chg="add">
              <pc226:chgData name="Hunt, Randall [USA]" userId="89bfa2a9-2144-4bd6-ba22-d79ad510780c" providerId="ADAL" clId="{FE0873B2-CA7B-466A-B25D-3F399381D6F0}" dt="2024-08-27T14:19:38.535" v="14"/>
              <pc2:cmMkLst xmlns:pc2="http://schemas.microsoft.com/office/powerpoint/2019/9/main/command">
                <pc:docMk/>
                <pc:sldMk cId="2335687562" sldId="264"/>
                <pc2:cmMk id="{D8541B13-C287-49CB-A2F3-4FC82B171ED7}"/>
              </pc2:cmMkLst>
            </pc226:cmChg>
          </p:ext>
        </pc:extLst>
      </pc:sldChg>
      <pc:sldChg chg="modSp mod">
        <pc:chgData name="Hunt, Randall [USA]" userId="89bfa2a9-2144-4bd6-ba22-d79ad510780c" providerId="ADAL" clId="{FE0873B2-CA7B-466A-B25D-3F399381D6F0}" dt="2024-08-27T14:24:43.430" v="25" actId="20577"/>
        <pc:sldMkLst>
          <pc:docMk/>
          <pc:sldMk cId="3447798727" sldId="265"/>
        </pc:sldMkLst>
        <pc:spChg chg="mod">
          <ac:chgData name="Hunt, Randall [USA]" userId="89bfa2a9-2144-4bd6-ba22-d79ad510780c" providerId="ADAL" clId="{FE0873B2-CA7B-466A-B25D-3F399381D6F0}" dt="2024-08-27T14:24:43.430" v="25" actId="20577"/>
          <ac:spMkLst>
            <pc:docMk/>
            <pc:sldMk cId="3447798727" sldId="265"/>
            <ac:spMk id="3" creationId="{EA9F9A51-700A-856B-6A3C-97E4C39BBD52}"/>
          </ac:spMkLst>
        </pc:spChg>
      </pc:sldChg>
      <pc:sldChg chg="modSp mod">
        <pc:chgData name="Hunt, Randall [USA]" userId="89bfa2a9-2144-4bd6-ba22-d79ad510780c" providerId="ADAL" clId="{FE0873B2-CA7B-466A-B25D-3F399381D6F0}" dt="2024-08-27T14:43:39.215" v="33" actId="20577"/>
        <pc:sldMkLst>
          <pc:docMk/>
          <pc:sldMk cId="2677807084" sldId="272"/>
        </pc:sldMkLst>
        <pc:spChg chg="mod">
          <ac:chgData name="Hunt, Randall [USA]" userId="89bfa2a9-2144-4bd6-ba22-d79ad510780c" providerId="ADAL" clId="{FE0873B2-CA7B-466A-B25D-3F399381D6F0}" dt="2024-08-27T14:43:39.215" v="33" actId="20577"/>
          <ac:spMkLst>
            <pc:docMk/>
            <pc:sldMk cId="2677807084" sldId="272"/>
            <ac:spMk id="3" creationId="{0645923C-8572-973B-CB1E-1AC2DC547DB4}"/>
          </ac:spMkLst>
        </pc:spChg>
      </pc:sldChg>
      <pc:sldChg chg="modSp mod">
        <pc:chgData name="Hunt, Randall [USA]" userId="89bfa2a9-2144-4bd6-ba22-d79ad510780c" providerId="ADAL" clId="{FE0873B2-CA7B-466A-B25D-3F399381D6F0}" dt="2024-08-27T14:51:35.485" v="35" actId="5793"/>
        <pc:sldMkLst>
          <pc:docMk/>
          <pc:sldMk cId="2961637040" sldId="276"/>
        </pc:sldMkLst>
        <pc:spChg chg="mod">
          <ac:chgData name="Hunt, Randall [USA]" userId="89bfa2a9-2144-4bd6-ba22-d79ad510780c" providerId="ADAL" clId="{FE0873B2-CA7B-466A-B25D-3F399381D6F0}" dt="2024-08-27T14:51:35.485" v="35" actId="5793"/>
          <ac:spMkLst>
            <pc:docMk/>
            <pc:sldMk cId="2961637040" sldId="276"/>
            <ac:spMk id="3" creationId="{3630B0A8-B54A-99E3-09F4-323C53926CBA}"/>
          </ac:spMkLst>
        </pc:spChg>
      </pc:sldChg>
    </pc:docChg>
  </pc:docChgLst>
  <pc:docChgLst>
    <pc:chgData name="Randall Hunt" userId="4c55b6c8-20fa-4fc5-ad69-633eabcdc40e" providerId="ADAL" clId="{5461ECB2-3BBB-4180-A2F3-F6F5C38560C4}"/>
    <pc:docChg chg="undo custSel addSld delSld modSld sldOrd">
      <pc:chgData name="Randall Hunt" userId="4c55b6c8-20fa-4fc5-ad69-633eabcdc40e" providerId="ADAL" clId="{5461ECB2-3BBB-4180-A2F3-F6F5C38560C4}" dt="2024-08-10T20:19:09.329" v="8269" actId="313"/>
      <pc:docMkLst>
        <pc:docMk/>
      </pc:docMkLst>
      <pc:sldChg chg="del ord">
        <pc:chgData name="Randall Hunt" userId="4c55b6c8-20fa-4fc5-ad69-633eabcdc40e" providerId="ADAL" clId="{5461ECB2-3BBB-4180-A2F3-F6F5C38560C4}" dt="2024-08-10T15:28:17.363" v="5" actId="47"/>
        <pc:sldMkLst>
          <pc:docMk/>
          <pc:sldMk cId="3454735691" sldId="256"/>
        </pc:sldMkLst>
      </pc:sldChg>
      <pc:sldChg chg="add ord">
        <pc:chgData name="Randall Hunt" userId="4c55b6c8-20fa-4fc5-ad69-633eabcdc40e" providerId="ADAL" clId="{5461ECB2-3BBB-4180-A2F3-F6F5C38560C4}" dt="2024-08-10T15:27:55.030" v="2"/>
        <pc:sldMkLst>
          <pc:docMk/>
          <pc:sldMk cId="3086913408" sldId="257"/>
        </pc:sldMkLst>
      </pc:sldChg>
      <pc:sldChg chg="addSp modSp new mod">
        <pc:chgData name="Randall Hunt" userId="4c55b6c8-20fa-4fc5-ad69-633eabcdc40e" providerId="ADAL" clId="{5461ECB2-3BBB-4180-A2F3-F6F5C38560C4}" dt="2024-08-10T15:31:33.263" v="376" actId="1076"/>
        <pc:sldMkLst>
          <pc:docMk/>
          <pc:sldMk cId="200720836" sldId="258"/>
        </pc:sldMkLst>
        <pc:spChg chg="mod">
          <ac:chgData name="Randall Hunt" userId="4c55b6c8-20fa-4fc5-ad69-633eabcdc40e" providerId="ADAL" clId="{5461ECB2-3BBB-4180-A2F3-F6F5C38560C4}" dt="2024-08-10T15:28:24.067" v="39" actId="20577"/>
          <ac:spMkLst>
            <pc:docMk/>
            <pc:sldMk cId="200720836" sldId="258"/>
            <ac:spMk id="2" creationId="{08B27738-511E-8078-D43F-C33435F55BC3}"/>
          </ac:spMkLst>
        </pc:spChg>
        <pc:spChg chg="mod">
          <ac:chgData name="Randall Hunt" userId="4c55b6c8-20fa-4fc5-ad69-633eabcdc40e" providerId="ADAL" clId="{5461ECB2-3BBB-4180-A2F3-F6F5C38560C4}" dt="2024-08-10T15:30:08.695" v="374" actId="20577"/>
          <ac:spMkLst>
            <pc:docMk/>
            <pc:sldMk cId="200720836" sldId="258"/>
            <ac:spMk id="3" creationId="{040C83E3-BC4F-0ED4-5550-7513811C3BA0}"/>
          </ac:spMkLst>
        </pc:spChg>
        <pc:picChg chg="add mod">
          <ac:chgData name="Randall Hunt" userId="4c55b6c8-20fa-4fc5-ad69-633eabcdc40e" providerId="ADAL" clId="{5461ECB2-3BBB-4180-A2F3-F6F5C38560C4}" dt="2024-08-10T15:31:33.263" v="376" actId="1076"/>
          <ac:picMkLst>
            <pc:docMk/>
            <pc:sldMk cId="200720836" sldId="258"/>
            <ac:picMk id="5" creationId="{B714E541-0B14-B8EC-29AC-5FCB06A95953}"/>
          </ac:picMkLst>
        </pc:picChg>
      </pc:sldChg>
      <pc:sldChg chg="addSp modSp new mod">
        <pc:chgData name="Randall Hunt" userId="4c55b6c8-20fa-4fc5-ad69-633eabcdc40e" providerId="ADAL" clId="{5461ECB2-3BBB-4180-A2F3-F6F5C38560C4}" dt="2024-08-10T15:32:27.166" v="476" actId="1076"/>
        <pc:sldMkLst>
          <pc:docMk/>
          <pc:sldMk cId="1505165130" sldId="259"/>
        </pc:sldMkLst>
        <pc:spChg chg="mod">
          <ac:chgData name="Randall Hunt" userId="4c55b6c8-20fa-4fc5-ad69-633eabcdc40e" providerId="ADAL" clId="{5461ECB2-3BBB-4180-A2F3-F6F5C38560C4}" dt="2024-08-10T15:31:42.297" v="408" actId="20577"/>
          <ac:spMkLst>
            <pc:docMk/>
            <pc:sldMk cId="1505165130" sldId="259"/>
            <ac:spMk id="2" creationId="{93287ED8-7A4E-B083-FDA2-1CB59AB3F115}"/>
          </ac:spMkLst>
        </pc:spChg>
        <pc:spChg chg="mod">
          <ac:chgData name="Randall Hunt" userId="4c55b6c8-20fa-4fc5-ad69-633eabcdc40e" providerId="ADAL" clId="{5461ECB2-3BBB-4180-A2F3-F6F5C38560C4}" dt="2024-08-10T15:32:03.021" v="473" actId="20577"/>
          <ac:spMkLst>
            <pc:docMk/>
            <pc:sldMk cId="1505165130" sldId="259"/>
            <ac:spMk id="3" creationId="{FF5C354E-743A-B984-D8D5-CFFC46910ACA}"/>
          </ac:spMkLst>
        </pc:spChg>
        <pc:picChg chg="add mod">
          <ac:chgData name="Randall Hunt" userId="4c55b6c8-20fa-4fc5-ad69-633eabcdc40e" providerId="ADAL" clId="{5461ECB2-3BBB-4180-A2F3-F6F5C38560C4}" dt="2024-08-10T15:32:27.166" v="476" actId="1076"/>
          <ac:picMkLst>
            <pc:docMk/>
            <pc:sldMk cId="1505165130" sldId="259"/>
            <ac:picMk id="5" creationId="{963C615B-4016-8ECB-7130-8408FA19C7D6}"/>
          </ac:picMkLst>
        </pc:picChg>
      </pc:sldChg>
      <pc:sldChg chg="addSp modSp new mod">
        <pc:chgData name="Randall Hunt" userId="4c55b6c8-20fa-4fc5-ad69-633eabcdc40e" providerId="ADAL" clId="{5461ECB2-3BBB-4180-A2F3-F6F5C38560C4}" dt="2024-08-10T15:36:24.881" v="1005" actId="20577"/>
        <pc:sldMkLst>
          <pc:docMk/>
          <pc:sldMk cId="2191509670" sldId="260"/>
        </pc:sldMkLst>
        <pc:spChg chg="mod">
          <ac:chgData name="Randall Hunt" userId="4c55b6c8-20fa-4fc5-ad69-633eabcdc40e" providerId="ADAL" clId="{5461ECB2-3BBB-4180-A2F3-F6F5C38560C4}" dt="2024-08-10T15:32:41.625" v="508" actId="20577"/>
          <ac:spMkLst>
            <pc:docMk/>
            <pc:sldMk cId="2191509670" sldId="260"/>
            <ac:spMk id="2" creationId="{BE855C75-7FF9-B488-D49B-DF7A74FC286F}"/>
          </ac:spMkLst>
        </pc:spChg>
        <pc:spChg chg="mod">
          <ac:chgData name="Randall Hunt" userId="4c55b6c8-20fa-4fc5-ad69-633eabcdc40e" providerId="ADAL" clId="{5461ECB2-3BBB-4180-A2F3-F6F5C38560C4}" dt="2024-08-10T15:36:24.881" v="1005" actId="20577"/>
          <ac:spMkLst>
            <pc:docMk/>
            <pc:sldMk cId="2191509670" sldId="260"/>
            <ac:spMk id="3" creationId="{8954E794-3AD5-7D16-EA7F-7AC4B7DE632E}"/>
          </ac:spMkLst>
        </pc:spChg>
        <pc:picChg chg="add mod">
          <ac:chgData name="Randall Hunt" userId="4c55b6c8-20fa-4fc5-ad69-633eabcdc40e" providerId="ADAL" clId="{5461ECB2-3BBB-4180-A2F3-F6F5C38560C4}" dt="2024-08-10T15:35:01.452" v="844" actId="1076"/>
          <ac:picMkLst>
            <pc:docMk/>
            <pc:sldMk cId="2191509670" sldId="260"/>
            <ac:picMk id="5" creationId="{9F6C87AC-0AC3-813F-A530-FF014D4CAAD7}"/>
          </ac:picMkLst>
        </pc:picChg>
        <pc:picChg chg="add mod">
          <ac:chgData name="Randall Hunt" userId="4c55b6c8-20fa-4fc5-ad69-633eabcdc40e" providerId="ADAL" clId="{5461ECB2-3BBB-4180-A2F3-F6F5C38560C4}" dt="2024-08-10T15:35:57.456" v="927" actId="1076"/>
          <ac:picMkLst>
            <pc:docMk/>
            <pc:sldMk cId="2191509670" sldId="260"/>
            <ac:picMk id="7" creationId="{378F2192-C1AA-A719-3443-BD6FBA76B5F7}"/>
          </ac:picMkLst>
        </pc:picChg>
      </pc:sldChg>
      <pc:sldChg chg="addSp modSp new mod">
        <pc:chgData name="Randall Hunt" userId="4c55b6c8-20fa-4fc5-ad69-633eabcdc40e" providerId="ADAL" clId="{5461ECB2-3BBB-4180-A2F3-F6F5C38560C4}" dt="2024-08-10T15:39:33.876" v="1469" actId="20577"/>
        <pc:sldMkLst>
          <pc:docMk/>
          <pc:sldMk cId="2992655830" sldId="261"/>
        </pc:sldMkLst>
        <pc:spChg chg="mod">
          <ac:chgData name="Randall Hunt" userId="4c55b6c8-20fa-4fc5-ad69-633eabcdc40e" providerId="ADAL" clId="{5461ECB2-3BBB-4180-A2F3-F6F5C38560C4}" dt="2024-08-10T15:36:33.665" v="1039" actId="20577"/>
          <ac:spMkLst>
            <pc:docMk/>
            <pc:sldMk cId="2992655830" sldId="261"/>
            <ac:spMk id="2" creationId="{15EC6CF3-2840-2C72-98C8-4101731AB7E7}"/>
          </ac:spMkLst>
        </pc:spChg>
        <pc:spChg chg="mod">
          <ac:chgData name="Randall Hunt" userId="4c55b6c8-20fa-4fc5-ad69-633eabcdc40e" providerId="ADAL" clId="{5461ECB2-3BBB-4180-A2F3-F6F5C38560C4}" dt="2024-08-10T15:39:33.876" v="1469" actId="20577"/>
          <ac:spMkLst>
            <pc:docMk/>
            <pc:sldMk cId="2992655830" sldId="261"/>
            <ac:spMk id="3" creationId="{FA45E9E9-0C4D-47F3-6364-0C7A7C2252A4}"/>
          </ac:spMkLst>
        </pc:spChg>
        <pc:picChg chg="add mod">
          <ac:chgData name="Randall Hunt" userId="4c55b6c8-20fa-4fc5-ad69-633eabcdc40e" providerId="ADAL" clId="{5461ECB2-3BBB-4180-A2F3-F6F5C38560C4}" dt="2024-08-10T15:37:57.566" v="1235" actId="1076"/>
          <ac:picMkLst>
            <pc:docMk/>
            <pc:sldMk cId="2992655830" sldId="261"/>
            <ac:picMk id="5" creationId="{42BA70CE-BEAA-83C0-FCD7-82F8CE2C342A}"/>
          </ac:picMkLst>
        </pc:picChg>
      </pc:sldChg>
      <pc:sldChg chg="addSp modSp new mod">
        <pc:chgData name="Randall Hunt" userId="4c55b6c8-20fa-4fc5-ad69-633eabcdc40e" providerId="ADAL" clId="{5461ECB2-3BBB-4180-A2F3-F6F5C38560C4}" dt="2024-08-10T15:41:25.734" v="1673" actId="1076"/>
        <pc:sldMkLst>
          <pc:docMk/>
          <pc:sldMk cId="2356188696" sldId="262"/>
        </pc:sldMkLst>
        <pc:spChg chg="mod">
          <ac:chgData name="Randall Hunt" userId="4c55b6c8-20fa-4fc5-ad69-633eabcdc40e" providerId="ADAL" clId="{5461ECB2-3BBB-4180-A2F3-F6F5C38560C4}" dt="2024-08-10T15:39:43.981" v="1501" actId="20577"/>
          <ac:spMkLst>
            <pc:docMk/>
            <pc:sldMk cId="2356188696" sldId="262"/>
            <ac:spMk id="2" creationId="{003759C8-2362-60C7-3345-00043E9A9C89}"/>
          </ac:spMkLst>
        </pc:spChg>
        <pc:spChg chg="mod">
          <ac:chgData name="Randall Hunt" userId="4c55b6c8-20fa-4fc5-ad69-633eabcdc40e" providerId="ADAL" clId="{5461ECB2-3BBB-4180-A2F3-F6F5C38560C4}" dt="2024-08-10T15:41:20.770" v="1671" actId="14100"/>
          <ac:spMkLst>
            <pc:docMk/>
            <pc:sldMk cId="2356188696" sldId="262"/>
            <ac:spMk id="3" creationId="{05956971-19A6-34CE-92A7-CB0460BB2011}"/>
          </ac:spMkLst>
        </pc:spChg>
        <pc:picChg chg="add mod">
          <ac:chgData name="Randall Hunt" userId="4c55b6c8-20fa-4fc5-ad69-633eabcdc40e" providerId="ADAL" clId="{5461ECB2-3BBB-4180-A2F3-F6F5C38560C4}" dt="2024-08-10T15:41:25.734" v="1673" actId="1076"/>
          <ac:picMkLst>
            <pc:docMk/>
            <pc:sldMk cId="2356188696" sldId="262"/>
            <ac:picMk id="5" creationId="{A679EAF5-897E-9F99-5BA0-F726199EFE1D}"/>
          </ac:picMkLst>
        </pc:picChg>
      </pc:sldChg>
      <pc:sldChg chg="addSp modSp new mod">
        <pc:chgData name="Randall Hunt" userId="4c55b6c8-20fa-4fc5-ad69-633eabcdc40e" providerId="ADAL" clId="{5461ECB2-3BBB-4180-A2F3-F6F5C38560C4}" dt="2024-08-10T15:42:48.481" v="1864" actId="1076"/>
        <pc:sldMkLst>
          <pc:docMk/>
          <pc:sldMk cId="1167433988" sldId="263"/>
        </pc:sldMkLst>
        <pc:spChg chg="mod">
          <ac:chgData name="Randall Hunt" userId="4c55b6c8-20fa-4fc5-ad69-633eabcdc40e" providerId="ADAL" clId="{5461ECB2-3BBB-4180-A2F3-F6F5C38560C4}" dt="2024-08-10T15:41:33.323" v="1705" actId="20577"/>
          <ac:spMkLst>
            <pc:docMk/>
            <pc:sldMk cId="1167433988" sldId="263"/>
            <ac:spMk id="2" creationId="{A70A2D8F-8D57-10F7-E88E-EB1DC280C24C}"/>
          </ac:spMkLst>
        </pc:spChg>
        <pc:spChg chg="mod">
          <ac:chgData name="Randall Hunt" userId="4c55b6c8-20fa-4fc5-ad69-633eabcdc40e" providerId="ADAL" clId="{5461ECB2-3BBB-4180-A2F3-F6F5C38560C4}" dt="2024-08-10T15:42:26.909" v="1858" actId="14100"/>
          <ac:spMkLst>
            <pc:docMk/>
            <pc:sldMk cId="1167433988" sldId="263"/>
            <ac:spMk id="3" creationId="{731981D1-FC0B-C90B-34FB-D53388A6A1A0}"/>
          </ac:spMkLst>
        </pc:spChg>
        <pc:picChg chg="add mod">
          <ac:chgData name="Randall Hunt" userId="4c55b6c8-20fa-4fc5-ad69-633eabcdc40e" providerId="ADAL" clId="{5461ECB2-3BBB-4180-A2F3-F6F5C38560C4}" dt="2024-08-10T15:42:48.481" v="1864" actId="1076"/>
          <ac:picMkLst>
            <pc:docMk/>
            <pc:sldMk cId="1167433988" sldId="263"/>
            <ac:picMk id="5" creationId="{3DE9D33E-9150-26D3-AA29-BC980E6170F0}"/>
          </ac:picMkLst>
        </pc:picChg>
      </pc:sldChg>
      <pc:sldChg chg="addSp modSp new mod">
        <pc:chgData name="Randall Hunt" userId="4c55b6c8-20fa-4fc5-ad69-633eabcdc40e" providerId="ADAL" clId="{5461ECB2-3BBB-4180-A2F3-F6F5C38560C4}" dt="2024-08-10T15:48:17.760" v="2345" actId="1076"/>
        <pc:sldMkLst>
          <pc:docMk/>
          <pc:sldMk cId="2335687562" sldId="264"/>
        </pc:sldMkLst>
        <pc:spChg chg="mod">
          <ac:chgData name="Randall Hunt" userId="4c55b6c8-20fa-4fc5-ad69-633eabcdc40e" providerId="ADAL" clId="{5461ECB2-3BBB-4180-A2F3-F6F5C38560C4}" dt="2024-08-10T15:43:00.351" v="1896" actId="20577"/>
          <ac:spMkLst>
            <pc:docMk/>
            <pc:sldMk cId="2335687562" sldId="264"/>
            <ac:spMk id="2" creationId="{99C09734-C3D7-9067-A46C-D3F02CA8381D}"/>
          </ac:spMkLst>
        </pc:spChg>
        <pc:spChg chg="mod">
          <ac:chgData name="Randall Hunt" userId="4c55b6c8-20fa-4fc5-ad69-633eabcdc40e" providerId="ADAL" clId="{5461ECB2-3BBB-4180-A2F3-F6F5C38560C4}" dt="2024-08-10T15:47:27.373" v="2342" actId="20577"/>
          <ac:spMkLst>
            <pc:docMk/>
            <pc:sldMk cId="2335687562" sldId="264"/>
            <ac:spMk id="3" creationId="{EEAF0166-5CE3-8C6F-7B5B-64C8EFC4FADB}"/>
          </ac:spMkLst>
        </pc:spChg>
        <pc:picChg chg="add mod">
          <ac:chgData name="Randall Hunt" userId="4c55b6c8-20fa-4fc5-ad69-633eabcdc40e" providerId="ADAL" clId="{5461ECB2-3BBB-4180-A2F3-F6F5C38560C4}" dt="2024-08-10T15:46:15.617" v="2220" actId="1076"/>
          <ac:picMkLst>
            <pc:docMk/>
            <pc:sldMk cId="2335687562" sldId="264"/>
            <ac:picMk id="5" creationId="{2B56A515-3769-F9D4-C65E-2291E3EA48C6}"/>
          </ac:picMkLst>
        </pc:picChg>
        <pc:picChg chg="add mod">
          <ac:chgData name="Randall Hunt" userId="4c55b6c8-20fa-4fc5-ad69-633eabcdc40e" providerId="ADAL" clId="{5461ECB2-3BBB-4180-A2F3-F6F5C38560C4}" dt="2024-08-10T15:48:17.760" v="2345" actId="1076"/>
          <ac:picMkLst>
            <pc:docMk/>
            <pc:sldMk cId="2335687562" sldId="264"/>
            <ac:picMk id="7" creationId="{D7C05993-C6B8-EB24-1FFC-F01E885FFEE9}"/>
          </ac:picMkLst>
        </pc:picChg>
      </pc:sldChg>
      <pc:sldChg chg="addSp modSp new mod">
        <pc:chgData name="Randall Hunt" userId="4c55b6c8-20fa-4fc5-ad69-633eabcdc40e" providerId="ADAL" clId="{5461ECB2-3BBB-4180-A2F3-F6F5C38560C4}" dt="2024-08-10T15:51:43.466" v="2715" actId="1076"/>
        <pc:sldMkLst>
          <pc:docMk/>
          <pc:sldMk cId="3447798727" sldId="265"/>
        </pc:sldMkLst>
        <pc:spChg chg="mod">
          <ac:chgData name="Randall Hunt" userId="4c55b6c8-20fa-4fc5-ad69-633eabcdc40e" providerId="ADAL" clId="{5461ECB2-3BBB-4180-A2F3-F6F5C38560C4}" dt="2024-08-10T15:48:26.756" v="2383" actId="20577"/>
          <ac:spMkLst>
            <pc:docMk/>
            <pc:sldMk cId="3447798727" sldId="265"/>
            <ac:spMk id="2" creationId="{6D52BFDC-2D88-880C-AF3D-347FCC467E79}"/>
          </ac:spMkLst>
        </pc:spChg>
        <pc:spChg chg="mod">
          <ac:chgData name="Randall Hunt" userId="4c55b6c8-20fa-4fc5-ad69-633eabcdc40e" providerId="ADAL" clId="{5461ECB2-3BBB-4180-A2F3-F6F5C38560C4}" dt="2024-08-10T15:51:17.806" v="2711" actId="20577"/>
          <ac:spMkLst>
            <pc:docMk/>
            <pc:sldMk cId="3447798727" sldId="265"/>
            <ac:spMk id="3" creationId="{EA9F9A51-700A-856B-6A3C-97E4C39BBD52}"/>
          </ac:spMkLst>
        </pc:spChg>
        <pc:picChg chg="add mod">
          <ac:chgData name="Randall Hunt" userId="4c55b6c8-20fa-4fc5-ad69-633eabcdc40e" providerId="ADAL" clId="{5461ECB2-3BBB-4180-A2F3-F6F5C38560C4}" dt="2024-08-10T15:51:05.481" v="2672" actId="1076"/>
          <ac:picMkLst>
            <pc:docMk/>
            <pc:sldMk cId="3447798727" sldId="265"/>
            <ac:picMk id="5" creationId="{5867EFAF-8B62-83BF-7245-401506F45401}"/>
          </ac:picMkLst>
        </pc:picChg>
        <pc:picChg chg="add mod">
          <ac:chgData name="Randall Hunt" userId="4c55b6c8-20fa-4fc5-ad69-633eabcdc40e" providerId="ADAL" clId="{5461ECB2-3BBB-4180-A2F3-F6F5C38560C4}" dt="2024-08-10T15:51:43.466" v="2715" actId="1076"/>
          <ac:picMkLst>
            <pc:docMk/>
            <pc:sldMk cId="3447798727" sldId="265"/>
            <ac:picMk id="7" creationId="{CBD1F3D7-3065-E614-94F6-D3E8B98B239F}"/>
          </ac:picMkLst>
        </pc:picChg>
      </pc:sldChg>
      <pc:sldChg chg="addSp modSp new mod">
        <pc:chgData name="Randall Hunt" userId="4c55b6c8-20fa-4fc5-ad69-633eabcdc40e" providerId="ADAL" clId="{5461ECB2-3BBB-4180-A2F3-F6F5C38560C4}" dt="2024-08-10T15:56:04.805" v="3186" actId="313"/>
        <pc:sldMkLst>
          <pc:docMk/>
          <pc:sldMk cId="2106323666" sldId="266"/>
        </pc:sldMkLst>
        <pc:spChg chg="mod">
          <ac:chgData name="Randall Hunt" userId="4c55b6c8-20fa-4fc5-ad69-633eabcdc40e" providerId="ADAL" clId="{5461ECB2-3BBB-4180-A2F3-F6F5C38560C4}" dt="2024-08-10T15:52:17.271" v="2814" actId="20577"/>
          <ac:spMkLst>
            <pc:docMk/>
            <pc:sldMk cId="2106323666" sldId="266"/>
            <ac:spMk id="2" creationId="{32601C5F-1A88-AA5D-22EA-B9C098CE3845}"/>
          </ac:spMkLst>
        </pc:spChg>
        <pc:spChg chg="mod">
          <ac:chgData name="Randall Hunt" userId="4c55b6c8-20fa-4fc5-ad69-633eabcdc40e" providerId="ADAL" clId="{5461ECB2-3BBB-4180-A2F3-F6F5C38560C4}" dt="2024-08-10T15:56:04.805" v="3186" actId="313"/>
          <ac:spMkLst>
            <pc:docMk/>
            <pc:sldMk cId="2106323666" sldId="266"/>
            <ac:spMk id="3" creationId="{FC9CB41F-8581-DA22-591E-7923E1F4B95C}"/>
          </ac:spMkLst>
        </pc:spChg>
        <pc:picChg chg="add mod">
          <ac:chgData name="Randall Hunt" userId="4c55b6c8-20fa-4fc5-ad69-633eabcdc40e" providerId="ADAL" clId="{5461ECB2-3BBB-4180-A2F3-F6F5C38560C4}" dt="2024-08-10T15:54:43.806" v="3013" actId="1076"/>
          <ac:picMkLst>
            <pc:docMk/>
            <pc:sldMk cId="2106323666" sldId="266"/>
            <ac:picMk id="5" creationId="{F5C2724D-3803-F9EC-0B8F-058B6691B1CA}"/>
          </ac:picMkLst>
        </pc:picChg>
        <pc:picChg chg="add mod">
          <ac:chgData name="Randall Hunt" userId="4c55b6c8-20fa-4fc5-ad69-633eabcdc40e" providerId="ADAL" clId="{5461ECB2-3BBB-4180-A2F3-F6F5C38560C4}" dt="2024-08-10T15:55:34.472" v="3093" actId="1076"/>
          <ac:picMkLst>
            <pc:docMk/>
            <pc:sldMk cId="2106323666" sldId="266"/>
            <ac:picMk id="7" creationId="{5DF7AAB2-2218-F523-660C-5B6214C29A98}"/>
          </ac:picMkLst>
        </pc:picChg>
      </pc:sldChg>
      <pc:sldChg chg="addSp modSp new mod">
        <pc:chgData name="Randall Hunt" userId="4c55b6c8-20fa-4fc5-ad69-633eabcdc40e" providerId="ADAL" clId="{5461ECB2-3BBB-4180-A2F3-F6F5C38560C4}" dt="2024-08-10T15:59:42.903" v="3622" actId="1076"/>
        <pc:sldMkLst>
          <pc:docMk/>
          <pc:sldMk cId="3110186113" sldId="267"/>
        </pc:sldMkLst>
        <pc:spChg chg="mod">
          <ac:chgData name="Randall Hunt" userId="4c55b6c8-20fa-4fc5-ad69-633eabcdc40e" providerId="ADAL" clId="{5461ECB2-3BBB-4180-A2F3-F6F5C38560C4}" dt="2024-08-10T15:56:33.293" v="3256" actId="20577"/>
          <ac:spMkLst>
            <pc:docMk/>
            <pc:sldMk cId="3110186113" sldId="267"/>
            <ac:spMk id="2" creationId="{A24FC430-D0FF-6793-C800-74A50FE11056}"/>
          </ac:spMkLst>
        </pc:spChg>
        <pc:spChg chg="mod">
          <ac:chgData name="Randall Hunt" userId="4c55b6c8-20fa-4fc5-ad69-633eabcdc40e" providerId="ADAL" clId="{5461ECB2-3BBB-4180-A2F3-F6F5C38560C4}" dt="2024-08-10T15:59:29.308" v="3621" actId="313"/>
          <ac:spMkLst>
            <pc:docMk/>
            <pc:sldMk cId="3110186113" sldId="267"/>
            <ac:spMk id="3" creationId="{A05CBB66-A1FF-6C2D-2CC2-542C7B1BB393}"/>
          </ac:spMkLst>
        </pc:spChg>
        <pc:picChg chg="add mod">
          <ac:chgData name="Randall Hunt" userId="4c55b6c8-20fa-4fc5-ad69-633eabcdc40e" providerId="ADAL" clId="{5461ECB2-3BBB-4180-A2F3-F6F5C38560C4}" dt="2024-08-10T15:57:48.805" v="3388" actId="1076"/>
          <ac:picMkLst>
            <pc:docMk/>
            <pc:sldMk cId="3110186113" sldId="267"/>
            <ac:picMk id="5" creationId="{3ADC8E34-2F69-D8BC-8D52-D47E3FB5D75F}"/>
          </ac:picMkLst>
        </pc:picChg>
        <pc:picChg chg="add mod">
          <ac:chgData name="Randall Hunt" userId="4c55b6c8-20fa-4fc5-ad69-633eabcdc40e" providerId="ADAL" clId="{5461ECB2-3BBB-4180-A2F3-F6F5C38560C4}" dt="2024-08-10T15:59:42.903" v="3622" actId="1076"/>
          <ac:picMkLst>
            <pc:docMk/>
            <pc:sldMk cId="3110186113" sldId="267"/>
            <ac:picMk id="7" creationId="{8BD3593D-F437-391B-DEF2-8ECECF59A325}"/>
          </ac:picMkLst>
        </pc:picChg>
      </pc:sldChg>
      <pc:sldChg chg="addSp modSp new mod">
        <pc:chgData name="Randall Hunt" userId="4c55b6c8-20fa-4fc5-ad69-633eabcdc40e" providerId="ADAL" clId="{5461ECB2-3BBB-4180-A2F3-F6F5C38560C4}" dt="2024-08-10T16:06:16.037" v="4362" actId="20577"/>
        <pc:sldMkLst>
          <pc:docMk/>
          <pc:sldMk cId="368659143" sldId="268"/>
        </pc:sldMkLst>
        <pc:spChg chg="mod">
          <ac:chgData name="Randall Hunt" userId="4c55b6c8-20fa-4fc5-ad69-633eabcdc40e" providerId="ADAL" clId="{5461ECB2-3BBB-4180-A2F3-F6F5C38560C4}" dt="2024-08-10T16:00:18.033" v="3709" actId="20577"/>
          <ac:spMkLst>
            <pc:docMk/>
            <pc:sldMk cId="368659143" sldId="268"/>
            <ac:spMk id="2" creationId="{84D63231-B382-0119-86C7-4B03EB68526D}"/>
          </ac:spMkLst>
        </pc:spChg>
        <pc:spChg chg="mod">
          <ac:chgData name="Randall Hunt" userId="4c55b6c8-20fa-4fc5-ad69-633eabcdc40e" providerId="ADAL" clId="{5461ECB2-3BBB-4180-A2F3-F6F5C38560C4}" dt="2024-08-10T16:06:16.037" v="4362" actId="20577"/>
          <ac:spMkLst>
            <pc:docMk/>
            <pc:sldMk cId="368659143" sldId="268"/>
            <ac:spMk id="3" creationId="{7E1D9507-6141-3730-CD9C-893C87FFCF38}"/>
          </ac:spMkLst>
        </pc:spChg>
        <pc:picChg chg="add mod">
          <ac:chgData name="Randall Hunt" userId="4c55b6c8-20fa-4fc5-ad69-633eabcdc40e" providerId="ADAL" clId="{5461ECB2-3BBB-4180-A2F3-F6F5C38560C4}" dt="2024-08-10T16:03:21.573" v="3880" actId="1076"/>
          <ac:picMkLst>
            <pc:docMk/>
            <pc:sldMk cId="368659143" sldId="268"/>
            <ac:picMk id="5" creationId="{C4E9A5F3-E466-6CA9-7436-683B4CEF6BCD}"/>
          </ac:picMkLst>
        </pc:picChg>
      </pc:sldChg>
      <pc:sldChg chg="addSp modSp new mod">
        <pc:chgData name="Randall Hunt" userId="4c55b6c8-20fa-4fc5-ad69-633eabcdc40e" providerId="ADAL" clId="{5461ECB2-3BBB-4180-A2F3-F6F5C38560C4}" dt="2024-08-10T16:08:08.821" v="4555" actId="313"/>
        <pc:sldMkLst>
          <pc:docMk/>
          <pc:sldMk cId="839370005" sldId="269"/>
        </pc:sldMkLst>
        <pc:spChg chg="mod">
          <ac:chgData name="Randall Hunt" userId="4c55b6c8-20fa-4fc5-ad69-633eabcdc40e" providerId="ADAL" clId="{5461ECB2-3BBB-4180-A2F3-F6F5C38560C4}" dt="2024-08-10T16:04:55.993" v="4086"/>
          <ac:spMkLst>
            <pc:docMk/>
            <pc:sldMk cId="839370005" sldId="269"/>
            <ac:spMk id="2" creationId="{468346E9-0B8E-7E8D-A813-23F9383CCE3F}"/>
          </ac:spMkLst>
        </pc:spChg>
        <pc:spChg chg="mod">
          <ac:chgData name="Randall Hunt" userId="4c55b6c8-20fa-4fc5-ad69-633eabcdc40e" providerId="ADAL" clId="{5461ECB2-3BBB-4180-A2F3-F6F5C38560C4}" dt="2024-08-10T16:08:08.821" v="4555" actId="313"/>
          <ac:spMkLst>
            <pc:docMk/>
            <pc:sldMk cId="839370005" sldId="269"/>
            <ac:spMk id="3" creationId="{7ADD2FF0-DD17-CDB4-167C-BB499706BE01}"/>
          </ac:spMkLst>
        </pc:spChg>
        <pc:picChg chg="add mod">
          <ac:chgData name="Randall Hunt" userId="4c55b6c8-20fa-4fc5-ad69-633eabcdc40e" providerId="ADAL" clId="{5461ECB2-3BBB-4180-A2F3-F6F5C38560C4}" dt="2024-08-10T16:07:09.200" v="4365" actId="1076"/>
          <ac:picMkLst>
            <pc:docMk/>
            <pc:sldMk cId="839370005" sldId="269"/>
            <ac:picMk id="5" creationId="{14D26161-190A-CE82-9055-8FDE74E2E725}"/>
          </ac:picMkLst>
        </pc:picChg>
      </pc:sldChg>
      <pc:sldChg chg="addSp modSp new mod">
        <pc:chgData name="Randall Hunt" userId="4c55b6c8-20fa-4fc5-ad69-633eabcdc40e" providerId="ADAL" clId="{5461ECB2-3BBB-4180-A2F3-F6F5C38560C4}" dt="2024-08-10T16:14:02.583" v="5130" actId="20577"/>
        <pc:sldMkLst>
          <pc:docMk/>
          <pc:sldMk cId="4201915579" sldId="270"/>
        </pc:sldMkLst>
        <pc:spChg chg="mod">
          <ac:chgData name="Randall Hunt" userId="4c55b6c8-20fa-4fc5-ad69-633eabcdc40e" providerId="ADAL" clId="{5461ECB2-3BBB-4180-A2F3-F6F5C38560C4}" dt="2024-08-10T16:08:22.594" v="4557"/>
          <ac:spMkLst>
            <pc:docMk/>
            <pc:sldMk cId="4201915579" sldId="270"/>
            <ac:spMk id="2" creationId="{C7BFB369-E8B2-CDAE-DA99-9DF57459C501}"/>
          </ac:spMkLst>
        </pc:spChg>
        <pc:spChg chg="mod">
          <ac:chgData name="Randall Hunt" userId="4c55b6c8-20fa-4fc5-ad69-633eabcdc40e" providerId="ADAL" clId="{5461ECB2-3BBB-4180-A2F3-F6F5C38560C4}" dt="2024-08-10T16:14:02.583" v="5130" actId="20577"/>
          <ac:spMkLst>
            <pc:docMk/>
            <pc:sldMk cId="4201915579" sldId="270"/>
            <ac:spMk id="3" creationId="{9FEFCCC3-F573-DFE2-31B9-77BDDD22FBCB}"/>
          </ac:spMkLst>
        </pc:spChg>
        <pc:picChg chg="add mod">
          <ac:chgData name="Randall Hunt" userId="4c55b6c8-20fa-4fc5-ad69-633eabcdc40e" providerId="ADAL" clId="{5461ECB2-3BBB-4180-A2F3-F6F5C38560C4}" dt="2024-08-10T16:10:01.702" v="4721" actId="1076"/>
          <ac:picMkLst>
            <pc:docMk/>
            <pc:sldMk cId="4201915579" sldId="270"/>
            <ac:picMk id="5" creationId="{14FB0B5F-5AF5-3A6E-44E7-0514246E98A1}"/>
          </ac:picMkLst>
        </pc:picChg>
      </pc:sldChg>
      <pc:sldChg chg="addSp modSp new mod">
        <pc:chgData name="Randall Hunt" userId="4c55b6c8-20fa-4fc5-ad69-633eabcdc40e" providerId="ADAL" clId="{5461ECB2-3BBB-4180-A2F3-F6F5C38560C4}" dt="2024-08-10T16:15:33.771" v="5443" actId="20577"/>
        <pc:sldMkLst>
          <pc:docMk/>
          <pc:sldMk cId="3954007938" sldId="271"/>
        </pc:sldMkLst>
        <pc:spChg chg="mod">
          <ac:chgData name="Randall Hunt" userId="4c55b6c8-20fa-4fc5-ad69-633eabcdc40e" providerId="ADAL" clId="{5461ECB2-3BBB-4180-A2F3-F6F5C38560C4}" dt="2024-08-10T16:11:22.617" v="4902"/>
          <ac:spMkLst>
            <pc:docMk/>
            <pc:sldMk cId="3954007938" sldId="271"/>
            <ac:spMk id="2" creationId="{A852BC19-594A-6570-6674-B4078E70E698}"/>
          </ac:spMkLst>
        </pc:spChg>
        <pc:spChg chg="mod">
          <ac:chgData name="Randall Hunt" userId="4c55b6c8-20fa-4fc5-ad69-633eabcdc40e" providerId="ADAL" clId="{5461ECB2-3BBB-4180-A2F3-F6F5C38560C4}" dt="2024-08-10T16:15:33.771" v="5443" actId="20577"/>
          <ac:spMkLst>
            <pc:docMk/>
            <pc:sldMk cId="3954007938" sldId="271"/>
            <ac:spMk id="3" creationId="{4356F6EC-F29C-4358-411B-4DAFB2877C9F}"/>
          </ac:spMkLst>
        </pc:spChg>
        <pc:picChg chg="add mod">
          <ac:chgData name="Randall Hunt" userId="4c55b6c8-20fa-4fc5-ad69-633eabcdc40e" providerId="ADAL" clId="{5461ECB2-3BBB-4180-A2F3-F6F5C38560C4}" dt="2024-08-10T16:12:50.795" v="5058" actId="1076"/>
          <ac:picMkLst>
            <pc:docMk/>
            <pc:sldMk cId="3954007938" sldId="271"/>
            <ac:picMk id="5" creationId="{FD7D598C-0684-5882-0551-BF985106B450}"/>
          </ac:picMkLst>
        </pc:picChg>
      </pc:sldChg>
      <pc:sldChg chg="addSp modSp new mod">
        <pc:chgData name="Randall Hunt" userId="4c55b6c8-20fa-4fc5-ad69-633eabcdc40e" providerId="ADAL" clId="{5461ECB2-3BBB-4180-A2F3-F6F5C38560C4}" dt="2024-08-10T16:19:15.354" v="5987" actId="1076"/>
        <pc:sldMkLst>
          <pc:docMk/>
          <pc:sldMk cId="2677807084" sldId="272"/>
        </pc:sldMkLst>
        <pc:spChg chg="mod">
          <ac:chgData name="Randall Hunt" userId="4c55b6c8-20fa-4fc5-ad69-633eabcdc40e" providerId="ADAL" clId="{5461ECB2-3BBB-4180-A2F3-F6F5C38560C4}" dt="2024-08-10T16:16:02.417" v="5508" actId="20577"/>
          <ac:spMkLst>
            <pc:docMk/>
            <pc:sldMk cId="2677807084" sldId="272"/>
            <ac:spMk id="2" creationId="{A4487A48-1E9F-3D42-7AD4-B11967B4AB97}"/>
          </ac:spMkLst>
        </pc:spChg>
        <pc:spChg chg="mod">
          <ac:chgData name="Randall Hunt" userId="4c55b6c8-20fa-4fc5-ad69-633eabcdc40e" providerId="ADAL" clId="{5461ECB2-3BBB-4180-A2F3-F6F5C38560C4}" dt="2024-08-10T16:19:08.608" v="5983" actId="20577"/>
          <ac:spMkLst>
            <pc:docMk/>
            <pc:sldMk cId="2677807084" sldId="272"/>
            <ac:spMk id="3" creationId="{0645923C-8572-973B-CB1E-1AC2DC547DB4}"/>
          </ac:spMkLst>
        </pc:spChg>
        <pc:picChg chg="add mod">
          <ac:chgData name="Randall Hunt" userId="4c55b6c8-20fa-4fc5-ad69-633eabcdc40e" providerId="ADAL" clId="{5461ECB2-3BBB-4180-A2F3-F6F5C38560C4}" dt="2024-08-10T16:19:15.354" v="5987" actId="1076"/>
          <ac:picMkLst>
            <pc:docMk/>
            <pc:sldMk cId="2677807084" sldId="272"/>
            <ac:picMk id="5" creationId="{3D6D88B2-E20C-FA41-06C2-133042102A83}"/>
          </ac:picMkLst>
        </pc:picChg>
      </pc:sldChg>
      <pc:sldChg chg="modSp new mod">
        <pc:chgData name="Randall Hunt" userId="4c55b6c8-20fa-4fc5-ad69-633eabcdc40e" providerId="ADAL" clId="{5461ECB2-3BBB-4180-A2F3-F6F5C38560C4}" dt="2024-08-10T16:21:22.988" v="6224" actId="5793"/>
        <pc:sldMkLst>
          <pc:docMk/>
          <pc:sldMk cId="2949835206" sldId="273"/>
        </pc:sldMkLst>
        <pc:spChg chg="mod">
          <ac:chgData name="Randall Hunt" userId="4c55b6c8-20fa-4fc5-ad69-633eabcdc40e" providerId="ADAL" clId="{5461ECB2-3BBB-4180-A2F3-F6F5C38560C4}" dt="2024-08-10T16:19:24.646" v="5989"/>
          <ac:spMkLst>
            <pc:docMk/>
            <pc:sldMk cId="2949835206" sldId="273"/>
            <ac:spMk id="2" creationId="{8388CAE8-FEE1-3FDA-458A-634560869283}"/>
          </ac:spMkLst>
        </pc:spChg>
        <pc:spChg chg="mod">
          <ac:chgData name="Randall Hunt" userId="4c55b6c8-20fa-4fc5-ad69-633eabcdc40e" providerId="ADAL" clId="{5461ECB2-3BBB-4180-A2F3-F6F5C38560C4}" dt="2024-08-10T16:21:22.988" v="6224" actId="5793"/>
          <ac:spMkLst>
            <pc:docMk/>
            <pc:sldMk cId="2949835206" sldId="273"/>
            <ac:spMk id="3" creationId="{C66F5255-45C9-9AA5-C5A5-94F95C3C235E}"/>
          </ac:spMkLst>
        </pc:spChg>
      </pc:sldChg>
      <pc:sldChg chg="addSp delSp modSp new mod">
        <pc:chgData name="Randall Hunt" userId="4c55b6c8-20fa-4fc5-ad69-633eabcdc40e" providerId="ADAL" clId="{5461ECB2-3BBB-4180-A2F3-F6F5C38560C4}" dt="2024-08-10T16:24:38.089" v="6366" actId="208"/>
        <pc:sldMkLst>
          <pc:docMk/>
          <pc:sldMk cId="1895343882" sldId="274"/>
        </pc:sldMkLst>
        <pc:spChg chg="mod">
          <ac:chgData name="Randall Hunt" userId="4c55b6c8-20fa-4fc5-ad69-633eabcdc40e" providerId="ADAL" clId="{5461ECB2-3BBB-4180-A2F3-F6F5C38560C4}" dt="2024-08-10T16:21:45.518" v="6226"/>
          <ac:spMkLst>
            <pc:docMk/>
            <pc:sldMk cId="1895343882" sldId="274"/>
            <ac:spMk id="2" creationId="{ACA879D5-9E7E-627B-83F2-10C4D7B2164D}"/>
          </ac:spMkLst>
        </pc:spChg>
        <pc:spChg chg="mod">
          <ac:chgData name="Randall Hunt" userId="4c55b6c8-20fa-4fc5-ad69-633eabcdc40e" providerId="ADAL" clId="{5461ECB2-3BBB-4180-A2F3-F6F5C38560C4}" dt="2024-08-10T16:22:18.166" v="6350" actId="20577"/>
          <ac:spMkLst>
            <pc:docMk/>
            <pc:sldMk cId="1895343882" sldId="274"/>
            <ac:spMk id="3" creationId="{5B165F5C-2EC1-7241-6126-4D7A7E9F01BC}"/>
          </ac:spMkLst>
        </pc:spChg>
        <pc:spChg chg="add del">
          <ac:chgData name="Randall Hunt" userId="4c55b6c8-20fa-4fc5-ad69-633eabcdc40e" providerId="ADAL" clId="{5461ECB2-3BBB-4180-A2F3-F6F5C38560C4}" dt="2024-08-10T16:23:21.969" v="6359" actId="478"/>
          <ac:spMkLst>
            <pc:docMk/>
            <pc:sldMk cId="1895343882" sldId="274"/>
            <ac:spMk id="8" creationId="{869AA62C-E797-8865-A043-2A11D8A40F73}"/>
          </ac:spMkLst>
        </pc:spChg>
        <pc:spChg chg="add del mod">
          <ac:chgData name="Randall Hunt" userId="4c55b6c8-20fa-4fc5-ad69-633eabcdc40e" providerId="ADAL" clId="{5461ECB2-3BBB-4180-A2F3-F6F5C38560C4}" dt="2024-08-10T16:23:46.119" v="6362" actId="478"/>
          <ac:spMkLst>
            <pc:docMk/>
            <pc:sldMk cId="1895343882" sldId="274"/>
            <ac:spMk id="9" creationId="{3BAD0130-2838-9B86-AFDC-B01143FA6B76}"/>
          </ac:spMkLst>
        </pc:spChg>
        <pc:spChg chg="add mod">
          <ac:chgData name="Randall Hunt" userId="4c55b6c8-20fa-4fc5-ad69-633eabcdc40e" providerId="ADAL" clId="{5461ECB2-3BBB-4180-A2F3-F6F5C38560C4}" dt="2024-08-10T16:24:38.089" v="6366" actId="208"/>
          <ac:spMkLst>
            <pc:docMk/>
            <pc:sldMk cId="1895343882" sldId="274"/>
            <ac:spMk id="10" creationId="{8CE548AC-D6D4-50E6-2AEB-6B41ABE571A5}"/>
          </ac:spMkLst>
        </pc:spChg>
        <pc:picChg chg="add del mod">
          <ac:chgData name="Randall Hunt" userId="4c55b6c8-20fa-4fc5-ad69-633eabcdc40e" providerId="ADAL" clId="{5461ECB2-3BBB-4180-A2F3-F6F5C38560C4}" dt="2024-08-10T16:22:48.233" v="6354" actId="478"/>
          <ac:picMkLst>
            <pc:docMk/>
            <pc:sldMk cId="1895343882" sldId="274"/>
            <ac:picMk id="5" creationId="{C395F65D-2166-580D-EB46-A3788A90A2C1}"/>
          </ac:picMkLst>
        </pc:picChg>
        <pc:picChg chg="add mod">
          <ac:chgData name="Randall Hunt" userId="4c55b6c8-20fa-4fc5-ad69-633eabcdc40e" providerId="ADAL" clId="{5461ECB2-3BBB-4180-A2F3-F6F5C38560C4}" dt="2024-08-10T16:24:19.194" v="6363" actId="1076"/>
          <ac:picMkLst>
            <pc:docMk/>
            <pc:sldMk cId="1895343882" sldId="274"/>
            <ac:picMk id="7" creationId="{EC43C5A0-34C0-EC09-BD37-4BB71D97B944}"/>
          </ac:picMkLst>
        </pc:picChg>
      </pc:sldChg>
      <pc:sldChg chg="modSp new mod">
        <pc:chgData name="Randall Hunt" userId="4c55b6c8-20fa-4fc5-ad69-633eabcdc40e" providerId="ADAL" clId="{5461ECB2-3BBB-4180-A2F3-F6F5C38560C4}" dt="2024-08-10T16:30:25.956" v="7225" actId="20577"/>
        <pc:sldMkLst>
          <pc:docMk/>
          <pc:sldMk cId="4161444831" sldId="275"/>
        </pc:sldMkLst>
        <pc:spChg chg="mod">
          <ac:chgData name="Randall Hunt" userId="4c55b6c8-20fa-4fc5-ad69-633eabcdc40e" providerId="ADAL" clId="{5461ECB2-3BBB-4180-A2F3-F6F5C38560C4}" dt="2024-08-10T16:27:14.775" v="6368"/>
          <ac:spMkLst>
            <pc:docMk/>
            <pc:sldMk cId="4161444831" sldId="275"/>
            <ac:spMk id="2" creationId="{6E8A9285-F498-7D8D-0A6B-9CA5E3CF4BCD}"/>
          </ac:spMkLst>
        </pc:spChg>
        <pc:spChg chg="mod">
          <ac:chgData name="Randall Hunt" userId="4c55b6c8-20fa-4fc5-ad69-633eabcdc40e" providerId="ADAL" clId="{5461ECB2-3BBB-4180-A2F3-F6F5C38560C4}" dt="2024-08-10T16:30:25.956" v="7225" actId="20577"/>
          <ac:spMkLst>
            <pc:docMk/>
            <pc:sldMk cId="4161444831" sldId="275"/>
            <ac:spMk id="3" creationId="{596278E1-A134-67D2-1BFA-857A9A580CD0}"/>
          </ac:spMkLst>
        </pc:spChg>
      </pc:sldChg>
      <pc:sldChg chg="modSp new mod ord">
        <pc:chgData name="Randall Hunt" userId="4c55b6c8-20fa-4fc5-ad69-633eabcdc40e" providerId="ADAL" clId="{5461ECB2-3BBB-4180-A2F3-F6F5C38560C4}" dt="2024-08-10T16:44:14.493" v="7636" actId="20577"/>
        <pc:sldMkLst>
          <pc:docMk/>
          <pc:sldMk cId="2961637040" sldId="276"/>
        </pc:sldMkLst>
        <pc:spChg chg="mod">
          <ac:chgData name="Randall Hunt" userId="4c55b6c8-20fa-4fc5-ad69-633eabcdc40e" providerId="ADAL" clId="{5461ECB2-3BBB-4180-A2F3-F6F5C38560C4}" dt="2024-08-10T16:36:05.897" v="7248" actId="20577"/>
          <ac:spMkLst>
            <pc:docMk/>
            <pc:sldMk cId="2961637040" sldId="276"/>
            <ac:spMk id="2" creationId="{C54AD8FA-697E-9576-A260-612819FD2398}"/>
          </ac:spMkLst>
        </pc:spChg>
        <pc:spChg chg="mod">
          <ac:chgData name="Randall Hunt" userId="4c55b6c8-20fa-4fc5-ad69-633eabcdc40e" providerId="ADAL" clId="{5461ECB2-3BBB-4180-A2F3-F6F5C38560C4}" dt="2024-08-10T16:44:14.493" v="7636" actId="20577"/>
          <ac:spMkLst>
            <pc:docMk/>
            <pc:sldMk cId="2961637040" sldId="276"/>
            <ac:spMk id="3" creationId="{3630B0A8-B54A-99E3-09F4-323C53926CBA}"/>
          </ac:spMkLst>
        </pc:spChg>
      </pc:sldChg>
      <pc:sldChg chg="modSp new mod">
        <pc:chgData name="Randall Hunt" userId="4c55b6c8-20fa-4fc5-ad69-633eabcdc40e" providerId="ADAL" clId="{5461ECB2-3BBB-4180-A2F3-F6F5C38560C4}" dt="2024-08-10T16:43:20.465" v="7624" actId="20577"/>
        <pc:sldMkLst>
          <pc:docMk/>
          <pc:sldMk cId="3885699105" sldId="277"/>
        </pc:sldMkLst>
        <pc:spChg chg="mod">
          <ac:chgData name="Randall Hunt" userId="4c55b6c8-20fa-4fc5-ad69-633eabcdc40e" providerId="ADAL" clId="{5461ECB2-3BBB-4180-A2F3-F6F5C38560C4}" dt="2024-08-10T16:43:15.999" v="7622" actId="20577"/>
          <ac:spMkLst>
            <pc:docMk/>
            <pc:sldMk cId="3885699105" sldId="277"/>
            <ac:spMk id="2" creationId="{566B4E10-23E0-2361-CE2A-DCEF63E3F25C}"/>
          </ac:spMkLst>
        </pc:spChg>
        <pc:spChg chg="mod">
          <ac:chgData name="Randall Hunt" userId="4c55b6c8-20fa-4fc5-ad69-633eabcdc40e" providerId="ADAL" clId="{5461ECB2-3BBB-4180-A2F3-F6F5C38560C4}" dt="2024-08-10T16:43:20.465" v="7624" actId="20577"/>
          <ac:spMkLst>
            <pc:docMk/>
            <pc:sldMk cId="3885699105" sldId="277"/>
            <ac:spMk id="3" creationId="{BCEB435C-B15B-B19D-93A3-4EF6F6C6B235}"/>
          </ac:spMkLst>
        </pc:spChg>
      </pc:sldChg>
      <pc:sldChg chg="modSp new mod">
        <pc:chgData name="Randall Hunt" userId="4c55b6c8-20fa-4fc5-ad69-633eabcdc40e" providerId="ADAL" clId="{5461ECB2-3BBB-4180-A2F3-F6F5C38560C4}" dt="2024-08-10T20:19:09.329" v="8269" actId="313"/>
        <pc:sldMkLst>
          <pc:docMk/>
          <pc:sldMk cId="2747751007" sldId="278"/>
        </pc:sldMkLst>
        <pc:spChg chg="mod">
          <ac:chgData name="Randall Hunt" userId="4c55b6c8-20fa-4fc5-ad69-633eabcdc40e" providerId="ADAL" clId="{5461ECB2-3BBB-4180-A2F3-F6F5C38560C4}" dt="2024-08-10T20:14:17.680" v="7668" actId="20577"/>
          <ac:spMkLst>
            <pc:docMk/>
            <pc:sldMk cId="2747751007" sldId="278"/>
            <ac:spMk id="2" creationId="{33F27BC1-180B-8F7C-B382-D459E6842C73}"/>
          </ac:spMkLst>
        </pc:spChg>
        <pc:spChg chg="mod">
          <ac:chgData name="Randall Hunt" userId="4c55b6c8-20fa-4fc5-ad69-633eabcdc40e" providerId="ADAL" clId="{5461ECB2-3BBB-4180-A2F3-F6F5C38560C4}" dt="2024-08-10T20:19:09.329" v="8269" actId="313"/>
          <ac:spMkLst>
            <pc:docMk/>
            <pc:sldMk cId="2747751007" sldId="278"/>
            <ac:spMk id="3" creationId="{68F1BF64-6C36-C3B4-14AC-BAF6FE2EC186}"/>
          </ac:spMkLst>
        </pc:spChg>
      </pc:sldChg>
      <pc:sldChg chg="modSp add mod">
        <pc:chgData name="Randall Hunt" userId="4c55b6c8-20fa-4fc5-ad69-633eabcdc40e" providerId="ADAL" clId="{5461ECB2-3BBB-4180-A2F3-F6F5C38560C4}" dt="2024-08-10T20:16:48.719" v="8010" actId="20577"/>
        <pc:sldMkLst>
          <pc:docMk/>
          <pc:sldMk cId="1239927080" sldId="296"/>
        </pc:sldMkLst>
        <pc:spChg chg="mod">
          <ac:chgData name="Randall Hunt" userId="4c55b6c8-20fa-4fc5-ad69-633eabcdc40e" providerId="ADAL" clId="{5461ECB2-3BBB-4180-A2F3-F6F5C38560C4}" dt="2024-08-10T20:16:48.719" v="8010" actId="20577"/>
          <ac:spMkLst>
            <pc:docMk/>
            <pc:sldMk cId="1239927080" sldId="296"/>
            <ac:spMk id="2" creationId="{A9AFA214-042C-EAF2-3725-4689F450B680}"/>
          </ac:spMkLst>
        </pc:spChg>
      </pc:sldChg>
    </pc:docChg>
  </pc:docChgLst>
</pc:chgInfo>
</file>

<file path=ppt/comments/modernComment_101_B7FE8F80.xml><?xml version="1.0" encoding="utf-8"?>
<p188:cmLst xmlns:a="http://schemas.openxmlformats.org/drawingml/2006/main" xmlns:r="http://schemas.openxmlformats.org/officeDocument/2006/relationships" xmlns:p188="http://schemas.microsoft.com/office/powerpoint/2018/8/main">
  <p188:cm id="{E29215E4-DF03-4A8C-9324-21BDE71F6582}" authorId="{F8FCC031-81A3-B21B-57EB-22115A932BF2}" created="2024-08-08T11:53:10.893">
    <pc:sldMkLst xmlns:pc="http://schemas.microsoft.com/office/powerpoint/2013/main/command">
      <pc:docMk/>
      <pc:sldMk cId="3086913408" sldId="256"/>
    </pc:sldMkLst>
    <p188:txBody>
      <a:bodyPr/>
      <a:lstStyle/>
      <a:p>
        <a:r>
          <a:rPr lang="en-US"/>
          <a:t>Pronounced: L-DAP</a:t>
        </a:r>
      </a:p>
    </p188:txBody>
  </p188:cm>
</p188:cmLst>
</file>

<file path=ppt/comments/modernComment_108_8B37C38A.xml><?xml version="1.0" encoding="utf-8"?>
<p188:cmLst xmlns:a="http://schemas.openxmlformats.org/drawingml/2006/main" xmlns:r="http://schemas.openxmlformats.org/officeDocument/2006/relationships" xmlns:p188="http://schemas.microsoft.com/office/powerpoint/2018/8/main">
  <p188:cm id="{D8541B13-C287-49CB-A2F3-4FC82B171ED7}" authorId="{A4AF000C-62EC-FE4C-69DB-62675E11F5A0}" created="2024-08-27T14:19:38.505">
    <ac:txMkLst xmlns:ac="http://schemas.microsoft.com/office/drawing/2013/main/command">
      <pc:docMk xmlns:pc="http://schemas.microsoft.com/office/powerpoint/2013/main/command"/>
      <pc:sldMk xmlns:pc="http://schemas.microsoft.com/office/powerpoint/2013/main/command" cId="2335687562" sldId="264"/>
      <ac:spMk id="3" creationId="{EEAF0166-5CE3-8C6F-7B5B-64C8EFC4FADB}"/>
      <ac:txMk cp="255" len="68">
        <ac:context len="325" hash="2525820494"/>
      </ac:txMk>
    </ac:txMkLst>
    <p188:pos x="9634979" y="3455663"/>
    <p188:txBody>
      <a:bodyPr/>
      <a:lstStyle/>
      <a:p>
        <a:r>
          <a:rPr lang="en-US"/>
          <a:t>Note: when copying over text the "" need to be replaced as they don't copy properly. </a:t>
        </a:r>
      </a:p>
    </p188:txBody>
  </p188:cm>
</p188:cmLst>
</file>

<file path=ppt/comments/modernComment_111_AFD2E9C6.xml><?xml version="1.0" encoding="utf-8"?>
<p188:cmLst xmlns:a="http://schemas.openxmlformats.org/drawingml/2006/main" xmlns:r="http://schemas.openxmlformats.org/officeDocument/2006/relationships" xmlns:p188="http://schemas.microsoft.com/office/powerpoint/2018/8/main">
  <p188:cm id="{076DA9B9-455C-43E2-B2AE-C3C4EB30AFB2}" authorId="{F8FCC031-81A3-B21B-57EB-22115A932BF2}" created="2024-08-10T16:27:10.523">
    <pc:sldMkLst xmlns:pc="http://schemas.microsoft.com/office/powerpoint/2013/main/command">
      <pc:docMk/>
      <pc:sldMk cId="2949835206" sldId="273"/>
    </pc:sldMkLst>
    <p188:txBody>
      <a:bodyPr/>
      <a:lstStyle/>
      <a:p>
        <a:r>
          <a:rPr lang="en-US"/>
          <a:t>If you have been replicating the process and haven’t changed anything you should only need to change the IP address to that of you VM’s and save/exit the file. </a:t>
        </a:r>
      </a:p>
    </p188:txBody>
  </p188:cm>
</p188:cmLst>
</file>

<file path=ppt/comments/modernComment_112_70F8A70A.xml><?xml version="1.0" encoding="utf-8"?>
<p188:cmLst xmlns:a="http://schemas.openxmlformats.org/drawingml/2006/main" xmlns:r="http://schemas.openxmlformats.org/officeDocument/2006/relationships" xmlns:p188="http://schemas.microsoft.com/office/powerpoint/2018/8/main">
  <p188:cm id="{18392ABB-5736-4134-A69B-E5F87F53A00B}" authorId="{F8FCC031-81A3-B21B-57EB-22115A932BF2}" created="2024-08-10T16:25:31.451">
    <pc:sldMkLst xmlns:pc="http://schemas.microsoft.com/office/powerpoint/2013/main/command">
      <pc:docMk/>
      <pc:sldMk cId="1895343882" sldId="274"/>
    </pc:sldMkLst>
    <p188:txBody>
      <a:bodyPr/>
      <a:lstStyle/>
      <a:p>
        <a:r>
          <a:rPr lang="en-US"/>
          <a:t>Disregard the &lt;File/&gt; line, this gets added back after restart. If you try to validate the file with that added back it will fail. 
./validateConfig.sh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02B26-E8FC-872F-42A8-461FC67F3FD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869C4A-2B81-6828-7CAC-2D34108DB8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EC4D880-6F4B-8F91-5AC5-FDB651D3BE57}"/>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5" name="Footer Placeholder 4">
            <a:extLst>
              <a:ext uri="{FF2B5EF4-FFF2-40B4-BE49-F238E27FC236}">
                <a16:creationId xmlns:a16="http://schemas.microsoft.com/office/drawing/2014/main" id="{1B66463F-8DBC-8AD3-6E46-476F4FE55D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1BE713-AF60-40F0-B35E-84243DD50B40}"/>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102432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7207-8867-DF68-5CC5-301C2CB794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611D6-5B97-5500-D468-EF1062722D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26911-1EA2-328F-EE0B-6805D31685C4}"/>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5" name="Footer Placeholder 4">
            <a:extLst>
              <a:ext uri="{FF2B5EF4-FFF2-40B4-BE49-F238E27FC236}">
                <a16:creationId xmlns:a16="http://schemas.microsoft.com/office/drawing/2014/main" id="{9A377D30-B3D4-53FB-A3A6-A9DC950E3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84B328-9FB3-C899-01EC-B601092DB96A}"/>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3416907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5C63-8896-1545-F02C-7DAA492576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E308CB-25D8-BEBD-FC89-3A36BC979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0AAEE5-FB57-95BF-FE7A-5D5E060C8073}"/>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5" name="Footer Placeholder 4">
            <a:extLst>
              <a:ext uri="{FF2B5EF4-FFF2-40B4-BE49-F238E27FC236}">
                <a16:creationId xmlns:a16="http://schemas.microsoft.com/office/drawing/2014/main" id="{112F1B45-7EE6-C35C-B1C4-C178AFEE8C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B1C675-4443-F9B5-F8CC-7EF4F66954D0}"/>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822021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4342-8A3E-AA2D-822E-89D9BAB3B3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FFF341-FEDF-80BC-E93E-423B42E651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B6AB09-3C64-4808-9895-A7BEB1F6ED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72B123-7BC2-57ED-5B9B-0A2683DFE0C1}"/>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6" name="Footer Placeholder 5">
            <a:extLst>
              <a:ext uri="{FF2B5EF4-FFF2-40B4-BE49-F238E27FC236}">
                <a16:creationId xmlns:a16="http://schemas.microsoft.com/office/drawing/2014/main" id="{1B72B9D6-5035-DB85-069B-7CC9F93AF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DDC169-D453-1385-5ECA-BF13A80C7B22}"/>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1836849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9AA20-6476-B5C0-7812-DF0490880F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3D550F-60C2-3BBE-0DB2-BBAF152E19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F05555-E2F7-6BD1-2C32-1CDB21DE42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16ABBD-420C-7869-A6B7-F2A4B667AD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E37059-7F86-132C-4547-21E07D678F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144BA08-707D-AFDD-1FA2-692EAA704C7B}"/>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8" name="Footer Placeholder 7">
            <a:extLst>
              <a:ext uri="{FF2B5EF4-FFF2-40B4-BE49-F238E27FC236}">
                <a16:creationId xmlns:a16="http://schemas.microsoft.com/office/drawing/2014/main" id="{31B00FD0-C968-9A89-56CF-93FF7BF642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76C1F4-AFDB-6A02-D9F1-A6C40996D181}"/>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1808579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CC55-7881-B9FF-F29E-EC24B878CD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457F1E-EBDE-2DE0-B20F-7E79686C6F06}"/>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4" name="Footer Placeholder 3">
            <a:extLst>
              <a:ext uri="{FF2B5EF4-FFF2-40B4-BE49-F238E27FC236}">
                <a16:creationId xmlns:a16="http://schemas.microsoft.com/office/drawing/2014/main" id="{E93E548B-C945-C310-03C4-511E8ED0FB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AB7DA3-0C7A-4677-60A6-5CA384670853}"/>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2412471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30F86-5DC8-97DF-2E26-C7E1C43DFEB1}"/>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3" name="Footer Placeholder 2">
            <a:extLst>
              <a:ext uri="{FF2B5EF4-FFF2-40B4-BE49-F238E27FC236}">
                <a16:creationId xmlns:a16="http://schemas.microsoft.com/office/drawing/2014/main" id="{6B1E0247-B022-C898-61B9-28839FD49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74B167-E977-C4B0-C5D0-86B7DD76B963}"/>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4165490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BE76B-8CCC-56C2-0D33-96C9313B6F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DE1D25-D7CF-6FD2-17CA-DBDF895246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CF2082-CCD0-8CED-867E-61E7E6BE1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DB9088-FC1D-834C-11F4-AC9EE7DE92CD}"/>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6" name="Footer Placeholder 5">
            <a:extLst>
              <a:ext uri="{FF2B5EF4-FFF2-40B4-BE49-F238E27FC236}">
                <a16:creationId xmlns:a16="http://schemas.microsoft.com/office/drawing/2014/main" id="{725BEC96-7117-8156-690A-AC59F7BD88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76160D-9FAF-CF11-319A-960082DA0DD7}"/>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3479160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981D4-09FF-DE8D-673D-8ADAEBE21A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0DFB6B-66FF-6492-CB66-EFEBF94072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D8232CD-D2EA-988B-CF4F-7AB2365F2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6C1619-B843-7683-ABDB-E3B6660C691D}"/>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6" name="Footer Placeholder 5">
            <a:extLst>
              <a:ext uri="{FF2B5EF4-FFF2-40B4-BE49-F238E27FC236}">
                <a16:creationId xmlns:a16="http://schemas.microsoft.com/office/drawing/2014/main" id="{693CD6F6-F238-2121-3FF2-385FC9C269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162579-DFFB-4E7D-F692-F4EED9803928}"/>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2551759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D1B50-0855-A1A0-191A-AED966F1B1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71E241-922D-3583-DD3A-C5BC855C2B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046038-AF26-607C-B970-0CFB96EC2BE3}"/>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5" name="Footer Placeholder 4">
            <a:extLst>
              <a:ext uri="{FF2B5EF4-FFF2-40B4-BE49-F238E27FC236}">
                <a16:creationId xmlns:a16="http://schemas.microsoft.com/office/drawing/2014/main" id="{7D8B3E78-9B9B-4232-E96E-BA6D973C67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0D3373-46AA-57A2-2527-A79C0ED66CBE}"/>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687733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239CC1-BEBF-E5C6-85C7-E3CEE1CDB43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9BC264-616C-D652-86AD-0E218F0EF3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81E7FC-6DBE-8F77-1468-BC3B3D872638}"/>
              </a:ext>
            </a:extLst>
          </p:cNvPr>
          <p:cNvSpPr>
            <a:spLocks noGrp="1"/>
          </p:cNvSpPr>
          <p:nvPr>
            <p:ph type="dt" sz="half" idx="10"/>
          </p:nvPr>
        </p:nvSpPr>
        <p:spPr/>
        <p:txBody>
          <a:bodyPr/>
          <a:lstStyle/>
          <a:p>
            <a:fld id="{E73783C6-F2F5-4DFD-BC7B-CEC68F99E241}" type="datetimeFigureOut">
              <a:rPr lang="en-US" smtClean="0"/>
              <a:t>8/27/2024</a:t>
            </a:fld>
            <a:endParaRPr lang="en-US"/>
          </a:p>
        </p:txBody>
      </p:sp>
      <p:sp>
        <p:nvSpPr>
          <p:cNvPr id="5" name="Footer Placeholder 4">
            <a:extLst>
              <a:ext uri="{FF2B5EF4-FFF2-40B4-BE49-F238E27FC236}">
                <a16:creationId xmlns:a16="http://schemas.microsoft.com/office/drawing/2014/main" id="{D9C5E9CD-D14F-7ED9-CCBD-32ED351038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F517FB-3998-DF01-DC56-0C6092CA619A}"/>
              </a:ext>
            </a:extLst>
          </p:cNvPr>
          <p:cNvSpPr>
            <a:spLocks noGrp="1"/>
          </p:cNvSpPr>
          <p:nvPr>
            <p:ph type="sldNum" sz="quarter" idx="12"/>
          </p:nvPr>
        </p:nvSpPr>
        <p:spPr/>
        <p:txBody>
          <a:bodyPr/>
          <a:lstStyle/>
          <a:p>
            <a:fld id="{E51D7383-1C37-4514-B030-7F60F4999FAF}" type="slidenum">
              <a:rPr lang="en-US" smtClean="0"/>
              <a:t>‹#›</a:t>
            </a:fld>
            <a:endParaRPr lang="en-US"/>
          </a:p>
        </p:txBody>
      </p:sp>
    </p:spTree>
    <p:extLst>
      <p:ext uri="{BB962C8B-B14F-4D97-AF65-F5344CB8AC3E}">
        <p14:creationId xmlns:p14="http://schemas.microsoft.com/office/powerpoint/2010/main" val="107068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D97AD7-8022-9D1C-27B3-A54520949F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F814A6-294C-C7D9-9ED9-FBF0D1F2A0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F74CD8-CE15-57A2-F895-40C5F8D417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3783C6-F2F5-4DFD-BC7B-CEC68F99E241}" type="datetimeFigureOut">
              <a:rPr lang="en-US" smtClean="0"/>
              <a:t>8/27/2024</a:t>
            </a:fld>
            <a:endParaRPr lang="en-US"/>
          </a:p>
        </p:txBody>
      </p:sp>
      <p:sp>
        <p:nvSpPr>
          <p:cNvPr id="5" name="Footer Placeholder 4">
            <a:extLst>
              <a:ext uri="{FF2B5EF4-FFF2-40B4-BE49-F238E27FC236}">
                <a16:creationId xmlns:a16="http://schemas.microsoft.com/office/drawing/2014/main" id="{96F57CD6-FF35-48A1-6D82-B38A8498AC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70CFD46-0032-92AD-6F6A-85DB00F7BE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51D7383-1C37-4514-B030-7F60F4999FAF}" type="slidenum">
              <a:rPr lang="en-US" smtClean="0"/>
              <a:t>‹#›</a:t>
            </a:fld>
            <a:endParaRPr lang="en-US"/>
          </a:p>
        </p:txBody>
      </p:sp>
    </p:spTree>
    <p:extLst>
      <p:ext uri="{BB962C8B-B14F-4D97-AF65-F5344CB8AC3E}">
        <p14:creationId xmlns:p14="http://schemas.microsoft.com/office/powerpoint/2010/main" val="2050973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01_B7FE8F80.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08_8B37C38A.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microsoft.com/office/2018/10/relationships/comments" Target="../comments/modernComment_111_AFD2E9C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microsoft.com/office/2018/10/relationships/comments" Target="../comments/modernComment_112_70F8A70A.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linuxcloud.com/install-configure-openldap-rocky-linux-8/"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82201-5171-D7DE-4E2E-DE43B9C1D16B}"/>
              </a:ext>
            </a:extLst>
          </p:cNvPr>
          <p:cNvSpPr>
            <a:spLocks noGrp="1"/>
          </p:cNvSpPr>
          <p:nvPr>
            <p:ph type="ctrTitle"/>
          </p:nvPr>
        </p:nvSpPr>
        <p:spPr/>
        <p:txBody>
          <a:bodyPr/>
          <a:lstStyle/>
          <a:p>
            <a:r>
              <a:rPr lang="en-US" dirty="0"/>
              <a:t>TAK Server - AD/LDAP</a:t>
            </a:r>
          </a:p>
        </p:txBody>
      </p:sp>
      <p:sp>
        <p:nvSpPr>
          <p:cNvPr id="3" name="Subtitle 2">
            <a:extLst>
              <a:ext uri="{FF2B5EF4-FFF2-40B4-BE49-F238E27FC236}">
                <a16:creationId xmlns:a16="http://schemas.microsoft.com/office/drawing/2014/main" id="{28649C17-E2B8-D621-C2EC-F835E00B092C}"/>
              </a:ext>
            </a:extLst>
          </p:cNvPr>
          <p:cNvSpPr>
            <a:spLocks noGrp="1"/>
          </p:cNvSpPr>
          <p:nvPr>
            <p:ph type="subTitle" idx="1"/>
          </p:nvPr>
        </p:nvSpPr>
        <p:spPr/>
        <p:txBody>
          <a:bodyPr/>
          <a:lstStyle/>
          <a:p>
            <a:r>
              <a:rPr lang="en-US" dirty="0"/>
              <a:t>You should have a TAK Server fully stood up to proceed. </a:t>
            </a:r>
          </a:p>
        </p:txBody>
      </p:sp>
    </p:spTree>
    <p:extLst>
      <p:ext uri="{BB962C8B-B14F-4D97-AF65-F5344CB8AC3E}">
        <p14:creationId xmlns:p14="http://schemas.microsoft.com/office/powerpoint/2010/main" val="3086913408"/>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7738-511E-8078-D43F-C33435F55BC3}"/>
              </a:ext>
            </a:extLst>
          </p:cNvPr>
          <p:cNvSpPr>
            <a:spLocks noGrp="1"/>
          </p:cNvSpPr>
          <p:nvPr>
            <p:ph type="title"/>
          </p:nvPr>
        </p:nvSpPr>
        <p:spPr/>
        <p:txBody>
          <a:bodyPr/>
          <a:lstStyle/>
          <a:p>
            <a:r>
              <a:rPr lang="en-US" dirty="0"/>
              <a:t>TAK Serve  - LDAP Integration</a:t>
            </a:r>
          </a:p>
        </p:txBody>
      </p:sp>
      <p:sp>
        <p:nvSpPr>
          <p:cNvPr id="3" name="Content Placeholder 2">
            <a:extLst>
              <a:ext uri="{FF2B5EF4-FFF2-40B4-BE49-F238E27FC236}">
                <a16:creationId xmlns:a16="http://schemas.microsoft.com/office/drawing/2014/main" id="{040C83E3-BC4F-0ED4-5550-7513811C3BA0}"/>
              </a:ext>
            </a:extLst>
          </p:cNvPr>
          <p:cNvSpPr>
            <a:spLocks noGrp="1"/>
          </p:cNvSpPr>
          <p:nvPr>
            <p:ph idx="1"/>
          </p:nvPr>
        </p:nvSpPr>
        <p:spPr>
          <a:xfrm>
            <a:off x="838200" y="1515035"/>
            <a:ext cx="10515600" cy="4661928"/>
          </a:xfrm>
        </p:spPr>
        <p:txBody>
          <a:bodyPr/>
          <a:lstStyle/>
          <a:p>
            <a:r>
              <a:rPr lang="en-US" dirty="0"/>
              <a:t>Update your server:</a:t>
            </a:r>
          </a:p>
          <a:p>
            <a:pPr lvl="1"/>
            <a:r>
              <a:rPr lang="en-US" b="1" dirty="0" err="1"/>
              <a:t>sudo</a:t>
            </a:r>
            <a:r>
              <a:rPr lang="en-US" b="1" dirty="0"/>
              <a:t> </a:t>
            </a:r>
            <a:r>
              <a:rPr lang="en-US" b="1" dirty="0" err="1"/>
              <a:t>dnf</a:t>
            </a:r>
            <a:r>
              <a:rPr lang="en-US" b="1" dirty="0"/>
              <a:t> update -y</a:t>
            </a:r>
            <a:endParaRPr lang="en-US" dirty="0"/>
          </a:p>
          <a:p>
            <a:r>
              <a:rPr lang="en-US" dirty="0"/>
              <a:t>Install </a:t>
            </a:r>
            <a:r>
              <a:rPr lang="en-US" dirty="0" err="1"/>
              <a:t>OpenLDAP</a:t>
            </a:r>
            <a:r>
              <a:rPr lang="en-US" dirty="0"/>
              <a:t> Packages:</a:t>
            </a:r>
          </a:p>
          <a:p>
            <a:pPr lvl="1"/>
            <a:r>
              <a:rPr lang="en-US" b="1" dirty="0" err="1"/>
              <a:t>sudo</a:t>
            </a:r>
            <a:r>
              <a:rPr lang="en-US" b="1" dirty="0"/>
              <a:t> </a:t>
            </a:r>
            <a:r>
              <a:rPr lang="en-US" b="1" dirty="0" err="1"/>
              <a:t>dnf</a:t>
            </a:r>
            <a:r>
              <a:rPr lang="en-US" b="1" dirty="0"/>
              <a:t> config-manager --set-enabled plus</a:t>
            </a:r>
          </a:p>
          <a:p>
            <a:pPr lvl="1"/>
            <a:r>
              <a:rPr lang="en-US" b="1" dirty="0" err="1"/>
              <a:t>sudo</a:t>
            </a:r>
            <a:r>
              <a:rPr lang="en-US" b="1" dirty="0"/>
              <a:t> </a:t>
            </a:r>
            <a:r>
              <a:rPr lang="en-US" b="1" dirty="0" err="1"/>
              <a:t>dnf</a:t>
            </a:r>
            <a:r>
              <a:rPr lang="en-US" b="1" dirty="0"/>
              <a:t> install </a:t>
            </a:r>
            <a:r>
              <a:rPr lang="en-US" b="1" dirty="0" err="1"/>
              <a:t>openldap</a:t>
            </a:r>
            <a:r>
              <a:rPr lang="en-US" b="1" dirty="0"/>
              <a:t> </a:t>
            </a:r>
            <a:r>
              <a:rPr lang="en-US" b="1" dirty="0" err="1"/>
              <a:t>openldap</a:t>
            </a:r>
            <a:r>
              <a:rPr lang="en-US" b="1" dirty="0"/>
              <a:t>-servers </a:t>
            </a:r>
            <a:r>
              <a:rPr lang="en-US" b="1" dirty="0" err="1"/>
              <a:t>openldap</a:t>
            </a:r>
            <a:r>
              <a:rPr lang="en-US" b="1" dirty="0"/>
              <a:t>-clients -y</a:t>
            </a:r>
          </a:p>
          <a:p>
            <a:r>
              <a:rPr lang="en-US" dirty="0"/>
              <a:t>Enable and start the LDAP service:</a:t>
            </a:r>
          </a:p>
          <a:p>
            <a:pPr lvl="1"/>
            <a:r>
              <a:rPr lang="en-US" b="1" dirty="0" err="1"/>
              <a:t>sudo</a:t>
            </a:r>
            <a:r>
              <a:rPr lang="en-US" b="1" dirty="0"/>
              <a:t> </a:t>
            </a:r>
            <a:r>
              <a:rPr lang="en-US" b="1" dirty="0" err="1"/>
              <a:t>systemctl</a:t>
            </a:r>
            <a:r>
              <a:rPr lang="en-US" b="1" dirty="0"/>
              <a:t> enable </a:t>
            </a:r>
            <a:r>
              <a:rPr lang="en-US" b="1" dirty="0" err="1"/>
              <a:t>slapd</a:t>
            </a:r>
            <a:r>
              <a:rPr lang="en-US" b="1" dirty="0"/>
              <a:t> --now </a:t>
            </a:r>
          </a:p>
        </p:txBody>
      </p:sp>
      <p:pic>
        <p:nvPicPr>
          <p:cNvPr id="5" name="Picture 4">
            <a:extLst>
              <a:ext uri="{FF2B5EF4-FFF2-40B4-BE49-F238E27FC236}">
                <a16:creationId xmlns:a16="http://schemas.microsoft.com/office/drawing/2014/main" id="{B714E541-0B14-B8EC-29AC-5FCB06A95953}"/>
              </a:ext>
            </a:extLst>
          </p:cNvPr>
          <p:cNvPicPr>
            <a:picLocks noChangeAspect="1"/>
          </p:cNvPicPr>
          <p:nvPr/>
        </p:nvPicPr>
        <p:blipFill>
          <a:blip r:embed="rId2"/>
          <a:stretch>
            <a:fillRect/>
          </a:stretch>
        </p:blipFill>
        <p:spPr>
          <a:xfrm>
            <a:off x="1695667" y="4838070"/>
            <a:ext cx="8926171" cy="504895"/>
          </a:xfrm>
          <a:prstGeom prst="rect">
            <a:avLst/>
          </a:prstGeom>
        </p:spPr>
      </p:pic>
    </p:spTree>
    <p:extLst>
      <p:ext uri="{BB962C8B-B14F-4D97-AF65-F5344CB8AC3E}">
        <p14:creationId xmlns:p14="http://schemas.microsoft.com/office/powerpoint/2010/main" val="20072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7ED8-7A4E-B083-FDA2-1CB59AB3F115}"/>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FF5C354E-743A-B984-D8D5-CFFC46910ACA}"/>
              </a:ext>
            </a:extLst>
          </p:cNvPr>
          <p:cNvSpPr>
            <a:spLocks noGrp="1"/>
          </p:cNvSpPr>
          <p:nvPr>
            <p:ph idx="1"/>
          </p:nvPr>
        </p:nvSpPr>
        <p:spPr/>
        <p:txBody>
          <a:bodyPr/>
          <a:lstStyle/>
          <a:p>
            <a:r>
              <a:rPr lang="en-US" dirty="0"/>
              <a:t>Verify the service is running: </a:t>
            </a:r>
          </a:p>
          <a:p>
            <a:pPr lvl="1"/>
            <a:r>
              <a:rPr lang="en-US" b="1" dirty="0" err="1"/>
              <a:t>sudo</a:t>
            </a:r>
            <a:r>
              <a:rPr lang="en-US" b="1" dirty="0"/>
              <a:t> </a:t>
            </a:r>
            <a:r>
              <a:rPr lang="en-US" b="1" dirty="0" err="1"/>
              <a:t>systemctl</a:t>
            </a:r>
            <a:r>
              <a:rPr lang="en-US" b="1" dirty="0"/>
              <a:t> status </a:t>
            </a:r>
            <a:r>
              <a:rPr lang="en-US" b="1" dirty="0" err="1"/>
              <a:t>slapd</a:t>
            </a:r>
            <a:endParaRPr lang="en-US" dirty="0"/>
          </a:p>
          <a:p>
            <a:pPr lvl="1"/>
            <a:endParaRPr lang="en-US" b="1" dirty="0"/>
          </a:p>
        </p:txBody>
      </p:sp>
      <p:pic>
        <p:nvPicPr>
          <p:cNvPr id="5" name="Picture 4">
            <a:extLst>
              <a:ext uri="{FF2B5EF4-FFF2-40B4-BE49-F238E27FC236}">
                <a16:creationId xmlns:a16="http://schemas.microsoft.com/office/drawing/2014/main" id="{963C615B-4016-8ECB-7130-8408FA19C7D6}"/>
              </a:ext>
            </a:extLst>
          </p:cNvPr>
          <p:cNvPicPr>
            <a:picLocks noChangeAspect="1"/>
          </p:cNvPicPr>
          <p:nvPr/>
        </p:nvPicPr>
        <p:blipFill>
          <a:blip r:embed="rId2"/>
          <a:stretch>
            <a:fillRect/>
          </a:stretch>
        </p:blipFill>
        <p:spPr>
          <a:xfrm>
            <a:off x="1730188" y="2753248"/>
            <a:ext cx="7718612" cy="3423715"/>
          </a:xfrm>
          <a:prstGeom prst="rect">
            <a:avLst/>
          </a:prstGeom>
        </p:spPr>
      </p:pic>
    </p:spTree>
    <p:extLst>
      <p:ext uri="{BB962C8B-B14F-4D97-AF65-F5344CB8AC3E}">
        <p14:creationId xmlns:p14="http://schemas.microsoft.com/office/powerpoint/2010/main" val="1505165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55C75-7FF9-B488-D49B-DF7A74FC286F}"/>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8954E794-3AD5-7D16-EA7F-7AC4B7DE632E}"/>
              </a:ext>
            </a:extLst>
          </p:cNvPr>
          <p:cNvSpPr>
            <a:spLocks noGrp="1"/>
          </p:cNvSpPr>
          <p:nvPr>
            <p:ph idx="1"/>
          </p:nvPr>
        </p:nvSpPr>
        <p:spPr/>
        <p:txBody>
          <a:bodyPr/>
          <a:lstStyle/>
          <a:p>
            <a:r>
              <a:rPr lang="en-US" dirty="0"/>
              <a:t>Configure </a:t>
            </a:r>
            <a:r>
              <a:rPr lang="en-US" dirty="0" err="1"/>
              <a:t>OpenLDAP</a:t>
            </a:r>
            <a:endParaRPr lang="en-US" dirty="0"/>
          </a:p>
          <a:p>
            <a:pPr lvl="1"/>
            <a:r>
              <a:rPr lang="en-US" dirty="0"/>
              <a:t>Generate a hashed password for the LDAP administrator:</a:t>
            </a:r>
          </a:p>
          <a:p>
            <a:pPr lvl="2"/>
            <a:r>
              <a:rPr lang="en-US" b="1" dirty="0" err="1"/>
              <a:t>slappasswd</a:t>
            </a:r>
            <a:endParaRPr lang="en-US" dirty="0"/>
          </a:p>
          <a:p>
            <a:pPr lvl="3"/>
            <a:r>
              <a:rPr lang="en-US" dirty="0"/>
              <a:t>Enter in a password of your choice: password</a:t>
            </a:r>
          </a:p>
          <a:p>
            <a:pPr lvl="3"/>
            <a:r>
              <a:rPr lang="en-US" dirty="0"/>
              <a:t>Copy and save the hashed password.</a:t>
            </a:r>
          </a:p>
          <a:p>
            <a:pPr lvl="1"/>
            <a:r>
              <a:rPr lang="en-US" dirty="0"/>
              <a:t>Check the databases backend before modifying:</a:t>
            </a:r>
          </a:p>
          <a:p>
            <a:pPr lvl="2"/>
            <a:r>
              <a:rPr lang="en-US" b="1" dirty="0" err="1"/>
              <a:t>sudo</a:t>
            </a:r>
            <a:r>
              <a:rPr lang="en-US" b="1" dirty="0"/>
              <a:t> </a:t>
            </a:r>
            <a:r>
              <a:rPr lang="en-US" b="1" dirty="0" err="1"/>
              <a:t>ldapsearch</a:t>
            </a:r>
            <a:r>
              <a:rPr lang="en-US" b="1" dirty="0"/>
              <a:t> -Q -LLL -Y EXTERNAL -H ldapi:/// -b cn=config </a:t>
            </a:r>
            <a:r>
              <a:rPr lang="en-US" b="1" dirty="0" err="1"/>
              <a:t>dn</a:t>
            </a:r>
            <a:endParaRPr lang="en-US" b="1" dirty="0"/>
          </a:p>
          <a:p>
            <a:pPr lvl="2"/>
            <a:r>
              <a:rPr lang="en-US" dirty="0"/>
              <a:t>The last entry is the important one </a:t>
            </a:r>
            <a:br>
              <a:rPr lang="en-US" dirty="0"/>
            </a:br>
            <a:r>
              <a:rPr lang="en-US" dirty="0"/>
              <a:t>we need to note.</a:t>
            </a:r>
          </a:p>
        </p:txBody>
      </p:sp>
      <p:pic>
        <p:nvPicPr>
          <p:cNvPr id="5" name="Picture 4">
            <a:extLst>
              <a:ext uri="{FF2B5EF4-FFF2-40B4-BE49-F238E27FC236}">
                <a16:creationId xmlns:a16="http://schemas.microsoft.com/office/drawing/2014/main" id="{9F6C87AC-0AC3-813F-A530-FF014D4CAAD7}"/>
              </a:ext>
            </a:extLst>
          </p:cNvPr>
          <p:cNvPicPr>
            <a:picLocks noChangeAspect="1"/>
          </p:cNvPicPr>
          <p:nvPr/>
        </p:nvPicPr>
        <p:blipFill>
          <a:blip r:embed="rId2"/>
          <a:stretch>
            <a:fillRect/>
          </a:stretch>
        </p:blipFill>
        <p:spPr>
          <a:xfrm>
            <a:off x="7404847" y="2963074"/>
            <a:ext cx="3301789" cy="698770"/>
          </a:xfrm>
          <a:prstGeom prst="rect">
            <a:avLst/>
          </a:prstGeom>
        </p:spPr>
      </p:pic>
      <p:pic>
        <p:nvPicPr>
          <p:cNvPr id="7" name="Picture 6">
            <a:extLst>
              <a:ext uri="{FF2B5EF4-FFF2-40B4-BE49-F238E27FC236}">
                <a16:creationId xmlns:a16="http://schemas.microsoft.com/office/drawing/2014/main" id="{378F2192-C1AA-A719-3443-BD6FBA76B5F7}"/>
              </a:ext>
            </a:extLst>
          </p:cNvPr>
          <p:cNvPicPr>
            <a:picLocks noChangeAspect="1"/>
          </p:cNvPicPr>
          <p:nvPr/>
        </p:nvPicPr>
        <p:blipFill>
          <a:blip r:embed="rId3"/>
          <a:stretch>
            <a:fillRect/>
          </a:stretch>
        </p:blipFill>
        <p:spPr>
          <a:xfrm>
            <a:off x="6096000" y="4501501"/>
            <a:ext cx="5665694" cy="1991374"/>
          </a:xfrm>
          <a:prstGeom prst="rect">
            <a:avLst/>
          </a:prstGeom>
        </p:spPr>
      </p:pic>
    </p:spTree>
    <p:extLst>
      <p:ext uri="{BB962C8B-B14F-4D97-AF65-F5344CB8AC3E}">
        <p14:creationId xmlns:p14="http://schemas.microsoft.com/office/powerpoint/2010/main" val="2191509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C6CF3-2840-2C72-98C8-4101731AB7E7}"/>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FA45E9E9-0C4D-47F3-6364-0C7A7C2252A4}"/>
              </a:ext>
            </a:extLst>
          </p:cNvPr>
          <p:cNvSpPr>
            <a:spLocks noGrp="1"/>
          </p:cNvSpPr>
          <p:nvPr>
            <p:ph idx="1"/>
          </p:nvPr>
        </p:nvSpPr>
        <p:spPr>
          <a:xfrm>
            <a:off x="838200" y="1690688"/>
            <a:ext cx="10515600" cy="4351338"/>
          </a:xfrm>
        </p:spPr>
        <p:txBody>
          <a:bodyPr/>
          <a:lstStyle/>
          <a:p>
            <a:r>
              <a:rPr lang="en-US" dirty="0"/>
              <a:t>Create a LDIF file (“</a:t>
            </a:r>
            <a:r>
              <a:rPr lang="en-US" dirty="0" err="1"/>
              <a:t>db.ldif</a:t>
            </a:r>
            <a:r>
              <a:rPr lang="en-US" dirty="0"/>
              <a:t>”) to configure the domain and admin credentials: </a:t>
            </a:r>
          </a:p>
          <a:p>
            <a:pPr lvl="1"/>
            <a:r>
              <a:rPr lang="en-US" dirty="0"/>
              <a:t>Create the file: </a:t>
            </a:r>
            <a:r>
              <a:rPr lang="en-US" b="1" dirty="0"/>
              <a:t>vim </a:t>
            </a:r>
            <a:r>
              <a:rPr lang="en-US" b="1" dirty="0" err="1"/>
              <a:t>db.ldif</a:t>
            </a:r>
            <a:endParaRPr lang="en-US" dirty="0"/>
          </a:p>
          <a:p>
            <a:pPr lvl="1"/>
            <a:r>
              <a:rPr lang="en-US" dirty="0"/>
              <a:t>Add the following to the file: </a:t>
            </a:r>
          </a:p>
          <a:p>
            <a:pPr lvl="2"/>
            <a:r>
              <a:rPr lang="en-US" dirty="0" err="1"/>
              <a:t>olcRootPW</a:t>
            </a:r>
            <a:r>
              <a:rPr lang="en-US" dirty="0"/>
              <a:t>: add your hashed password</a:t>
            </a:r>
          </a:p>
          <a:p>
            <a:pPr lvl="2"/>
            <a:r>
              <a:rPr lang="en-US" dirty="0"/>
              <a:t>To save and exit: </a:t>
            </a:r>
          </a:p>
          <a:p>
            <a:pPr lvl="3"/>
            <a:r>
              <a:rPr lang="en-US" dirty="0"/>
              <a:t>Press “esc” key</a:t>
            </a:r>
          </a:p>
          <a:p>
            <a:pPr lvl="3"/>
            <a:r>
              <a:rPr lang="en-US" dirty="0"/>
              <a:t>Type: :</a:t>
            </a:r>
            <a:r>
              <a:rPr lang="en-US" dirty="0" err="1"/>
              <a:t>wq</a:t>
            </a:r>
            <a:r>
              <a:rPr lang="en-US" dirty="0"/>
              <a:t>!</a:t>
            </a:r>
          </a:p>
          <a:p>
            <a:pPr lvl="3"/>
            <a:r>
              <a:rPr lang="en-US" dirty="0"/>
              <a:t>Press enter</a:t>
            </a:r>
          </a:p>
          <a:p>
            <a:pPr lvl="1"/>
            <a:r>
              <a:rPr lang="en-US" dirty="0"/>
              <a:t>Apply the configuration:</a:t>
            </a:r>
          </a:p>
          <a:p>
            <a:pPr lvl="2"/>
            <a:r>
              <a:rPr lang="en-US" b="1" dirty="0" err="1"/>
              <a:t>sudo</a:t>
            </a:r>
            <a:r>
              <a:rPr lang="en-US" b="1" dirty="0"/>
              <a:t> </a:t>
            </a:r>
            <a:r>
              <a:rPr lang="en-US" b="1" dirty="0" err="1"/>
              <a:t>ldapmodify</a:t>
            </a:r>
            <a:r>
              <a:rPr lang="en-US" b="1" dirty="0"/>
              <a:t> -Y EXTERNAL -H ldapi:/// -f </a:t>
            </a:r>
            <a:r>
              <a:rPr lang="en-US" b="1" dirty="0" err="1"/>
              <a:t>db.ldif</a:t>
            </a:r>
            <a:endParaRPr lang="en-US" b="1" dirty="0"/>
          </a:p>
        </p:txBody>
      </p:sp>
      <p:pic>
        <p:nvPicPr>
          <p:cNvPr id="5" name="Picture 4">
            <a:extLst>
              <a:ext uri="{FF2B5EF4-FFF2-40B4-BE49-F238E27FC236}">
                <a16:creationId xmlns:a16="http://schemas.microsoft.com/office/drawing/2014/main" id="{42BA70CE-BEAA-83C0-FCD7-82F8CE2C342A}"/>
              </a:ext>
            </a:extLst>
          </p:cNvPr>
          <p:cNvPicPr>
            <a:picLocks noChangeAspect="1"/>
          </p:cNvPicPr>
          <p:nvPr/>
        </p:nvPicPr>
        <p:blipFill>
          <a:blip r:embed="rId2"/>
          <a:stretch>
            <a:fillRect/>
          </a:stretch>
        </p:blipFill>
        <p:spPr>
          <a:xfrm>
            <a:off x="7068931" y="2366682"/>
            <a:ext cx="4211824" cy="2594271"/>
          </a:xfrm>
          <a:prstGeom prst="rect">
            <a:avLst/>
          </a:prstGeom>
        </p:spPr>
      </p:pic>
    </p:spTree>
    <p:extLst>
      <p:ext uri="{BB962C8B-B14F-4D97-AF65-F5344CB8AC3E}">
        <p14:creationId xmlns:p14="http://schemas.microsoft.com/office/powerpoint/2010/main" val="299265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759C8-2362-60C7-3345-00043E9A9C89}"/>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05956971-19A6-34CE-92A7-CB0460BB2011}"/>
              </a:ext>
            </a:extLst>
          </p:cNvPr>
          <p:cNvSpPr>
            <a:spLocks noGrp="1"/>
          </p:cNvSpPr>
          <p:nvPr>
            <p:ph idx="1"/>
          </p:nvPr>
        </p:nvSpPr>
        <p:spPr>
          <a:xfrm>
            <a:off x="394447" y="1407459"/>
            <a:ext cx="11394141" cy="4769504"/>
          </a:xfrm>
        </p:spPr>
        <p:txBody>
          <a:bodyPr/>
          <a:lstStyle/>
          <a:p>
            <a:r>
              <a:rPr lang="en-US" dirty="0"/>
              <a:t>Add the necessary schemas to the LDAP directory: </a:t>
            </a:r>
          </a:p>
          <a:p>
            <a:pPr lvl="1"/>
            <a:r>
              <a:rPr lang="en-US" b="1" dirty="0" err="1"/>
              <a:t>sudo</a:t>
            </a:r>
            <a:r>
              <a:rPr lang="en-US" b="1" dirty="0"/>
              <a:t> </a:t>
            </a:r>
            <a:r>
              <a:rPr lang="en-US" b="1" dirty="0" err="1"/>
              <a:t>ldapadd</a:t>
            </a:r>
            <a:r>
              <a:rPr lang="en-US" b="1" dirty="0"/>
              <a:t> -Y EXTERNAL -H ldapi:/// -f /</a:t>
            </a:r>
            <a:r>
              <a:rPr lang="en-US" b="1" dirty="0" err="1"/>
              <a:t>etc</a:t>
            </a:r>
            <a:r>
              <a:rPr lang="en-US" b="1" dirty="0"/>
              <a:t>/</a:t>
            </a:r>
            <a:r>
              <a:rPr lang="en-US" b="1" dirty="0" err="1"/>
              <a:t>openldap</a:t>
            </a:r>
            <a:r>
              <a:rPr lang="en-US" b="1" dirty="0"/>
              <a:t>/schema/</a:t>
            </a:r>
            <a:r>
              <a:rPr lang="en-US" b="1" dirty="0" err="1"/>
              <a:t>cosine.ldif</a:t>
            </a:r>
            <a:endParaRPr lang="en-US" b="1" dirty="0"/>
          </a:p>
          <a:p>
            <a:pPr lvl="1"/>
            <a:r>
              <a:rPr lang="en-US" b="1" dirty="0" err="1"/>
              <a:t>sudo</a:t>
            </a:r>
            <a:r>
              <a:rPr lang="en-US" b="1" dirty="0"/>
              <a:t> </a:t>
            </a:r>
            <a:r>
              <a:rPr lang="en-US" b="1" dirty="0" err="1"/>
              <a:t>ldapadd</a:t>
            </a:r>
            <a:r>
              <a:rPr lang="en-US" b="1" dirty="0"/>
              <a:t> -Y EXTERNAL -H ldapi:/// -f /</a:t>
            </a:r>
            <a:r>
              <a:rPr lang="en-US" b="1" dirty="0" err="1"/>
              <a:t>etc</a:t>
            </a:r>
            <a:r>
              <a:rPr lang="en-US" b="1" dirty="0"/>
              <a:t>/</a:t>
            </a:r>
            <a:r>
              <a:rPr lang="en-US" b="1" dirty="0" err="1"/>
              <a:t>openldap</a:t>
            </a:r>
            <a:r>
              <a:rPr lang="en-US" b="1" dirty="0"/>
              <a:t>/schema/</a:t>
            </a:r>
            <a:r>
              <a:rPr lang="en-US" b="1" dirty="0" err="1"/>
              <a:t>nis.ldif</a:t>
            </a:r>
            <a:endParaRPr lang="en-US" b="1" dirty="0"/>
          </a:p>
          <a:p>
            <a:pPr lvl="1"/>
            <a:r>
              <a:rPr lang="en-US" b="1" dirty="0" err="1"/>
              <a:t>sudo</a:t>
            </a:r>
            <a:r>
              <a:rPr lang="en-US" b="1" dirty="0"/>
              <a:t> </a:t>
            </a:r>
            <a:r>
              <a:rPr lang="en-US" b="1" dirty="0" err="1"/>
              <a:t>ldapadd</a:t>
            </a:r>
            <a:r>
              <a:rPr lang="en-US" b="1" dirty="0"/>
              <a:t> -Y EXTERNAL -H ldapi:/// -f /</a:t>
            </a:r>
            <a:r>
              <a:rPr lang="en-US" b="1" dirty="0" err="1"/>
              <a:t>etc</a:t>
            </a:r>
            <a:r>
              <a:rPr lang="en-US" b="1" dirty="0"/>
              <a:t>/</a:t>
            </a:r>
            <a:r>
              <a:rPr lang="en-US" b="1" dirty="0" err="1"/>
              <a:t>openldap</a:t>
            </a:r>
            <a:r>
              <a:rPr lang="en-US" b="1" dirty="0"/>
              <a:t>/schema/</a:t>
            </a:r>
            <a:r>
              <a:rPr lang="en-US" b="1" dirty="0" err="1"/>
              <a:t>inetorgperson.ldif</a:t>
            </a:r>
            <a:endParaRPr lang="en-US" b="1" dirty="0"/>
          </a:p>
          <a:p>
            <a:pPr lvl="1"/>
            <a:endParaRPr lang="en-US" b="1" dirty="0"/>
          </a:p>
        </p:txBody>
      </p:sp>
      <p:pic>
        <p:nvPicPr>
          <p:cNvPr id="5" name="Picture 4">
            <a:extLst>
              <a:ext uri="{FF2B5EF4-FFF2-40B4-BE49-F238E27FC236}">
                <a16:creationId xmlns:a16="http://schemas.microsoft.com/office/drawing/2014/main" id="{A679EAF5-897E-9F99-5BA0-F726199EFE1D}"/>
              </a:ext>
            </a:extLst>
          </p:cNvPr>
          <p:cNvPicPr>
            <a:picLocks noChangeAspect="1"/>
          </p:cNvPicPr>
          <p:nvPr/>
        </p:nvPicPr>
        <p:blipFill>
          <a:blip r:embed="rId2"/>
          <a:stretch>
            <a:fillRect/>
          </a:stretch>
        </p:blipFill>
        <p:spPr>
          <a:xfrm>
            <a:off x="1775709" y="3429000"/>
            <a:ext cx="9008831" cy="3146919"/>
          </a:xfrm>
          <a:prstGeom prst="rect">
            <a:avLst/>
          </a:prstGeom>
        </p:spPr>
      </p:pic>
    </p:spTree>
    <p:extLst>
      <p:ext uri="{BB962C8B-B14F-4D97-AF65-F5344CB8AC3E}">
        <p14:creationId xmlns:p14="http://schemas.microsoft.com/office/powerpoint/2010/main" val="2356188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A2D8F-8D57-10F7-E88E-EB1DC280C24C}"/>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731981D1-FC0B-C90B-34FB-D53388A6A1A0}"/>
              </a:ext>
            </a:extLst>
          </p:cNvPr>
          <p:cNvSpPr>
            <a:spLocks noGrp="1"/>
          </p:cNvSpPr>
          <p:nvPr>
            <p:ph idx="1"/>
          </p:nvPr>
        </p:nvSpPr>
        <p:spPr>
          <a:xfrm>
            <a:off x="152400" y="1515035"/>
            <a:ext cx="11663082" cy="4661928"/>
          </a:xfrm>
        </p:spPr>
        <p:txBody>
          <a:bodyPr/>
          <a:lstStyle/>
          <a:p>
            <a:r>
              <a:rPr lang="en-US" dirty="0"/>
              <a:t>To verify is the schemas were applied run the following: </a:t>
            </a:r>
          </a:p>
          <a:p>
            <a:pPr lvl="1"/>
            <a:r>
              <a:rPr lang="en-US" b="1" dirty="0" err="1"/>
              <a:t>sudo</a:t>
            </a:r>
            <a:r>
              <a:rPr lang="en-US" b="1" dirty="0"/>
              <a:t> </a:t>
            </a:r>
            <a:r>
              <a:rPr lang="en-US" b="1" dirty="0" err="1"/>
              <a:t>ldapsearch</a:t>
            </a:r>
            <a:r>
              <a:rPr lang="en-US" b="1" dirty="0"/>
              <a:t> -Q -LLL -Y EXTERNAL -H ldapi:/// -b cn=</a:t>
            </a:r>
            <a:r>
              <a:rPr lang="en-US" b="1" dirty="0" err="1"/>
              <a:t>schema,cn</a:t>
            </a:r>
            <a:r>
              <a:rPr lang="en-US" b="1" dirty="0"/>
              <a:t>=config </a:t>
            </a:r>
            <a:r>
              <a:rPr lang="en-US" b="1" dirty="0" err="1"/>
              <a:t>dn</a:t>
            </a:r>
            <a:endParaRPr lang="en-US" b="1" dirty="0"/>
          </a:p>
        </p:txBody>
      </p:sp>
      <p:pic>
        <p:nvPicPr>
          <p:cNvPr id="5" name="Picture 4">
            <a:extLst>
              <a:ext uri="{FF2B5EF4-FFF2-40B4-BE49-F238E27FC236}">
                <a16:creationId xmlns:a16="http://schemas.microsoft.com/office/drawing/2014/main" id="{3DE9D33E-9150-26D3-AA29-BC980E6170F0}"/>
              </a:ext>
            </a:extLst>
          </p:cNvPr>
          <p:cNvPicPr>
            <a:picLocks noChangeAspect="1"/>
          </p:cNvPicPr>
          <p:nvPr/>
        </p:nvPicPr>
        <p:blipFill>
          <a:blip r:embed="rId2"/>
          <a:stretch>
            <a:fillRect/>
          </a:stretch>
        </p:blipFill>
        <p:spPr>
          <a:xfrm>
            <a:off x="2891245" y="2608111"/>
            <a:ext cx="6409509" cy="1440111"/>
          </a:xfrm>
          <a:prstGeom prst="rect">
            <a:avLst/>
          </a:prstGeom>
        </p:spPr>
      </p:pic>
    </p:spTree>
    <p:extLst>
      <p:ext uri="{BB962C8B-B14F-4D97-AF65-F5344CB8AC3E}">
        <p14:creationId xmlns:p14="http://schemas.microsoft.com/office/powerpoint/2010/main" val="1167433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09734-C3D7-9067-A46C-D3F02CA8381D}"/>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EEAF0166-5CE3-8C6F-7B5B-64C8EFC4FADB}"/>
              </a:ext>
            </a:extLst>
          </p:cNvPr>
          <p:cNvSpPr>
            <a:spLocks noGrp="1"/>
          </p:cNvSpPr>
          <p:nvPr>
            <p:ph idx="1"/>
          </p:nvPr>
        </p:nvSpPr>
        <p:spPr>
          <a:xfrm>
            <a:off x="838200" y="1568824"/>
            <a:ext cx="10515600" cy="4608139"/>
          </a:xfrm>
        </p:spPr>
        <p:txBody>
          <a:bodyPr/>
          <a:lstStyle/>
          <a:p>
            <a:r>
              <a:rPr lang="en-US" dirty="0"/>
              <a:t>To check existing OUs (Organizational Units):</a:t>
            </a:r>
          </a:p>
          <a:p>
            <a:pPr lvl="1"/>
            <a:r>
              <a:rPr lang="en-US" b="1" dirty="0" err="1"/>
              <a:t>sudo</a:t>
            </a:r>
            <a:r>
              <a:rPr lang="en-US" b="1" dirty="0"/>
              <a:t> </a:t>
            </a:r>
            <a:r>
              <a:rPr lang="en-US" b="1" dirty="0" err="1"/>
              <a:t>ldapsearch</a:t>
            </a:r>
            <a:r>
              <a:rPr lang="en-US" b="1" dirty="0"/>
              <a:t> -x -LLL -b dc=</a:t>
            </a:r>
            <a:r>
              <a:rPr lang="en-US" b="1" dirty="0" err="1"/>
              <a:t>example,dc</a:t>
            </a:r>
            <a:r>
              <a:rPr lang="en-US" b="1" dirty="0"/>
              <a:t>=com “(</a:t>
            </a:r>
            <a:r>
              <a:rPr lang="en-US" b="1" dirty="0" err="1"/>
              <a:t>objectClass</a:t>
            </a:r>
            <a:r>
              <a:rPr lang="en-US" b="1" dirty="0"/>
              <a:t>=</a:t>
            </a:r>
            <a:r>
              <a:rPr lang="en-US" b="1" dirty="0" err="1"/>
              <a:t>organizationalUnit</a:t>
            </a:r>
            <a:r>
              <a:rPr lang="en-US" b="1" dirty="0"/>
              <a:t>)” </a:t>
            </a:r>
            <a:r>
              <a:rPr lang="en-US" b="1" dirty="0" err="1"/>
              <a:t>dn</a:t>
            </a:r>
            <a:endParaRPr lang="en-US" b="1" dirty="0"/>
          </a:p>
          <a:p>
            <a:r>
              <a:rPr lang="en-US" dirty="0"/>
              <a:t>To create a base DN, create a LDIF file (“add-</a:t>
            </a:r>
            <a:r>
              <a:rPr lang="en-US" dirty="0" err="1"/>
              <a:t>base.ldif</a:t>
            </a:r>
            <a:r>
              <a:rPr lang="en-US" dirty="0"/>
              <a:t>”)</a:t>
            </a:r>
          </a:p>
          <a:p>
            <a:pPr lvl="1"/>
            <a:r>
              <a:rPr lang="en-US" b="1" dirty="0"/>
              <a:t>vim add-</a:t>
            </a:r>
            <a:r>
              <a:rPr lang="en-US" b="1" dirty="0" err="1"/>
              <a:t>base.ldif</a:t>
            </a:r>
            <a:endParaRPr lang="en-US" b="1" dirty="0"/>
          </a:p>
          <a:p>
            <a:pPr lvl="1"/>
            <a:r>
              <a:rPr lang="en-US" dirty="0"/>
              <a:t>Add the following to the file:</a:t>
            </a:r>
          </a:p>
          <a:p>
            <a:pPr lvl="1"/>
            <a:endParaRPr lang="en-US" dirty="0"/>
          </a:p>
          <a:p>
            <a:pPr lvl="1"/>
            <a:r>
              <a:rPr lang="en-US" dirty="0"/>
              <a:t>Add the changes: </a:t>
            </a:r>
          </a:p>
          <a:p>
            <a:pPr lvl="2"/>
            <a:r>
              <a:rPr lang="en-US" b="1" dirty="0" err="1"/>
              <a:t>sudo</a:t>
            </a:r>
            <a:r>
              <a:rPr lang="en-US" b="1" dirty="0"/>
              <a:t> </a:t>
            </a:r>
            <a:r>
              <a:rPr lang="en-US" b="1" dirty="0" err="1"/>
              <a:t>ldapadd</a:t>
            </a:r>
            <a:r>
              <a:rPr lang="en-US" b="1" dirty="0"/>
              <a:t> -x -D “cn=admin,dc=</a:t>
            </a:r>
            <a:r>
              <a:rPr lang="en-US" b="1" dirty="0" err="1"/>
              <a:t>example,dc</a:t>
            </a:r>
            <a:r>
              <a:rPr lang="en-US" b="1" dirty="0"/>
              <a:t>=com” -W -f add-</a:t>
            </a:r>
            <a:r>
              <a:rPr lang="en-US" b="1" dirty="0" err="1"/>
              <a:t>base.ldif</a:t>
            </a:r>
            <a:r>
              <a:rPr lang="en-US" dirty="0"/>
              <a:t> </a:t>
            </a:r>
          </a:p>
          <a:p>
            <a:pPr lvl="1"/>
            <a:endParaRPr lang="en-US" dirty="0"/>
          </a:p>
        </p:txBody>
      </p:sp>
      <p:pic>
        <p:nvPicPr>
          <p:cNvPr id="5" name="Picture 4">
            <a:extLst>
              <a:ext uri="{FF2B5EF4-FFF2-40B4-BE49-F238E27FC236}">
                <a16:creationId xmlns:a16="http://schemas.microsoft.com/office/drawing/2014/main" id="{2B56A515-3769-F9D4-C65E-2291E3EA48C6}"/>
              </a:ext>
            </a:extLst>
          </p:cNvPr>
          <p:cNvPicPr>
            <a:picLocks noChangeAspect="1"/>
          </p:cNvPicPr>
          <p:nvPr/>
        </p:nvPicPr>
        <p:blipFill>
          <a:blip r:embed="rId3"/>
          <a:stretch>
            <a:fillRect/>
          </a:stretch>
        </p:blipFill>
        <p:spPr>
          <a:xfrm>
            <a:off x="5549152" y="3322356"/>
            <a:ext cx="2065863" cy="1193249"/>
          </a:xfrm>
          <a:prstGeom prst="rect">
            <a:avLst/>
          </a:prstGeom>
        </p:spPr>
      </p:pic>
      <p:pic>
        <p:nvPicPr>
          <p:cNvPr id="7" name="Picture 6">
            <a:extLst>
              <a:ext uri="{FF2B5EF4-FFF2-40B4-BE49-F238E27FC236}">
                <a16:creationId xmlns:a16="http://schemas.microsoft.com/office/drawing/2014/main" id="{D7C05993-C6B8-EB24-1FFC-F01E885FFEE9}"/>
              </a:ext>
            </a:extLst>
          </p:cNvPr>
          <p:cNvPicPr>
            <a:picLocks noChangeAspect="1"/>
          </p:cNvPicPr>
          <p:nvPr/>
        </p:nvPicPr>
        <p:blipFill>
          <a:blip r:embed="rId4"/>
          <a:stretch>
            <a:fillRect/>
          </a:stretch>
        </p:blipFill>
        <p:spPr>
          <a:xfrm>
            <a:off x="2438399" y="5357256"/>
            <a:ext cx="7449671" cy="724096"/>
          </a:xfrm>
          <a:prstGeom prst="rect">
            <a:avLst/>
          </a:prstGeom>
        </p:spPr>
      </p:pic>
    </p:spTree>
    <p:extLst>
      <p:ext uri="{BB962C8B-B14F-4D97-AF65-F5344CB8AC3E}">
        <p14:creationId xmlns:p14="http://schemas.microsoft.com/office/powerpoint/2010/main" val="2335687562"/>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2BFDC-2D88-880C-AF3D-347FCC467E79}"/>
              </a:ext>
            </a:extLst>
          </p:cNvPr>
          <p:cNvSpPr>
            <a:spLocks noGrp="1"/>
          </p:cNvSpPr>
          <p:nvPr>
            <p:ph type="title"/>
          </p:nvPr>
        </p:nvSpPr>
        <p:spPr/>
        <p:txBody>
          <a:bodyPr/>
          <a:lstStyle/>
          <a:p>
            <a:r>
              <a:rPr lang="en-US" dirty="0"/>
              <a:t>TAK Server - LDAP Integration</a:t>
            </a:r>
          </a:p>
        </p:txBody>
      </p:sp>
      <p:sp>
        <p:nvSpPr>
          <p:cNvPr id="3" name="Content Placeholder 2">
            <a:extLst>
              <a:ext uri="{FF2B5EF4-FFF2-40B4-BE49-F238E27FC236}">
                <a16:creationId xmlns:a16="http://schemas.microsoft.com/office/drawing/2014/main" id="{EA9F9A51-700A-856B-6A3C-97E4C39BBD52}"/>
              </a:ext>
            </a:extLst>
          </p:cNvPr>
          <p:cNvSpPr>
            <a:spLocks noGrp="1"/>
          </p:cNvSpPr>
          <p:nvPr>
            <p:ph idx="1"/>
          </p:nvPr>
        </p:nvSpPr>
        <p:spPr>
          <a:xfrm>
            <a:off x="838200" y="1541929"/>
            <a:ext cx="10515600" cy="4635034"/>
          </a:xfrm>
        </p:spPr>
        <p:txBody>
          <a:bodyPr/>
          <a:lstStyle/>
          <a:p>
            <a:r>
              <a:rPr lang="en-US" dirty="0"/>
              <a:t>To create a Organizational Unit (OU): </a:t>
            </a:r>
          </a:p>
          <a:p>
            <a:pPr lvl="1"/>
            <a:r>
              <a:rPr lang="en-US" dirty="0"/>
              <a:t>Create a LDIF file (“</a:t>
            </a:r>
            <a:r>
              <a:rPr lang="en-US" dirty="0" err="1"/>
              <a:t>ou.ldif</a:t>
            </a:r>
            <a:r>
              <a:rPr lang="en-US" dirty="0"/>
              <a:t>”)</a:t>
            </a:r>
          </a:p>
          <a:p>
            <a:pPr lvl="2"/>
            <a:r>
              <a:rPr lang="en-US" b="1" dirty="0"/>
              <a:t>vim </a:t>
            </a:r>
            <a:r>
              <a:rPr lang="en-US" b="1" dirty="0" err="1"/>
              <a:t>ou.ldif</a:t>
            </a:r>
            <a:endParaRPr lang="en-US" b="1" dirty="0"/>
          </a:p>
          <a:p>
            <a:pPr lvl="2"/>
            <a:r>
              <a:rPr lang="en-US" dirty="0"/>
              <a:t>Add the following to the file: </a:t>
            </a:r>
            <a:r>
              <a:rPr lang="en-US" dirty="0">
                <a:sym typeface="Wingdings" panose="05000000000000000000" pitchFamily="2" charset="2"/>
              </a:rPr>
              <a:t> </a:t>
            </a:r>
            <a:endParaRPr lang="en-US" dirty="0"/>
          </a:p>
          <a:p>
            <a:pPr lvl="1"/>
            <a:r>
              <a:rPr lang="en-US" dirty="0"/>
              <a:t>Apply the configuration:</a:t>
            </a:r>
          </a:p>
          <a:p>
            <a:pPr lvl="2"/>
            <a:r>
              <a:rPr lang="en-US" b="1" dirty="0" err="1"/>
              <a:t>ldapadd</a:t>
            </a:r>
            <a:r>
              <a:rPr lang="en-US" b="1" dirty="0"/>
              <a:t> -x -D “cn=</a:t>
            </a:r>
            <a:r>
              <a:rPr lang="en-US" b="1" dirty="0" err="1"/>
              <a:t>admin,dc</a:t>
            </a:r>
            <a:r>
              <a:rPr lang="en-US" b="1" dirty="0"/>
              <a:t>=</a:t>
            </a:r>
            <a:r>
              <a:rPr lang="en-US" b="1" dirty="0" err="1"/>
              <a:t>example,dc</a:t>
            </a:r>
            <a:r>
              <a:rPr lang="en-US" b="1" dirty="0"/>
              <a:t>=com” -W -f </a:t>
            </a:r>
            <a:r>
              <a:rPr lang="en-US" b="1" dirty="0" err="1"/>
              <a:t>ou.ldif</a:t>
            </a:r>
            <a:endParaRPr lang="en-US" b="1" dirty="0"/>
          </a:p>
        </p:txBody>
      </p:sp>
      <p:pic>
        <p:nvPicPr>
          <p:cNvPr id="5" name="Picture 4">
            <a:extLst>
              <a:ext uri="{FF2B5EF4-FFF2-40B4-BE49-F238E27FC236}">
                <a16:creationId xmlns:a16="http://schemas.microsoft.com/office/drawing/2014/main" id="{5867EFAF-8B62-83BF-7245-401506F45401}"/>
              </a:ext>
            </a:extLst>
          </p:cNvPr>
          <p:cNvPicPr>
            <a:picLocks noChangeAspect="1"/>
          </p:cNvPicPr>
          <p:nvPr/>
        </p:nvPicPr>
        <p:blipFill>
          <a:blip r:embed="rId2"/>
          <a:stretch>
            <a:fillRect/>
          </a:stretch>
        </p:blipFill>
        <p:spPr>
          <a:xfrm>
            <a:off x="6823929" y="1538456"/>
            <a:ext cx="3114423" cy="1890544"/>
          </a:xfrm>
          <a:prstGeom prst="rect">
            <a:avLst/>
          </a:prstGeom>
        </p:spPr>
      </p:pic>
      <p:pic>
        <p:nvPicPr>
          <p:cNvPr id="7" name="Picture 6">
            <a:extLst>
              <a:ext uri="{FF2B5EF4-FFF2-40B4-BE49-F238E27FC236}">
                <a16:creationId xmlns:a16="http://schemas.microsoft.com/office/drawing/2014/main" id="{CBD1F3D7-3065-E614-94F6-D3E8B98B239F}"/>
              </a:ext>
            </a:extLst>
          </p:cNvPr>
          <p:cNvPicPr>
            <a:picLocks noChangeAspect="1"/>
          </p:cNvPicPr>
          <p:nvPr/>
        </p:nvPicPr>
        <p:blipFill>
          <a:blip r:embed="rId3"/>
          <a:stretch>
            <a:fillRect/>
          </a:stretch>
        </p:blipFill>
        <p:spPr>
          <a:xfrm>
            <a:off x="2196352" y="3858062"/>
            <a:ext cx="8148918" cy="944919"/>
          </a:xfrm>
          <a:prstGeom prst="rect">
            <a:avLst/>
          </a:prstGeom>
        </p:spPr>
      </p:pic>
    </p:spTree>
    <p:extLst>
      <p:ext uri="{BB962C8B-B14F-4D97-AF65-F5344CB8AC3E}">
        <p14:creationId xmlns:p14="http://schemas.microsoft.com/office/powerpoint/2010/main" val="3447798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1C5F-1A88-AA5D-22EA-B9C098CE3845}"/>
              </a:ext>
            </a:extLst>
          </p:cNvPr>
          <p:cNvSpPr>
            <a:spLocks noGrp="1"/>
          </p:cNvSpPr>
          <p:nvPr>
            <p:ph type="title"/>
          </p:nvPr>
        </p:nvSpPr>
        <p:spPr/>
        <p:txBody>
          <a:bodyPr/>
          <a:lstStyle/>
          <a:p>
            <a:r>
              <a:rPr lang="en-US" dirty="0"/>
              <a:t>TAK Server - LDAP Integration - Managing Users and Groups</a:t>
            </a:r>
          </a:p>
        </p:txBody>
      </p:sp>
      <p:sp>
        <p:nvSpPr>
          <p:cNvPr id="3" name="Content Placeholder 2">
            <a:extLst>
              <a:ext uri="{FF2B5EF4-FFF2-40B4-BE49-F238E27FC236}">
                <a16:creationId xmlns:a16="http://schemas.microsoft.com/office/drawing/2014/main" id="{FC9CB41F-8581-DA22-591E-7923E1F4B95C}"/>
              </a:ext>
            </a:extLst>
          </p:cNvPr>
          <p:cNvSpPr>
            <a:spLocks noGrp="1"/>
          </p:cNvSpPr>
          <p:nvPr>
            <p:ph idx="1"/>
          </p:nvPr>
        </p:nvSpPr>
        <p:spPr>
          <a:xfrm>
            <a:off x="838200" y="1690688"/>
            <a:ext cx="10515600" cy="4486275"/>
          </a:xfrm>
        </p:spPr>
        <p:txBody>
          <a:bodyPr/>
          <a:lstStyle/>
          <a:p>
            <a:r>
              <a:rPr lang="en-US" dirty="0"/>
              <a:t>Add a user:</a:t>
            </a:r>
          </a:p>
          <a:p>
            <a:pPr lvl="1"/>
            <a:r>
              <a:rPr lang="en-US" dirty="0"/>
              <a:t>Create a new LDIF file (“</a:t>
            </a:r>
            <a:r>
              <a:rPr lang="en-US" dirty="0" err="1"/>
              <a:t>new_user.ldif</a:t>
            </a:r>
            <a:r>
              <a:rPr lang="en-US" dirty="0"/>
              <a:t>”)</a:t>
            </a:r>
          </a:p>
          <a:p>
            <a:pPr lvl="2"/>
            <a:r>
              <a:rPr lang="en-US" b="1" dirty="0"/>
              <a:t>vim </a:t>
            </a:r>
            <a:r>
              <a:rPr lang="en-US" b="1" dirty="0" err="1"/>
              <a:t>new_user.ldif</a:t>
            </a:r>
            <a:endParaRPr lang="en-US" dirty="0"/>
          </a:p>
          <a:p>
            <a:pPr lvl="2"/>
            <a:r>
              <a:rPr lang="en-US" dirty="0"/>
              <a:t>Add the following to the file: </a:t>
            </a:r>
            <a:r>
              <a:rPr lang="en-US" dirty="0">
                <a:sym typeface="Wingdings" panose="05000000000000000000" pitchFamily="2" charset="2"/>
              </a:rPr>
              <a:t></a:t>
            </a:r>
          </a:p>
          <a:p>
            <a:pPr lvl="1"/>
            <a:r>
              <a:rPr lang="en-US" dirty="0">
                <a:sym typeface="Wingdings" panose="05000000000000000000" pitchFamily="2" charset="2"/>
              </a:rPr>
              <a:t>Apply the changes: </a:t>
            </a:r>
          </a:p>
          <a:p>
            <a:pPr lvl="2"/>
            <a:r>
              <a:rPr lang="en-US" b="1" dirty="0" err="1"/>
              <a:t>sudo</a:t>
            </a:r>
            <a:r>
              <a:rPr lang="en-US" b="1" dirty="0"/>
              <a:t> </a:t>
            </a:r>
            <a:r>
              <a:rPr lang="en-US" b="1" dirty="0" err="1"/>
              <a:t>ldapadd</a:t>
            </a:r>
            <a:r>
              <a:rPr lang="en-US" b="1" dirty="0"/>
              <a:t> -x -D cn=admin,dc=</a:t>
            </a:r>
            <a:r>
              <a:rPr lang="en-US" b="1" dirty="0" err="1"/>
              <a:t>example,dc</a:t>
            </a:r>
            <a:r>
              <a:rPr lang="en-US" b="1" dirty="0"/>
              <a:t>=com -W -f </a:t>
            </a:r>
            <a:r>
              <a:rPr lang="en-US" b="1" dirty="0" err="1"/>
              <a:t>new_user.ldif</a:t>
            </a:r>
            <a:endParaRPr lang="en-US" b="1" dirty="0"/>
          </a:p>
          <a:p>
            <a:pPr lvl="1"/>
            <a:endParaRPr lang="en-US" dirty="0"/>
          </a:p>
          <a:p>
            <a:pPr lvl="1"/>
            <a:endParaRPr lang="en-US" dirty="0"/>
          </a:p>
          <a:p>
            <a:pPr lvl="1"/>
            <a:r>
              <a:rPr lang="en-US" dirty="0"/>
              <a:t>Verify the changes: </a:t>
            </a:r>
          </a:p>
          <a:p>
            <a:pPr lvl="2"/>
            <a:r>
              <a:rPr lang="en-US" b="1" dirty="0" err="1"/>
              <a:t>sudo</a:t>
            </a:r>
            <a:r>
              <a:rPr lang="en-US" b="1" dirty="0"/>
              <a:t> </a:t>
            </a:r>
            <a:r>
              <a:rPr lang="en-US" b="1" dirty="0" err="1"/>
              <a:t>ldapsearch</a:t>
            </a:r>
            <a:r>
              <a:rPr lang="en-US" b="1" dirty="0"/>
              <a:t> -x -LLL -b dc=</a:t>
            </a:r>
            <a:r>
              <a:rPr lang="en-US" b="1" dirty="0" err="1"/>
              <a:t>example,dc</a:t>
            </a:r>
            <a:r>
              <a:rPr lang="en-US" b="1" dirty="0"/>
              <a:t>=com “(</a:t>
            </a:r>
            <a:r>
              <a:rPr lang="en-US" b="1" dirty="0" err="1"/>
              <a:t>uid</a:t>
            </a:r>
            <a:r>
              <a:rPr lang="en-US" b="1" dirty="0"/>
              <a:t>=</a:t>
            </a:r>
            <a:r>
              <a:rPr lang="en-US" b="1" dirty="0" err="1"/>
              <a:t>jdoe</a:t>
            </a:r>
            <a:r>
              <a:rPr lang="en-US" b="1" dirty="0"/>
              <a:t>)”</a:t>
            </a:r>
          </a:p>
        </p:txBody>
      </p:sp>
      <p:pic>
        <p:nvPicPr>
          <p:cNvPr id="5" name="Picture 4">
            <a:extLst>
              <a:ext uri="{FF2B5EF4-FFF2-40B4-BE49-F238E27FC236}">
                <a16:creationId xmlns:a16="http://schemas.microsoft.com/office/drawing/2014/main" id="{F5C2724D-3803-F9EC-0B8F-058B6691B1CA}"/>
              </a:ext>
            </a:extLst>
          </p:cNvPr>
          <p:cNvPicPr>
            <a:picLocks noChangeAspect="1"/>
          </p:cNvPicPr>
          <p:nvPr/>
        </p:nvPicPr>
        <p:blipFill>
          <a:blip r:embed="rId2"/>
          <a:stretch>
            <a:fillRect/>
          </a:stretch>
        </p:blipFill>
        <p:spPr>
          <a:xfrm>
            <a:off x="7046258" y="1497106"/>
            <a:ext cx="4011706" cy="2040839"/>
          </a:xfrm>
          <a:prstGeom prst="rect">
            <a:avLst/>
          </a:prstGeom>
        </p:spPr>
      </p:pic>
      <p:pic>
        <p:nvPicPr>
          <p:cNvPr id="7" name="Picture 6">
            <a:extLst>
              <a:ext uri="{FF2B5EF4-FFF2-40B4-BE49-F238E27FC236}">
                <a16:creationId xmlns:a16="http://schemas.microsoft.com/office/drawing/2014/main" id="{5DF7AAB2-2218-F523-660C-5B6214C29A98}"/>
              </a:ext>
            </a:extLst>
          </p:cNvPr>
          <p:cNvPicPr>
            <a:picLocks noChangeAspect="1"/>
          </p:cNvPicPr>
          <p:nvPr/>
        </p:nvPicPr>
        <p:blipFill>
          <a:blip r:embed="rId3"/>
          <a:stretch>
            <a:fillRect/>
          </a:stretch>
        </p:blipFill>
        <p:spPr>
          <a:xfrm>
            <a:off x="2017059" y="3957046"/>
            <a:ext cx="8525436" cy="600272"/>
          </a:xfrm>
          <a:prstGeom prst="rect">
            <a:avLst/>
          </a:prstGeom>
        </p:spPr>
      </p:pic>
    </p:spTree>
    <p:extLst>
      <p:ext uri="{BB962C8B-B14F-4D97-AF65-F5344CB8AC3E}">
        <p14:creationId xmlns:p14="http://schemas.microsoft.com/office/powerpoint/2010/main" val="2106323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FC430-D0FF-6793-C800-74A50FE11056}"/>
              </a:ext>
            </a:extLst>
          </p:cNvPr>
          <p:cNvSpPr>
            <a:spLocks noGrp="1"/>
          </p:cNvSpPr>
          <p:nvPr>
            <p:ph type="title"/>
          </p:nvPr>
        </p:nvSpPr>
        <p:spPr/>
        <p:txBody>
          <a:bodyPr/>
          <a:lstStyle/>
          <a:p>
            <a:r>
              <a:rPr lang="en-US" dirty="0"/>
              <a:t>TAK Server - LDAP Integration - Managing Users and Groups</a:t>
            </a:r>
          </a:p>
        </p:txBody>
      </p:sp>
      <p:sp>
        <p:nvSpPr>
          <p:cNvPr id="3" name="Content Placeholder 2">
            <a:extLst>
              <a:ext uri="{FF2B5EF4-FFF2-40B4-BE49-F238E27FC236}">
                <a16:creationId xmlns:a16="http://schemas.microsoft.com/office/drawing/2014/main" id="{A05CBB66-A1FF-6C2D-2CC2-542C7B1BB393}"/>
              </a:ext>
            </a:extLst>
          </p:cNvPr>
          <p:cNvSpPr>
            <a:spLocks noGrp="1"/>
          </p:cNvSpPr>
          <p:nvPr>
            <p:ph idx="1"/>
          </p:nvPr>
        </p:nvSpPr>
        <p:spPr>
          <a:xfrm>
            <a:off x="838200" y="1825625"/>
            <a:ext cx="10515600" cy="4351338"/>
          </a:xfrm>
        </p:spPr>
        <p:txBody>
          <a:bodyPr/>
          <a:lstStyle/>
          <a:p>
            <a:r>
              <a:rPr lang="en-US" dirty="0"/>
              <a:t>Create a new Group:</a:t>
            </a:r>
          </a:p>
          <a:p>
            <a:pPr lvl="1"/>
            <a:r>
              <a:rPr lang="en-US" dirty="0"/>
              <a:t>Create a new LDIF file (“</a:t>
            </a:r>
            <a:r>
              <a:rPr lang="en-US" dirty="0" err="1"/>
              <a:t>new_group.ldif</a:t>
            </a:r>
            <a:r>
              <a:rPr lang="en-US" dirty="0"/>
              <a:t>”)</a:t>
            </a:r>
          </a:p>
          <a:p>
            <a:pPr lvl="2"/>
            <a:r>
              <a:rPr lang="en-US" b="1" dirty="0"/>
              <a:t>vim </a:t>
            </a:r>
            <a:r>
              <a:rPr lang="en-US" b="1" dirty="0" err="1"/>
              <a:t>new_group.ldif</a:t>
            </a:r>
            <a:endParaRPr lang="en-US" b="1" dirty="0"/>
          </a:p>
          <a:p>
            <a:pPr lvl="2"/>
            <a:r>
              <a:rPr lang="en-US" dirty="0"/>
              <a:t>Add the following to the file: </a:t>
            </a:r>
            <a:r>
              <a:rPr lang="en-US" dirty="0">
                <a:sym typeface="Wingdings" panose="05000000000000000000" pitchFamily="2" charset="2"/>
              </a:rPr>
              <a:t> </a:t>
            </a:r>
          </a:p>
          <a:p>
            <a:pPr lvl="1"/>
            <a:r>
              <a:rPr lang="en-US" dirty="0">
                <a:sym typeface="Wingdings" panose="05000000000000000000" pitchFamily="2" charset="2"/>
              </a:rPr>
              <a:t>Apply the changes:</a:t>
            </a:r>
          </a:p>
          <a:p>
            <a:pPr lvl="2"/>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ldapadd</a:t>
            </a:r>
            <a:r>
              <a:rPr lang="en-US" b="1" dirty="0">
                <a:sym typeface="Wingdings" panose="05000000000000000000" pitchFamily="2" charset="2"/>
              </a:rPr>
              <a:t> -x -D cn=admin,dc=</a:t>
            </a:r>
            <a:r>
              <a:rPr lang="en-US" b="1" dirty="0" err="1">
                <a:sym typeface="Wingdings" panose="05000000000000000000" pitchFamily="2" charset="2"/>
              </a:rPr>
              <a:t>example,dc</a:t>
            </a:r>
            <a:r>
              <a:rPr lang="en-US" b="1" dirty="0">
                <a:sym typeface="Wingdings" panose="05000000000000000000" pitchFamily="2" charset="2"/>
              </a:rPr>
              <a:t>=com -W -f </a:t>
            </a:r>
            <a:r>
              <a:rPr lang="en-US" b="1" dirty="0" err="1">
                <a:sym typeface="Wingdings" panose="05000000000000000000" pitchFamily="2" charset="2"/>
              </a:rPr>
              <a:t>new_group.ldif</a:t>
            </a:r>
            <a:endParaRPr lang="en-US" b="1" dirty="0">
              <a:sym typeface="Wingdings" panose="05000000000000000000" pitchFamily="2" charset="2"/>
            </a:endParaRPr>
          </a:p>
          <a:p>
            <a:pPr lvl="2"/>
            <a:endParaRPr lang="en-US" b="1" dirty="0">
              <a:sym typeface="Wingdings" panose="05000000000000000000" pitchFamily="2" charset="2"/>
            </a:endParaRPr>
          </a:p>
          <a:p>
            <a:pPr lvl="2"/>
            <a:endParaRPr lang="en-US" b="1" dirty="0">
              <a:sym typeface="Wingdings" panose="05000000000000000000" pitchFamily="2" charset="2"/>
            </a:endParaRPr>
          </a:p>
          <a:p>
            <a:pPr lvl="2"/>
            <a:r>
              <a:rPr lang="en-US" dirty="0">
                <a:sym typeface="Wingdings" panose="05000000000000000000" pitchFamily="2" charset="2"/>
              </a:rPr>
              <a:t>Verify the changes: </a:t>
            </a:r>
          </a:p>
          <a:p>
            <a:pPr lvl="3"/>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ldapsearch</a:t>
            </a:r>
            <a:r>
              <a:rPr lang="en-US" b="1" dirty="0">
                <a:sym typeface="Wingdings" panose="05000000000000000000" pitchFamily="2" charset="2"/>
              </a:rPr>
              <a:t> -x -LLL -b dc=</a:t>
            </a:r>
            <a:r>
              <a:rPr lang="en-US" b="1" dirty="0" err="1">
                <a:sym typeface="Wingdings" panose="05000000000000000000" pitchFamily="2" charset="2"/>
              </a:rPr>
              <a:t>example,dc</a:t>
            </a:r>
            <a:r>
              <a:rPr lang="en-US" b="1" dirty="0">
                <a:sym typeface="Wingdings" panose="05000000000000000000" pitchFamily="2" charset="2"/>
              </a:rPr>
              <a:t>=com “(cn=Developers)”</a:t>
            </a:r>
            <a:endParaRPr lang="en-US" b="1" dirty="0"/>
          </a:p>
        </p:txBody>
      </p:sp>
      <p:pic>
        <p:nvPicPr>
          <p:cNvPr id="5" name="Picture 4">
            <a:extLst>
              <a:ext uri="{FF2B5EF4-FFF2-40B4-BE49-F238E27FC236}">
                <a16:creationId xmlns:a16="http://schemas.microsoft.com/office/drawing/2014/main" id="{3ADC8E34-2F69-D8BC-8D52-D47E3FB5D75F}"/>
              </a:ext>
            </a:extLst>
          </p:cNvPr>
          <p:cNvPicPr>
            <a:picLocks noChangeAspect="1"/>
          </p:cNvPicPr>
          <p:nvPr/>
        </p:nvPicPr>
        <p:blipFill>
          <a:blip r:embed="rId2"/>
          <a:stretch>
            <a:fillRect/>
          </a:stretch>
        </p:blipFill>
        <p:spPr>
          <a:xfrm>
            <a:off x="7200320" y="2385867"/>
            <a:ext cx="4153480" cy="1043133"/>
          </a:xfrm>
          <a:prstGeom prst="rect">
            <a:avLst/>
          </a:prstGeom>
        </p:spPr>
      </p:pic>
      <p:pic>
        <p:nvPicPr>
          <p:cNvPr id="7" name="Picture 6">
            <a:extLst>
              <a:ext uri="{FF2B5EF4-FFF2-40B4-BE49-F238E27FC236}">
                <a16:creationId xmlns:a16="http://schemas.microsoft.com/office/drawing/2014/main" id="{8BD3593D-F437-391B-DEF2-8ECECF59A325}"/>
              </a:ext>
            </a:extLst>
          </p:cNvPr>
          <p:cNvPicPr>
            <a:picLocks noChangeAspect="1"/>
          </p:cNvPicPr>
          <p:nvPr/>
        </p:nvPicPr>
        <p:blipFill>
          <a:blip r:embed="rId3"/>
          <a:stretch>
            <a:fillRect/>
          </a:stretch>
        </p:blipFill>
        <p:spPr>
          <a:xfrm>
            <a:off x="3029530" y="4150659"/>
            <a:ext cx="6247530" cy="554434"/>
          </a:xfrm>
          <a:prstGeom prst="rect">
            <a:avLst/>
          </a:prstGeom>
        </p:spPr>
      </p:pic>
    </p:spTree>
    <p:extLst>
      <p:ext uri="{BB962C8B-B14F-4D97-AF65-F5344CB8AC3E}">
        <p14:creationId xmlns:p14="http://schemas.microsoft.com/office/powerpoint/2010/main" val="3110186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3231-B382-0119-86C7-4B03EB68526D}"/>
              </a:ext>
            </a:extLst>
          </p:cNvPr>
          <p:cNvSpPr>
            <a:spLocks noGrp="1"/>
          </p:cNvSpPr>
          <p:nvPr>
            <p:ph type="title"/>
          </p:nvPr>
        </p:nvSpPr>
        <p:spPr/>
        <p:txBody>
          <a:bodyPr/>
          <a:lstStyle/>
          <a:p>
            <a:r>
              <a:rPr lang="en-US" dirty="0"/>
              <a:t>TAK Server - LDAP Integration - Modify Users and Groups</a:t>
            </a:r>
          </a:p>
        </p:txBody>
      </p:sp>
      <p:sp>
        <p:nvSpPr>
          <p:cNvPr id="3" name="Content Placeholder 2">
            <a:extLst>
              <a:ext uri="{FF2B5EF4-FFF2-40B4-BE49-F238E27FC236}">
                <a16:creationId xmlns:a16="http://schemas.microsoft.com/office/drawing/2014/main" id="{7E1D9507-6141-3730-CD9C-893C87FFCF38}"/>
              </a:ext>
            </a:extLst>
          </p:cNvPr>
          <p:cNvSpPr>
            <a:spLocks noGrp="1"/>
          </p:cNvSpPr>
          <p:nvPr>
            <p:ph idx="1"/>
          </p:nvPr>
        </p:nvSpPr>
        <p:spPr/>
        <p:txBody>
          <a:bodyPr/>
          <a:lstStyle/>
          <a:p>
            <a:r>
              <a:rPr lang="en-US" dirty="0"/>
              <a:t>To modify a user:</a:t>
            </a:r>
          </a:p>
          <a:p>
            <a:pPr lvl="1"/>
            <a:r>
              <a:rPr lang="en-US" dirty="0"/>
              <a:t>Create a LDIF file (“</a:t>
            </a:r>
            <a:r>
              <a:rPr lang="en-US" dirty="0" err="1"/>
              <a:t>modify_user.ldif</a:t>
            </a:r>
            <a:r>
              <a:rPr lang="en-US" dirty="0"/>
              <a:t>”)</a:t>
            </a:r>
          </a:p>
          <a:p>
            <a:pPr lvl="2"/>
            <a:r>
              <a:rPr lang="en-US" b="1" dirty="0"/>
              <a:t>vim </a:t>
            </a:r>
            <a:r>
              <a:rPr lang="en-US" b="1" dirty="0" err="1"/>
              <a:t>modify_user.ldif</a:t>
            </a:r>
            <a:endParaRPr lang="en-US" b="1" dirty="0"/>
          </a:p>
          <a:p>
            <a:pPr lvl="2"/>
            <a:r>
              <a:rPr lang="en-US" dirty="0"/>
              <a:t>Add the following to the file: </a:t>
            </a:r>
            <a:r>
              <a:rPr lang="en-US" dirty="0">
                <a:sym typeface="Wingdings" panose="05000000000000000000" pitchFamily="2" charset="2"/>
              </a:rPr>
              <a:t></a:t>
            </a:r>
          </a:p>
          <a:p>
            <a:pPr lvl="3"/>
            <a:r>
              <a:rPr lang="en-US" dirty="0">
                <a:sym typeface="Wingdings" panose="05000000000000000000" pitchFamily="2" charset="2"/>
              </a:rPr>
              <a:t>This example changes the users password.</a:t>
            </a:r>
          </a:p>
          <a:p>
            <a:pPr lvl="1"/>
            <a:r>
              <a:rPr lang="en-US" dirty="0">
                <a:sym typeface="Wingdings" panose="05000000000000000000" pitchFamily="2" charset="2"/>
              </a:rPr>
              <a:t>Apply the changes: </a:t>
            </a:r>
          </a:p>
          <a:p>
            <a:pPr lvl="2"/>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ldapmodify</a:t>
            </a:r>
            <a:r>
              <a:rPr lang="en-US" b="1" dirty="0">
                <a:sym typeface="Wingdings" panose="05000000000000000000" pitchFamily="2" charset="2"/>
              </a:rPr>
              <a:t> -x -D cn=admin,dc=</a:t>
            </a:r>
            <a:r>
              <a:rPr lang="en-US" b="1" dirty="0" err="1">
                <a:sym typeface="Wingdings" panose="05000000000000000000" pitchFamily="2" charset="2"/>
              </a:rPr>
              <a:t>example,dc</a:t>
            </a:r>
            <a:r>
              <a:rPr lang="en-US" b="1" dirty="0">
                <a:sym typeface="Wingdings" panose="05000000000000000000" pitchFamily="2" charset="2"/>
              </a:rPr>
              <a:t>=com -W -f </a:t>
            </a:r>
            <a:r>
              <a:rPr lang="en-US" b="1" dirty="0" err="1">
                <a:sym typeface="Wingdings" panose="05000000000000000000" pitchFamily="2" charset="2"/>
              </a:rPr>
              <a:t>modify_user.ldif</a:t>
            </a:r>
            <a:endParaRPr lang="en-US" b="1" dirty="0">
              <a:sym typeface="Wingdings" panose="05000000000000000000" pitchFamily="2" charset="2"/>
            </a:endParaRPr>
          </a:p>
          <a:p>
            <a:pPr lvl="1"/>
            <a:r>
              <a:rPr lang="en-US" dirty="0">
                <a:sym typeface="Wingdings" panose="05000000000000000000" pitchFamily="2" charset="2"/>
              </a:rPr>
              <a:t>Verify the changes;</a:t>
            </a:r>
          </a:p>
          <a:p>
            <a:pPr lvl="2"/>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ldapsearch</a:t>
            </a:r>
            <a:r>
              <a:rPr lang="en-US" b="1" dirty="0">
                <a:sym typeface="Wingdings" panose="05000000000000000000" pitchFamily="2" charset="2"/>
              </a:rPr>
              <a:t> -x -LLL -b dc=</a:t>
            </a:r>
            <a:r>
              <a:rPr lang="en-US" b="1" dirty="0" err="1">
                <a:sym typeface="Wingdings" panose="05000000000000000000" pitchFamily="2" charset="2"/>
              </a:rPr>
              <a:t>example,dc</a:t>
            </a:r>
            <a:r>
              <a:rPr lang="en-US" b="1" dirty="0">
                <a:sym typeface="Wingdings" panose="05000000000000000000" pitchFamily="2" charset="2"/>
              </a:rPr>
              <a:t>=com “(</a:t>
            </a:r>
            <a:r>
              <a:rPr lang="en-US" b="1" dirty="0" err="1">
                <a:sym typeface="Wingdings" panose="05000000000000000000" pitchFamily="2" charset="2"/>
              </a:rPr>
              <a:t>uid</a:t>
            </a:r>
            <a:r>
              <a:rPr lang="en-US" b="1" dirty="0">
                <a:sym typeface="Wingdings" panose="05000000000000000000" pitchFamily="2" charset="2"/>
              </a:rPr>
              <a:t>=</a:t>
            </a:r>
            <a:r>
              <a:rPr lang="en-US" b="1" dirty="0" err="1">
                <a:sym typeface="Wingdings" panose="05000000000000000000" pitchFamily="2" charset="2"/>
              </a:rPr>
              <a:t>jdoe</a:t>
            </a:r>
            <a:r>
              <a:rPr lang="en-US" b="1" dirty="0">
                <a:sym typeface="Wingdings" panose="05000000000000000000" pitchFamily="2" charset="2"/>
              </a:rPr>
              <a:t>)”</a:t>
            </a:r>
            <a:r>
              <a:rPr lang="en-US" dirty="0">
                <a:sym typeface="Wingdings" panose="05000000000000000000" pitchFamily="2" charset="2"/>
              </a:rPr>
              <a:t> </a:t>
            </a:r>
            <a:endParaRPr lang="en-US" dirty="0"/>
          </a:p>
        </p:txBody>
      </p:sp>
      <p:pic>
        <p:nvPicPr>
          <p:cNvPr id="5" name="Picture 4">
            <a:extLst>
              <a:ext uri="{FF2B5EF4-FFF2-40B4-BE49-F238E27FC236}">
                <a16:creationId xmlns:a16="http://schemas.microsoft.com/office/drawing/2014/main" id="{C4E9A5F3-E466-6CA9-7436-683B4CEF6BCD}"/>
              </a:ext>
            </a:extLst>
          </p:cNvPr>
          <p:cNvPicPr>
            <a:picLocks noChangeAspect="1"/>
          </p:cNvPicPr>
          <p:nvPr/>
        </p:nvPicPr>
        <p:blipFill>
          <a:blip r:embed="rId2"/>
          <a:stretch>
            <a:fillRect/>
          </a:stretch>
        </p:blipFill>
        <p:spPr>
          <a:xfrm>
            <a:off x="7073153" y="2183868"/>
            <a:ext cx="4382858" cy="1119626"/>
          </a:xfrm>
          <a:prstGeom prst="rect">
            <a:avLst/>
          </a:prstGeom>
        </p:spPr>
      </p:pic>
    </p:spTree>
    <p:extLst>
      <p:ext uri="{BB962C8B-B14F-4D97-AF65-F5344CB8AC3E}">
        <p14:creationId xmlns:p14="http://schemas.microsoft.com/office/powerpoint/2010/main" val="368659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346E9-0B8E-7E8D-A813-23F9383CCE3F}"/>
              </a:ext>
            </a:extLst>
          </p:cNvPr>
          <p:cNvSpPr>
            <a:spLocks noGrp="1"/>
          </p:cNvSpPr>
          <p:nvPr>
            <p:ph type="title"/>
          </p:nvPr>
        </p:nvSpPr>
        <p:spPr/>
        <p:txBody>
          <a:bodyPr/>
          <a:lstStyle/>
          <a:p>
            <a:r>
              <a:rPr lang="en-US" dirty="0"/>
              <a:t>TAK Server - LDAP Integration - Modify Users and Groups</a:t>
            </a:r>
          </a:p>
        </p:txBody>
      </p:sp>
      <p:sp>
        <p:nvSpPr>
          <p:cNvPr id="3" name="Content Placeholder 2">
            <a:extLst>
              <a:ext uri="{FF2B5EF4-FFF2-40B4-BE49-F238E27FC236}">
                <a16:creationId xmlns:a16="http://schemas.microsoft.com/office/drawing/2014/main" id="{7ADD2FF0-DD17-CDB4-167C-BB499706BE01}"/>
              </a:ext>
            </a:extLst>
          </p:cNvPr>
          <p:cNvSpPr>
            <a:spLocks noGrp="1"/>
          </p:cNvSpPr>
          <p:nvPr>
            <p:ph idx="1"/>
          </p:nvPr>
        </p:nvSpPr>
        <p:spPr/>
        <p:txBody>
          <a:bodyPr/>
          <a:lstStyle/>
          <a:p>
            <a:r>
              <a:rPr lang="en-US" dirty="0"/>
              <a:t>To modify a group:</a:t>
            </a:r>
          </a:p>
          <a:p>
            <a:pPr lvl="1"/>
            <a:r>
              <a:rPr lang="en-US" dirty="0"/>
              <a:t>Create a new LDIF file (“</a:t>
            </a:r>
            <a:r>
              <a:rPr lang="en-US" dirty="0" err="1"/>
              <a:t>modify_group.ldif</a:t>
            </a:r>
            <a:r>
              <a:rPr lang="en-US" dirty="0"/>
              <a:t>)”</a:t>
            </a:r>
          </a:p>
          <a:p>
            <a:pPr lvl="2"/>
            <a:r>
              <a:rPr lang="en-US" b="1" dirty="0"/>
              <a:t>vim </a:t>
            </a:r>
            <a:r>
              <a:rPr lang="en-US" b="1" dirty="0" err="1"/>
              <a:t>modify_group.ldif</a:t>
            </a:r>
            <a:endParaRPr lang="en-US" b="1" dirty="0"/>
          </a:p>
          <a:p>
            <a:pPr lvl="2"/>
            <a:r>
              <a:rPr lang="en-US" dirty="0"/>
              <a:t>Add the following to the file: </a:t>
            </a:r>
            <a:r>
              <a:rPr lang="en-US" dirty="0">
                <a:sym typeface="Wingdings" panose="05000000000000000000" pitchFamily="2" charset="2"/>
              </a:rPr>
              <a:t> </a:t>
            </a:r>
          </a:p>
          <a:p>
            <a:pPr lvl="3"/>
            <a:r>
              <a:rPr lang="en-US" dirty="0">
                <a:sym typeface="Wingdings" panose="05000000000000000000" pitchFamily="2" charset="2"/>
              </a:rPr>
              <a:t>This example adds a user to a group.</a:t>
            </a:r>
          </a:p>
          <a:p>
            <a:pPr lvl="1"/>
            <a:r>
              <a:rPr lang="en-US" dirty="0">
                <a:sym typeface="Wingdings" panose="05000000000000000000" pitchFamily="2" charset="2"/>
              </a:rPr>
              <a:t>Apply the changes: </a:t>
            </a:r>
          </a:p>
          <a:p>
            <a:pPr lvl="2"/>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ldapmodify</a:t>
            </a:r>
            <a:r>
              <a:rPr lang="en-US" b="1" dirty="0">
                <a:sym typeface="Wingdings" panose="05000000000000000000" pitchFamily="2" charset="2"/>
              </a:rPr>
              <a:t> -x -D cn=admin,dc=</a:t>
            </a:r>
            <a:r>
              <a:rPr lang="en-US" b="1" dirty="0" err="1">
                <a:sym typeface="Wingdings" panose="05000000000000000000" pitchFamily="2" charset="2"/>
              </a:rPr>
              <a:t>example,dc</a:t>
            </a:r>
            <a:r>
              <a:rPr lang="en-US" b="1" dirty="0">
                <a:sym typeface="Wingdings" panose="05000000000000000000" pitchFamily="2" charset="2"/>
              </a:rPr>
              <a:t>=com -W -f </a:t>
            </a:r>
            <a:r>
              <a:rPr lang="en-US" b="1" dirty="0" err="1">
                <a:sym typeface="Wingdings" panose="05000000000000000000" pitchFamily="2" charset="2"/>
              </a:rPr>
              <a:t>modify_group.ldif</a:t>
            </a:r>
            <a:endParaRPr lang="en-US" b="1" dirty="0">
              <a:sym typeface="Wingdings" panose="05000000000000000000" pitchFamily="2" charset="2"/>
            </a:endParaRPr>
          </a:p>
          <a:p>
            <a:pPr lvl="1"/>
            <a:r>
              <a:rPr lang="en-US" dirty="0">
                <a:sym typeface="Wingdings" panose="05000000000000000000" pitchFamily="2" charset="2"/>
              </a:rPr>
              <a:t>Verify the changes:</a:t>
            </a:r>
          </a:p>
          <a:p>
            <a:pPr lvl="2"/>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ldapsearch</a:t>
            </a:r>
            <a:r>
              <a:rPr lang="en-US" b="1" dirty="0">
                <a:sym typeface="Wingdings" panose="05000000000000000000" pitchFamily="2" charset="2"/>
              </a:rPr>
              <a:t> -x -LLL -b dc=</a:t>
            </a:r>
            <a:r>
              <a:rPr lang="en-US" b="1" dirty="0" err="1">
                <a:sym typeface="Wingdings" panose="05000000000000000000" pitchFamily="2" charset="2"/>
              </a:rPr>
              <a:t>example,dc</a:t>
            </a:r>
            <a:r>
              <a:rPr lang="en-US" b="1" dirty="0">
                <a:sym typeface="Wingdings" panose="05000000000000000000" pitchFamily="2" charset="2"/>
              </a:rPr>
              <a:t>=com “(cn=Developers)”</a:t>
            </a:r>
            <a:endParaRPr lang="en-US" b="1" dirty="0"/>
          </a:p>
        </p:txBody>
      </p:sp>
      <p:pic>
        <p:nvPicPr>
          <p:cNvPr id="5" name="Picture 4">
            <a:extLst>
              <a:ext uri="{FF2B5EF4-FFF2-40B4-BE49-F238E27FC236}">
                <a16:creationId xmlns:a16="http://schemas.microsoft.com/office/drawing/2014/main" id="{14D26161-190A-CE82-9055-8FDE74E2E725}"/>
              </a:ext>
            </a:extLst>
          </p:cNvPr>
          <p:cNvPicPr>
            <a:picLocks noChangeAspect="1"/>
          </p:cNvPicPr>
          <p:nvPr/>
        </p:nvPicPr>
        <p:blipFill>
          <a:blip r:embed="rId2"/>
          <a:stretch>
            <a:fillRect/>
          </a:stretch>
        </p:blipFill>
        <p:spPr>
          <a:xfrm>
            <a:off x="7117978" y="2684930"/>
            <a:ext cx="4558346" cy="1057422"/>
          </a:xfrm>
          <a:prstGeom prst="rect">
            <a:avLst/>
          </a:prstGeom>
        </p:spPr>
      </p:pic>
    </p:spTree>
    <p:extLst>
      <p:ext uri="{BB962C8B-B14F-4D97-AF65-F5344CB8AC3E}">
        <p14:creationId xmlns:p14="http://schemas.microsoft.com/office/powerpoint/2010/main" val="839370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FB369-E8B2-CDAE-DA99-9DF57459C501}"/>
              </a:ext>
            </a:extLst>
          </p:cNvPr>
          <p:cNvSpPr>
            <a:spLocks noGrp="1"/>
          </p:cNvSpPr>
          <p:nvPr>
            <p:ph type="title"/>
          </p:nvPr>
        </p:nvSpPr>
        <p:spPr/>
        <p:txBody>
          <a:bodyPr/>
          <a:lstStyle/>
          <a:p>
            <a:r>
              <a:rPr lang="en-US" dirty="0"/>
              <a:t>TAK Server - LDAP Integration - Managing Users and Groups</a:t>
            </a:r>
          </a:p>
        </p:txBody>
      </p:sp>
      <p:sp>
        <p:nvSpPr>
          <p:cNvPr id="3" name="Content Placeholder 2">
            <a:extLst>
              <a:ext uri="{FF2B5EF4-FFF2-40B4-BE49-F238E27FC236}">
                <a16:creationId xmlns:a16="http://schemas.microsoft.com/office/drawing/2014/main" id="{9FEFCCC3-F573-DFE2-31B9-77BDDD22FBCB}"/>
              </a:ext>
            </a:extLst>
          </p:cNvPr>
          <p:cNvSpPr>
            <a:spLocks noGrp="1"/>
          </p:cNvSpPr>
          <p:nvPr>
            <p:ph idx="1"/>
          </p:nvPr>
        </p:nvSpPr>
        <p:spPr/>
        <p:txBody>
          <a:bodyPr/>
          <a:lstStyle/>
          <a:p>
            <a:r>
              <a:rPr lang="en-US" dirty="0"/>
              <a:t>To delete a user:</a:t>
            </a:r>
          </a:p>
          <a:p>
            <a:pPr lvl="1"/>
            <a:r>
              <a:rPr lang="en-US" dirty="0"/>
              <a:t>Create a LDIF file (“</a:t>
            </a:r>
            <a:r>
              <a:rPr lang="en-US" dirty="0" err="1"/>
              <a:t>delete_user.ldif</a:t>
            </a:r>
            <a:r>
              <a:rPr lang="en-US" dirty="0"/>
              <a:t>”)</a:t>
            </a:r>
          </a:p>
          <a:p>
            <a:pPr lvl="2"/>
            <a:r>
              <a:rPr lang="en-US" b="1" dirty="0"/>
              <a:t>vim </a:t>
            </a:r>
            <a:r>
              <a:rPr lang="en-US" b="1" dirty="0" err="1"/>
              <a:t>delete_user.ldif</a:t>
            </a:r>
            <a:endParaRPr lang="en-US" dirty="0"/>
          </a:p>
          <a:p>
            <a:pPr lvl="2"/>
            <a:r>
              <a:rPr lang="en-US" dirty="0"/>
              <a:t>Add the following to the file: </a:t>
            </a:r>
            <a:r>
              <a:rPr lang="en-US" dirty="0">
                <a:sym typeface="Wingdings" panose="05000000000000000000" pitchFamily="2" charset="2"/>
              </a:rPr>
              <a:t></a:t>
            </a:r>
          </a:p>
          <a:p>
            <a:pPr lvl="1"/>
            <a:r>
              <a:rPr lang="en-US" dirty="0">
                <a:sym typeface="Wingdings" panose="05000000000000000000" pitchFamily="2" charset="2"/>
              </a:rPr>
              <a:t>Apple the changes:</a:t>
            </a:r>
          </a:p>
          <a:p>
            <a:pPr lvl="2"/>
            <a:r>
              <a:rPr lang="en-US" dirty="0">
                <a:sym typeface="Wingdings" panose="05000000000000000000" pitchFamily="2" charset="2"/>
              </a:rPr>
              <a:t> </a:t>
            </a:r>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ldapdelete</a:t>
            </a:r>
            <a:r>
              <a:rPr lang="en-US" b="1" dirty="0">
                <a:sym typeface="Wingdings" panose="05000000000000000000" pitchFamily="2" charset="2"/>
              </a:rPr>
              <a:t> -x -D cn=admin,dc=</a:t>
            </a:r>
            <a:r>
              <a:rPr lang="en-US" b="1" dirty="0" err="1">
                <a:sym typeface="Wingdings" panose="05000000000000000000" pitchFamily="2" charset="2"/>
              </a:rPr>
              <a:t>example,dc</a:t>
            </a:r>
            <a:r>
              <a:rPr lang="en-US" b="1" dirty="0">
                <a:sym typeface="Wingdings" panose="05000000000000000000" pitchFamily="2" charset="2"/>
              </a:rPr>
              <a:t>=com -W </a:t>
            </a:r>
            <a:r>
              <a:rPr lang="en-US" b="1" dirty="0" err="1">
                <a:sym typeface="Wingdings" panose="05000000000000000000" pitchFamily="2" charset="2"/>
              </a:rPr>
              <a:t>uid</a:t>
            </a:r>
            <a:r>
              <a:rPr lang="en-US" b="1" dirty="0">
                <a:sym typeface="Wingdings" panose="05000000000000000000" pitchFamily="2" charset="2"/>
              </a:rPr>
              <a:t>=</a:t>
            </a:r>
            <a:r>
              <a:rPr lang="en-US" b="1" dirty="0" err="1">
                <a:sym typeface="Wingdings" panose="05000000000000000000" pitchFamily="2" charset="2"/>
              </a:rPr>
              <a:t>jdoe,ou</a:t>
            </a:r>
            <a:r>
              <a:rPr lang="en-US" b="1" dirty="0">
                <a:sym typeface="Wingdings" panose="05000000000000000000" pitchFamily="2" charset="2"/>
              </a:rPr>
              <a:t>=</a:t>
            </a:r>
            <a:r>
              <a:rPr lang="en-US" b="1" dirty="0" err="1">
                <a:sym typeface="Wingdings" panose="05000000000000000000" pitchFamily="2" charset="2"/>
              </a:rPr>
              <a:t>People,dc</a:t>
            </a:r>
            <a:r>
              <a:rPr lang="en-US" b="1" dirty="0">
                <a:sym typeface="Wingdings" panose="05000000000000000000" pitchFamily="2" charset="2"/>
              </a:rPr>
              <a:t>=</a:t>
            </a:r>
            <a:r>
              <a:rPr lang="en-US" b="1" dirty="0" err="1">
                <a:sym typeface="Wingdings" panose="05000000000000000000" pitchFamily="2" charset="2"/>
              </a:rPr>
              <a:t>example,dc</a:t>
            </a:r>
            <a:r>
              <a:rPr lang="en-US" b="1" dirty="0">
                <a:sym typeface="Wingdings" panose="05000000000000000000" pitchFamily="2" charset="2"/>
              </a:rPr>
              <a:t>=com</a:t>
            </a:r>
          </a:p>
          <a:p>
            <a:pPr lvl="1"/>
            <a:r>
              <a:rPr lang="en-US" dirty="0"/>
              <a:t>Verify the changes: </a:t>
            </a:r>
          </a:p>
          <a:p>
            <a:pPr lvl="2"/>
            <a:r>
              <a:rPr lang="en-US" b="1" dirty="0" err="1">
                <a:sym typeface="Wingdings" panose="05000000000000000000" pitchFamily="2" charset="2"/>
              </a:rPr>
              <a:t>sudo</a:t>
            </a:r>
            <a:r>
              <a:rPr lang="en-US" b="1" dirty="0">
                <a:sym typeface="Wingdings" panose="05000000000000000000" pitchFamily="2" charset="2"/>
              </a:rPr>
              <a:t> </a:t>
            </a:r>
            <a:r>
              <a:rPr lang="en-US" b="1" dirty="0" err="1">
                <a:sym typeface="Wingdings" panose="05000000000000000000" pitchFamily="2" charset="2"/>
              </a:rPr>
              <a:t>ldapsearch</a:t>
            </a:r>
            <a:r>
              <a:rPr lang="en-US" b="1" dirty="0">
                <a:sym typeface="Wingdings" panose="05000000000000000000" pitchFamily="2" charset="2"/>
              </a:rPr>
              <a:t> -x -LLL -b dc=</a:t>
            </a:r>
            <a:r>
              <a:rPr lang="en-US" b="1" dirty="0" err="1">
                <a:sym typeface="Wingdings" panose="05000000000000000000" pitchFamily="2" charset="2"/>
              </a:rPr>
              <a:t>example,dc</a:t>
            </a:r>
            <a:r>
              <a:rPr lang="en-US" b="1" dirty="0">
                <a:sym typeface="Wingdings" panose="05000000000000000000" pitchFamily="2" charset="2"/>
              </a:rPr>
              <a:t>=com “(</a:t>
            </a:r>
            <a:r>
              <a:rPr lang="en-US" b="1" dirty="0" err="1">
                <a:sym typeface="Wingdings" panose="05000000000000000000" pitchFamily="2" charset="2"/>
              </a:rPr>
              <a:t>uid</a:t>
            </a:r>
            <a:r>
              <a:rPr lang="en-US" b="1" dirty="0">
                <a:sym typeface="Wingdings" panose="05000000000000000000" pitchFamily="2" charset="2"/>
              </a:rPr>
              <a:t>=</a:t>
            </a:r>
            <a:r>
              <a:rPr lang="en-US" b="1" dirty="0" err="1">
                <a:sym typeface="Wingdings" panose="05000000000000000000" pitchFamily="2" charset="2"/>
              </a:rPr>
              <a:t>jdoe</a:t>
            </a:r>
            <a:r>
              <a:rPr lang="en-US" b="1" dirty="0">
                <a:sym typeface="Wingdings" panose="05000000000000000000" pitchFamily="2" charset="2"/>
              </a:rPr>
              <a:t>)”</a:t>
            </a:r>
          </a:p>
          <a:p>
            <a:pPr lvl="2"/>
            <a:r>
              <a:rPr lang="en-US" dirty="0">
                <a:sym typeface="Wingdings" panose="05000000000000000000" pitchFamily="2" charset="2"/>
              </a:rPr>
              <a:t>There should be an empty response since the user was deleted. </a:t>
            </a:r>
            <a:endParaRPr lang="en-US" dirty="0"/>
          </a:p>
          <a:p>
            <a:pPr lvl="2"/>
            <a:endParaRPr lang="en-US" dirty="0"/>
          </a:p>
        </p:txBody>
      </p:sp>
      <p:pic>
        <p:nvPicPr>
          <p:cNvPr id="5" name="Picture 4">
            <a:extLst>
              <a:ext uri="{FF2B5EF4-FFF2-40B4-BE49-F238E27FC236}">
                <a16:creationId xmlns:a16="http://schemas.microsoft.com/office/drawing/2014/main" id="{14FB0B5F-5AF5-3A6E-44E7-0514246E98A1}"/>
              </a:ext>
            </a:extLst>
          </p:cNvPr>
          <p:cNvPicPr>
            <a:picLocks noChangeAspect="1"/>
          </p:cNvPicPr>
          <p:nvPr/>
        </p:nvPicPr>
        <p:blipFill>
          <a:blip r:embed="rId2"/>
          <a:stretch>
            <a:fillRect/>
          </a:stretch>
        </p:blipFill>
        <p:spPr>
          <a:xfrm>
            <a:off x="6893859" y="2732922"/>
            <a:ext cx="4164106" cy="580452"/>
          </a:xfrm>
          <a:prstGeom prst="rect">
            <a:avLst/>
          </a:prstGeom>
        </p:spPr>
      </p:pic>
    </p:spTree>
    <p:extLst>
      <p:ext uri="{BB962C8B-B14F-4D97-AF65-F5344CB8AC3E}">
        <p14:creationId xmlns:p14="http://schemas.microsoft.com/office/powerpoint/2010/main" val="4201915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2BC19-594A-6570-6674-B4078E70E698}"/>
              </a:ext>
            </a:extLst>
          </p:cNvPr>
          <p:cNvSpPr>
            <a:spLocks noGrp="1"/>
          </p:cNvSpPr>
          <p:nvPr>
            <p:ph type="title"/>
          </p:nvPr>
        </p:nvSpPr>
        <p:spPr/>
        <p:txBody>
          <a:bodyPr/>
          <a:lstStyle/>
          <a:p>
            <a:r>
              <a:rPr lang="en-US" dirty="0"/>
              <a:t>TAK Server - LDAP Integration - Managing Users and Groups</a:t>
            </a:r>
          </a:p>
        </p:txBody>
      </p:sp>
      <p:sp>
        <p:nvSpPr>
          <p:cNvPr id="3" name="Content Placeholder 2">
            <a:extLst>
              <a:ext uri="{FF2B5EF4-FFF2-40B4-BE49-F238E27FC236}">
                <a16:creationId xmlns:a16="http://schemas.microsoft.com/office/drawing/2014/main" id="{4356F6EC-F29C-4358-411B-4DAFB2877C9F}"/>
              </a:ext>
            </a:extLst>
          </p:cNvPr>
          <p:cNvSpPr>
            <a:spLocks noGrp="1"/>
          </p:cNvSpPr>
          <p:nvPr>
            <p:ph idx="1"/>
          </p:nvPr>
        </p:nvSpPr>
        <p:spPr/>
        <p:txBody>
          <a:bodyPr/>
          <a:lstStyle/>
          <a:p>
            <a:r>
              <a:rPr lang="en-US" dirty="0"/>
              <a:t>To Delete a group:</a:t>
            </a:r>
          </a:p>
          <a:p>
            <a:pPr lvl="1"/>
            <a:r>
              <a:rPr lang="en-US" dirty="0"/>
              <a:t>Create a new LDIF file (“</a:t>
            </a:r>
            <a:r>
              <a:rPr lang="en-US" dirty="0" err="1"/>
              <a:t>delete_group.ldif</a:t>
            </a:r>
            <a:r>
              <a:rPr lang="en-US" dirty="0"/>
              <a:t>”)</a:t>
            </a:r>
          </a:p>
          <a:p>
            <a:pPr lvl="2"/>
            <a:r>
              <a:rPr lang="en-US" b="1" dirty="0"/>
              <a:t>vim </a:t>
            </a:r>
            <a:r>
              <a:rPr lang="en-US" b="1" dirty="0" err="1"/>
              <a:t>delete_group.ldif</a:t>
            </a:r>
            <a:endParaRPr lang="en-US" dirty="0"/>
          </a:p>
          <a:p>
            <a:pPr lvl="2"/>
            <a:r>
              <a:rPr lang="en-US" dirty="0"/>
              <a:t>Add the following to the file: </a:t>
            </a:r>
            <a:r>
              <a:rPr lang="en-US" dirty="0">
                <a:sym typeface="Wingdings" panose="05000000000000000000" pitchFamily="2" charset="2"/>
              </a:rPr>
              <a:t> </a:t>
            </a:r>
          </a:p>
          <a:p>
            <a:pPr lvl="1"/>
            <a:r>
              <a:rPr lang="en-US" dirty="0">
                <a:sym typeface="Wingdings" panose="05000000000000000000" pitchFamily="2" charset="2"/>
              </a:rPr>
              <a:t>Apply the changes: </a:t>
            </a:r>
          </a:p>
          <a:p>
            <a:pPr lvl="2"/>
            <a:r>
              <a:rPr lang="en-US" b="1" dirty="0" err="1"/>
              <a:t>sudo</a:t>
            </a:r>
            <a:r>
              <a:rPr lang="en-US" b="1" dirty="0"/>
              <a:t> </a:t>
            </a:r>
            <a:r>
              <a:rPr lang="en-US" b="1" dirty="0" err="1"/>
              <a:t>ldapdelete</a:t>
            </a:r>
            <a:r>
              <a:rPr lang="en-US" b="1" dirty="0"/>
              <a:t> -x -D cn=admin,dc=</a:t>
            </a:r>
            <a:r>
              <a:rPr lang="en-US" b="1" dirty="0" err="1"/>
              <a:t>example,dc</a:t>
            </a:r>
            <a:r>
              <a:rPr lang="en-US" b="1" dirty="0"/>
              <a:t>=com -W cn=</a:t>
            </a:r>
            <a:r>
              <a:rPr lang="en-US" b="1" dirty="0" err="1"/>
              <a:t>Developers,ou</a:t>
            </a:r>
            <a:r>
              <a:rPr lang="en-US" b="1" dirty="0"/>
              <a:t>=</a:t>
            </a:r>
            <a:r>
              <a:rPr lang="en-US" b="1" dirty="0" err="1"/>
              <a:t>Groups,dc</a:t>
            </a:r>
            <a:r>
              <a:rPr lang="en-US" b="1" dirty="0"/>
              <a:t>=</a:t>
            </a:r>
            <a:r>
              <a:rPr lang="en-US" b="1" dirty="0" err="1"/>
              <a:t>example,dc</a:t>
            </a:r>
            <a:r>
              <a:rPr lang="en-US" b="1" dirty="0"/>
              <a:t>=com </a:t>
            </a:r>
          </a:p>
          <a:p>
            <a:pPr lvl="1"/>
            <a:r>
              <a:rPr lang="en-US" dirty="0"/>
              <a:t>Verify the changes: </a:t>
            </a:r>
          </a:p>
          <a:p>
            <a:pPr lvl="2"/>
            <a:r>
              <a:rPr lang="en-US" b="1" dirty="0" err="1"/>
              <a:t>sudo</a:t>
            </a:r>
            <a:r>
              <a:rPr lang="en-US" b="1" dirty="0"/>
              <a:t> </a:t>
            </a:r>
            <a:r>
              <a:rPr lang="en-US" b="1" dirty="0" err="1"/>
              <a:t>ldapsearch</a:t>
            </a:r>
            <a:r>
              <a:rPr lang="en-US" b="1" dirty="0"/>
              <a:t> -x -LLL -b dc=</a:t>
            </a:r>
            <a:r>
              <a:rPr lang="en-US" b="1" dirty="0" err="1"/>
              <a:t>example,dc</a:t>
            </a:r>
            <a:r>
              <a:rPr lang="en-US" b="1" dirty="0"/>
              <a:t>=com “(cn=Developers)”</a:t>
            </a:r>
          </a:p>
          <a:p>
            <a:pPr lvl="2"/>
            <a:r>
              <a:rPr lang="en-US" dirty="0"/>
              <a:t>You should not get any response since the group was deleted.</a:t>
            </a:r>
          </a:p>
        </p:txBody>
      </p:sp>
      <p:pic>
        <p:nvPicPr>
          <p:cNvPr id="5" name="Picture 4">
            <a:extLst>
              <a:ext uri="{FF2B5EF4-FFF2-40B4-BE49-F238E27FC236}">
                <a16:creationId xmlns:a16="http://schemas.microsoft.com/office/drawing/2014/main" id="{FD7D598C-0684-5882-0551-BF985106B450}"/>
              </a:ext>
            </a:extLst>
          </p:cNvPr>
          <p:cNvPicPr>
            <a:picLocks noChangeAspect="1"/>
          </p:cNvPicPr>
          <p:nvPr/>
        </p:nvPicPr>
        <p:blipFill>
          <a:blip r:embed="rId2"/>
          <a:stretch>
            <a:fillRect/>
          </a:stretch>
        </p:blipFill>
        <p:spPr>
          <a:xfrm>
            <a:off x="6870290" y="2794918"/>
            <a:ext cx="4483510" cy="634082"/>
          </a:xfrm>
          <a:prstGeom prst="rect">
            <a:avLst/>
          </a:prstGeom>
        </p:spPr>
      </p:pic>
    </p:spTree>
    <p:extLst>
      <p:ext uri="{BB962C8B-B14F-4D97-AF65-F5344CB8AC3E}">
        <p14:creationId xmlns:p14="http://schemas.microsoft.com/office/powerpoint/2010/main" val="3954007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87A48-1E9F-3D42-7AD4-B11967B4AB97}"/>
              </a:ext>
            </a:extLst>
          </p:cNvPr>
          <p:cNvSpPr>
            <a:spLocks noGrp="1"/>
          </p:cNvSpPr>
          <p:nvPr>
            <p:ph type="title"/>
          </p:nvPr>
        </p:nvSpPr>
        <p:spPr/>
        <p:txBody>
          <a:bodyPr/>
          <a:lstStyle/>
          <a:p>
            <a:r>
              <a:rPr lang="en-US" dirty="0"/>
              <a:t>TAK Server -LDAP Integration - Connecting to TAK Server </a:t>
            </a:r>
          </a:p>
        </p:txBody>
      </p:sp>
      <p:sp>
        <p:nvSpPr>
          <p:cNvPr id="3" name="Content Placeholder 2">
            <a:extLst>
              <a:ext uri="{FF2B5EF4-FFF2-40B4-BE49-F238E27FC236}">
                <a16:creationId xmlns:a16="http://schemas.microsoft.com/office/drawing/2014/main" id="{0645923C-8572-973B-CB1E-1AC2DC547DB4}"/>
              </a:ext>
            </a:extLst>
          </p:cNvPr>
          <p:cNvSpPr>
            <a:spLocks noGrp="1"/>
          </p:cNvSpPr>
          <p:nvPr>
            <p:ph idx="1"/>
          </p:nvPr>
        </p:nvSpPr>
        <p:spPr/>
        <p:txBody>
          <a:bodyPr/>
          <a:lstStyle/>
          <a:p>
            <a:r>
              <a:rPr lang="en-US" dirty="0"/>
              <a:t>Verify the default port needed for LDAP is configured: </a:t>
            </a:r>
          </a:p>
          <a:p>
            <a:pPr lvl="1"/>
            <a:r>
              <a:rPr lang="en-US" b="1" dirty="0" err="1"/>
              <a:t>sudo</a:t>
            </a:r>
            <a:r>
              <a:rPr lang="en-US" b="1" dirty="0"/>
              <a:t> firewall-</a:t>
            </a:r>
            <a:r>
              <a:rPr lang="en-US" b="1" dirty="0" err="1"/>
              <a:t>cmd</a:t>
            </a:r>
            <a:r>
              <a:rPr lang="en-US" b="1" dirty="0"/>
              <a:t> --list-all</a:t>
            </a:r>
          </a:p>
          <a:p>
            <a:pPr lvl="1"/>
            <a:r>
              <a:rPr lang="en-US" dirty="0"/>
              <a:t>If port 389/</a:t>
            </a:r>
            <a:r>
              <a:rPr lang="en-US" dirty="0" err="1"/>
              <a:t>tcp</a:t>
            </a:r>
            <a:r>
              <a:rPr lang="en-US" dirty="0"/>
              <a:t> is not enabled do the following:</a:t>
            </a:r>
          </a:p>
          <a:p>
            <a:pPr lvl="2"/>
            <a:r>
              <a:rPr lang="en-US" b="1" dirty="0" err="1"/>
              <a:t>sudo</a:t>
            </a:r>
            <a:r>
              <a:rPr lang="en-US" b="1" dirty="0"/>
              <a:t> firewall-</a:t>
            </a:r>
            <a:r>
              <a:rPr lang="en-US" b="1" dirty="0" err="1"/>
              <a:t>cmd</a:t>
            </a:r>
            <a:r>
              <a:rPr lang="en-US" b="1" dirty="0"/>
              <a:t> --zone=public --add-port 389/</a:t>
            </a:r>
            <a:r>
              <a:rPr lang="en-US" b="1" dirty="0" err="1"/>
              <a:t>tcp</a:t>
            </a:r>
            <a:r>
              <a:rPr lang="en-US" b="1" dirty="0"/>
              <a:t> --permanent</a:t>
            </a:r>
          </a:p>
          <a:p>
            <a:pPr lvl="1"/>
            <a:r>
              <a:rPr lang="en-US" dirty="0"/>
              <a:t>Reload the firewall: </a:t>
            </a:r>
          </a:p>
          <a:p>
            <a:pPr lvl="2"/>
            <a:r>
              <a:rPr lang="en-US" b="1" dirty="0" err="1"/>
              <a:t>sudo</a:t>
            </a:r>
            <a:r>
              <a:rPr lang="en-US" b="1" dirty="0"/>
              <a:t> firewall-</a:t>
            </a:r>
            <a:r>
              <a:rPr lang="en-US" b="1" dirty="0" err="1"/>
              <a:t>cmd</a:t>
            </a:r>
            <a:r>
              <a:rPr lang="en-US" b="1" dirty="0"/>
              <a:t> --reload</a:t>
            </a:r>
          </a:p>
          <a:p>
            <a:pPr lvl="1"/>
            <a:r>
              <a:rPr lang="en-US" dirty="0"/>
              <a:t>Verify the port was added. </a:t>
            </a:r>
          </a:p>
          <a:p>
            <a:pPr lvl="2"/>
            <a:r>
              <a:rPr lang="en-US" b="1" dirty="0" err="1"/>
              <a:t>sudo</a:t>
            </a:r>
            <a:r>
              <a:rPr lang="en-US" b="1" dirty="0"/>
              <a:t> firewall-</a:t>
            </a:r>
            <a:r>
              <a:rPr lang="en-US" b="1" dirty="0" err="1"/>
              <a:t>cmd</a:t>
            </a:r>
            <a:r>
              <a:rPr lang="en-US" b="1" dirty="0"/>
              <a:t> --list-all</a:t>
            </a:r>
          </a:p>
          <a:p>
            <a:pPr lvl="2"/>
            <a:endParaRPr lang="en-US" dirty="0"/>
          </a:p>
        </p:txBody>
      </p:sp>
      <p:pic>
        <p:nvPicPr>
          <p:cNvPr id="5" name="Picture 4">
            <a:extLst>
              <a:ext uri="{FF2B5EF4-FFF2-40B4-BE49-F238E27FC236}">
                <a16:creationId xmlns:a16="http://schemas.microsoft.com/office/drawing/2014/main" id="{3D6D88B2-E20C-FA41-06C2-133042102A83}"/>
              </a:ext>
            </a:extLst>
          </p:cNvPr>
          <p:cNvPicPr>
            <a:picLocks noChangeAspect="1"/>
          </p:cNvPicPr>
          <p:nvPr/>
        </p:nvPicPr>
        <p:blipFill>
          <a:blip r:embed="rId2"/>
          <a:stretch>
            <a:fillRect/>
          </a:stretch>
        </p:blipFill>
        <p:spPr>
          <a:xfrm>
            <a:off x="7924022" y="3540230"/>
            <a:ext cx="3855601" cy="3011372"/>
          </a:xfrm>
          <a:prstGeom prst="rect">
            <a:avLst/>
          </a:prstGeom>
        </p:spPr>
      </p:pic>
    </p:spTree>
    <p:extLst>
      <p:ext uri="{BB962C8B-B14F-4D97-AF65-F5344CB8AC3E}">
        <p14:creationId xmlns:p14="http://schemas.microsoft.com/office/powerpoint/2010/main" val="2677807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CAE8-FEE1-3FDA-458A-634560869283}"/>
              </a:ext>
            </a:extLst>
          </p:cNvPr>
          <p:cNvSpPr>
            <a:spLocks noGrp="1"/>
          </p:cNvSpPr>
          <p:nvPr>
            <p:ph type="title"/>
          </p:nvPr>
        </p:nvSpPr>
        <p:spPr/>
        <p:txBody>
          <a:bodyPr/>
          <a:lstStyle/>
          <a:p>
            <a:r>
              <a:rPr lang="en-US" dirty="0"/>
              <a:t>TAK Server -LDAP Integration - Connecting to TAK Server </a:t>
            </a:r>
          </a:p>
        </p:txBody>
      </p:sp>
      <p:sp>
        <p:nvSpPr>
          <p:cNvPr id="3" name="Content Placeholder 2">
            <a:extLst>
              <a:ext uri="{FF2B5EF4-FFF2-40B4-BE49-F238E27FC236}">
                <a16:creationId xmlns:a16="http://schemas.microsoft.com/office/drawing/2014/main" id="{C66F5255-45C9-9AA5-C5A5-94F95C3C235E}"/>
              </a:ext>
            </a:extLst>
          </p:cNvPr>
          <p:cNvSpPr>
            <a:spLocks noGrp="1"/>
          </p:cNvSpPr>
          <p:nvPr>
            <p:ph idx="1"/>
          </p:nvPr>
        </p:nvSpPr>
        <p:spPr>
          <a:xfrm>
            <a:off x="838200" y="1690688"/>
            <a:ext cx="10515600" cy="4486275"/>
          </a:xfrm>
        </p:spPr>
        <p:txBody>
          <a:bodyPr>
            <a:normAutofit fontScale="92500" lnSpcReduction="10000"/>
          </a:bodyPr>
          <a:lstStyle/>
          <a:p>
            <a:r>
              <a:rPr lang="en-US" dirty="0"/>
              <a:t>To configure the TAK Server: </a:t>
            </a:r>
          </a:p>
          <a:p>
            <a:pPr lvl="1"/>
            <a:r>
              <a:rPr lang="en-US" dirty="0"/>
              <a:t>Enter the </a:t>
            </a:r>
            <a:r>
              <a:rPr lang="en-US" dirty="0" err="1"/>
              <a:t>tak</a:t>
            </a:r>
            <a:r>
              <a:rPr lang="en-US" dirty="0"/>
              <a:t> user:</a:t>
            </a:r>
          </a:p>
          <a:p>
            <a:pPr lvl="2"/>
            <a:r>
              <a:rPr lang="en-US" b="1" dirty="0" err="1"/>
              <a:t>sudo</a:t>
            </a:r>
            <a:r>
              <a:rPr lang="en-US" b="1" dirty="0"/>
              <a:t> </a:t>
            </a:r>
            <a:r>
              <a:rPr lang="en-US" b="1" dirty="0" err="1"/>
              <a:t>su</a:t>
            </a:r>
            <a:r>
              <a:rPr lang="en-US" b="1" dirty="0"/>
              <a:t> </a:t>
            </a:r>
            <a:r>
              <a:rPr lang="en-US" b="1" dirty="0" err="1"/>
              <a:t>tak</a:t>
            </a:r>
            <a:endParaRPr lang="en-US" b="1" dirty="0"/>
          </a:p>
          <a:p>
            <a:pPr lvl="1"/>
            <a:r>
              <a:rPr lang="en-US" dirty="0"/>
              <a:t>Open the </a:t>
            </a:r>
            <a:r>
              <a:rPr lang="en-US" dirty="0" err="1"/>
              <a:t>CoreConfig</a:t>
            </a:r>
            <a:r>
              <a:rPr lang="en-US" dirty="0"/>
              <a:t> file with a text editor:</a:t>
            </a:r>
          </a:p>
          <a:p>
            <a:pPr lvl="2"/>
            <a:r>
              <a:rPr lang="en-US" b="1" dirty="0"/>
              <a:t>vim /opt/</a:t>
            </a:r>
            <a:r>
              <a:rPr lang="en-US" b="1" dirty="0" err="1"/>
              <a:t>tak</a:t>
            </a:r>
            <a:r>
              <a:rPr lang="en-US" b="1" dirty="0"/>
              <a:t>/CoreConfig.xml</a:t>
            </a:r>
          </a:p>
          <a:p>
            <a:pPr lvl="2"/>
            <a:r>
              <a:rPr lang="en-US" dirty="0"/>
              <a:t>Add the following: </a:t>
            </a:r>
          </a:p>
          <a:p>
            <a:pPr lvl="2"/>
            <a:r>
              <a:rPr lang="en-US" dirty="0"/>
              <a:t> &lt;auth default="</a:t>
            </a:r>
            <a:r>
              <a:rPr lang="en-US" dirty="0" err="1"/>
              <a:t>ldap</a:t>
            </a:r>
            <a:r>
              <a:rPr lang="en-US" dirty="0"/>
              <a:t>" x509groups="true" x509addAnonymous="false"&gt;</a:t>
            </a:r>
          </a:p>
          <a:p>
            <a:pPr lvl="2"/>
            <a:r>
              <a:rPr lang="en-US" dirty="0"/>
              <a:t>        &lt;</a:t>
            </a:r>
            <a:r>
              <a:rPr lang="en-US" dirty="0" err="1"/>
              <a:t>ldap</a:t>
            </a:r>
            <a:r>
              <a:rPr lang="en-US" dirty="0"/>
              <a:t> </a:t>
            </a:r>
            <a:r>
              <a:rPr lang="en-US" dirty="0" err="1"/>
              <a:t>url</a:t>
            </a:r>
            <a:r>
              <a:rPr lang="en-US" dirty="0"/>
              <a:t>="</a:t>
            </a:r>
            <a:r>
              <a:rPr lang="en-US" dirty="0" err="1"/>
              <a:t>ldap</a:t>
            </a:r>
            <a:r>
              <a:rPr lang="en-US" dirty="0"/>
              <a:t>://192.168.1.119:389" </a:t>
            </a:r>
            <a:r>
              <a:rPr lang="en-US" dirty="0" err="1"/>
              <a:t>userstring</a:t>
            </a:r>
            <a:r>
              <a:rPr lang="en-US" dirty="0"/>
              <a:t>="</a:t>
            </a:r>
            <a:r>
              <a:rPr lang="en-US" dirty="0" err="1"/>
              <a:t>uid</a:t>
            </a:r>
            <a:r>
              <a:rPr lang="en-US" dirty="0"/>
              <a:t>={username},ou=</a:t>
            </a:r>
            <a:r>
              <a:rPr lang="en-US" dirty="0" err="1"/>
              <a:t>People,dc</a:t>
            </a:r>
            <a:r>
              <a:rPr lang="en-US" dirty="0"/>
              <a:t>=</a:t>
            </a:r>
            <a:r>
              <a:rPr lang="en-US" dirty="0" err="1"/>
              <a:t>example,dc</a:t>
            </a:r>
            <a:r>
              <a:rPr lang="en-US" dirty="0"/>
              <a:t>=com" </a:t>
            </a:r>
            <a:r>
              <a:rPr lang="en-US" dirty="0" err="1"/>
              <a:t>updateinterval</a:t>
            </a:r>
            <a:r>
              <a:rPr lang="en-US" dirty="0"/>
              <a:t>="60" </a:t>
            </a:r>
            <a:r>
              <a:rPr lang="en-US" dirty="0" err="1"/>
              <a:t>groupNameExtractorRegex</a:t>
            </a:r>
            <a:r>
              <a:rPr lang="en-US" dirty="0"/>
              <a:t>="CN=(.*?)(?:,|$)" style="DS" </a:t>
            </a:r>
            <a:r>
              <a:rPr lang="en-US" dirty="0" err="1"/>
              <a:t>serviceAccountDN</a:t>
            </a:r>
            <a:r>
              <a:rPr lang="en-US" dirty="0"/>
              <a:t>="cn=admin,dc=</a:t>
            </a:r>
            <a:r>
              <a:rPr lang="en-US" dirty="0" err="1"/>
              <a:t>example,dc</a:t>
            </a:r>
            <a:r>
              <a:rPr lang="en-US" dirty="0"/>
              <a:t>=com" </a:t>
            </a:r>
            <a:r>
              <a:rPr lang="en-US" dirty="0" err="1"/>
              <a:t>serviceAccountCredential</a:t>
            </a:r>
            <a:r>
              <a:rPr lang="en-US" dirty="0"/>
              <a:t>="password" </a:t>
            </a:r>
            <a:r>
              <a:rPr lang="en-US" dirty="0" err="1"/>
              <a:t>groupObjectClass</a:t>
            </a:r>
            <a:r>
              <a:rPr lang="en-US" dirty="0"/>
              <a:t>="</a:t>
            </a:r>
            <a:r>
              <a:rPr lang="en-US" dirty="0" err="1"/>
              <a:t>groupOfNames</a:t>
            </a:r>
            <a:r>
              <a:rPr lang="en-US" dirty="0"/>
              <a:t>" </a:t>
            </a:r>
            <a:r>
              <a:rPr lang="en-US" dirty="0" err="1"/>
              <a:t>userObjectClass</a:t>
            </a:r>
            <a:r>
              <a:rPr lang="en-US" dirty="0"/>
              <a:t>="</a:t>
            </a:r>
            <a:r>
              <a:rPr lang="en-US" dirty="0" err="1"/>
              <a:t>inetOrgPerson</a:t>
            </a:r>
            <a:r>
              <a:rPr lang="en-US" dirty="0"/>
              <a:t>" </a:t>
            </a:r>
            <a:r>
              <a:rPr lang="en-US" dirty="0" err="1"/>
              <a:t>groupBaseRDN</a:t>
            </a:r>
            <a:r>
              <a:rPr lang="en-US" dirty="0"/>
              <a:t>="dc=</a:t>
            </a:r>
            <a:r>
              <a:rPr lang="en-US" dirty="0" err="1"/>
              <a:t>example,dc</a:t>
            </a:r>
            <a:r>
              <a:rPr lang="en-US" dirty="0"/>
              <a:t>=com" </a:t>
            </a:r>
            <a:r>
              <a:rPr lang="en-US" dirty="0" err="1"/>
              <a:t>userBaseRDN</a:t>
            </a:r>
            <a:r>
              <a:rPr lang="en-US" dirty="0"/>
              <a:t>="ou=</a:t>
            </a:r>
            <a:r>
              <a:rPr lang="en-US" dirty="0" err="1"/>
              <a:t>People,dc</a:t>
            </a:r>
            <a:r>
              <a:rPr lang="en-US" dirty="0"/>
              <a:t>=</a:t>
            </a:r>
            <a:r>
              <a:rPr lang="en-US" dirty="0" err="1"/>
              <a:t>example,dc</a:t>
            </a:r>
            <a:r>
              <a:rPr lang="en-US" dirty="0"/>
              <a:t>=com"/&gt;</a:t>
            </a:r>
          </a:p>
          <a:p>
            <a:pPr lvl="2"/>
            <a:r>
              <a:rPr lang="en-US" dirty="0"/>
              <a:t>&lt;/auth&gt;</a:t>
            </a:r>
          </a:p>
        </p:txBody>
      </p:sp>
    </p:spTree>
    <p:extLst>
      <p:ext uri="{BB962C8B-B14F-4D97-AF65-F5344CB8AC3E}">
        <p14:creationId xmlns:p14="http://schemas.microsoft.com/office/powerpoint/2010/main" val="2949835206"/>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79D5-9E7E-627B-83F2-10C4D7B2164D}"/>
              </a:ext>
            </a:extLst>
          </p:cNvPr>
          <p:cNvSpPr>
            <a:spLocks noGrp="1"/>
          </p:cNvSpPr>
          <p:nvPr>
            <p:ph type="title"/>
          </p:nvPr>
        </p:nvSpPr>
        <p:spPr/>
        <p:txBody>
          <a:bodyPr/>
          <a:lstStyle/>
          <a:p>
            <a:r>
              <a:rPr lang="en-US" dirty="0"/>
              <a:t>TAK Server -LDAP Integration - Connecting to TAK Server </a:t>
            </a:r>
          </a:p>
        </p:txBody>
      </p:sp>
      <p:sp>
        <p:nvSpPr>
          <p:cNvPr id="3" name="Content Placeholder 2">
            <a:extLst>
              <a:ext uri="{FF2B5EF4-FFF2-40B4-BE49-F238E27FC236}">
                <a16:creationId xmlns:a16="http://schemas.microsoft.com/office/drawing/2014/main" id="{5B165F5C-2EC1-7241-6126-4D7A7E9F01BC}"/>
              </a:ext>
            </a:extLst>
          </p:cNvPr>
          <p:cNvSpPr>
            <a:spLocks noGrp="1"/>
          </p:cNvSpPr>
          <p:nvPr>
            <p:ph idx="1"/>
          </p:nvPr>
        </p:nvSpPr>
        <p:spPr>
          <a:xfrm>
            <a:off x="838200" y="1604682"/>
            <a:ext cx="10515600" cy="4572281"/>
          </a:xfrm>
        </p:spPr>
        <p:txBody>
          <a:bodyPr/>
          <a:lstStyle/>
          <a:p>
            <a:r>
              <a:rPr lang="en-US" dirty="0"/>
              <a:t>The additions to the CoreConfig.xml file should look as follows: </a:t>
            </a:r>
          </a:p>
        </p:txBody>
      </p:sp>
      <p:pic>
        <p:nvPicPr>
          <p:cNvPr id="7" name="Picture 6">
            <a:extLst>
              <a:ext uri="{FF2B5EF4-FFF2-40B4-BE49-F238E27FC236}">
                <a16:creationId xmlns:a16="http://schemas.microsoft.com/office/drawing/2014/main" id="{EC43C5A0-34C0-EC09-BD37-4BB71D97B944}"/>
              </a:ext>
            </a:extLst>
          </p:cNvPr>
          <p:cNvPicPr>
            <a:picLocks noChangeAspect="1"/>
          </p:cNvPicPr>
          <p:nvPr/>
        </p:nvPicPr>
        <p:blipFill>
          <a:blip r:embed="rId3"/>
          <a:stretch>
            <a:fillRect/>
          </a:stretch>
        </p:blipFill>
        <p:spPr>
          <a:xfrm>
            <a:off x="282388" y="2033850"/>
            <a:ext cx="11627224" cy="4780903"/>
          </a:xfrm>
          <a:prstGeom prst="rect">
            <a:avLst/>
          </a:prstGeom>
        </p:spPr>
      </p:pic>
      <p:sp>
        <p:nvSpPr>
          <p:cNvPr id="10" name="Rectangle 9">
            <a:extLst>
              <a:ext uri="{FF2B5EF4-FFF2-40B4-BE49-F238E27FC236}">
                <a16:creationId xmlns:a16="http://schemas.microsoft.com/office/drawing/2014/main" id="{8CE548AC-D6D4-50E6-2AEB-6B41ABE571A5}"/>
              </a:ext>
            </a:extLst>
          </p:cNvPr>
          <p:cNvSpPr/>
          <p:nvPr/>
        </p:nvSpPr>
        <p:spPr>
          <a:xfrm>
            <a:off x="170329" y="3155576"/>
            <a:ext cx="11842377" cy="896471"/>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5343882"/>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A9285-F498-7D8D-0A6B-9CA5E3CF4BCD}"/>
              </a:ext>
            </a:extLst>
          </p:cNvPr>
          <p:cNvSpPr>
            <a:spLocks noGrp="1"/>
          </p:cNvSpPr>
          <p:nvPr>
            <p:ph type="title"/>
          </p:nvPr>
        </p:nvSpPr>
        <p:spPr/>
        <p:txBody>
          <a:bodyPr/>
          <a:lstStyle/>
          <a:p>
            <a:r>
              <a:rPr lang="en-US" dirty="0"/>
              <a:t>TAK Server -LDAP Integration - Connecting to TAK Server </a:t>
            </a:r>
          </a:p>
        </p:txBody>
      </p:sp>
      <p:sp>
        <p:nvSpPr>
          <p:cNvPr id="3" name="Content Placeholder 2">
            <a:extLst>
              <a:ext uri="{FF2B5EF4-FFF2-40B4-BE49-F238E27FC236}">
                <a16:creationId xmlns:a16="http://schemas.microsoft.com/office/drawing/2014/main" id="{596278E1-A134-67D2-1BFA-857A9A580CD0}"/>
              </a:ext>
            </a:extLst>
          </p:cNvPr>
          <p:cNvSpPr>
            <a:spLocks noGrp="1"/>
          </p:cNvSpPr>
          <p:nvPr>
            <p:ph idx="1"/>
          </p:nvPr>
        </p:nvSpPr>
        <p:spPr/>
        <p:txBody>
          <a:bodyPr/>
          <a:lstStyle/>
          <a:p>
            <a:r>
              <a:rPr lang="en-US" dirty="0"/>
              <a:t>Once the changes have been made restart the TAK Server:</a:t>
            </a:r>
          </a:p>
          <a:p>
            <a:pPr lvl="1"/>
            <a:r>
              <a:rPr lang="en-US" b="1" dirty="0" err="1"/>
              <a:t>sudo</a:t>
            </a:r>
            <a:r>
              <a:rPr lang="en-US" b="1" dirty="0"/>
              <a:t> </a:t>
            </a:r>
            <a:r>
              <a:rPr lang="en-US" b="1" dirty="0" err="1"/>
              <a:t>systemctl</a:t>
            </a:r>
            <a:r>
              <a:rPr lang="en-US" b="1" dirty="0"/>
              <a:t> restart </a:t>
            </a:r>
            <a:r>
              <a:rPr lang="en-US" b="1" dirty="0" err="1"/>
              <a:t>takserver</a:t>
            </a:r>
            <a:endParaRPr lang="en-US" dirty="0"/>
          </a:p>
          <a:p>
            <a:pPr lvl="1"/>
            <a:r>
              <a:rPr lang="en-US" dirty="0"/>
              <a:t>You can monitor the system to know when the server is back online with: </a:t>
            </a:r>
          </a:p>
          <a:p>
            <a:pPr lvl="2"/>
            <a:r>
              <a:rPr lang="en-US" b="1" dirty="0"/>
              <a:t>tail -f /opt/</a:t>
            </a:r>
            <a:r>
              <a:rPr lang="en-US" b="1" dirty="0" err="1"/>
              <a:t>tak</a:t>
            </a:r>
            <a:r>
              <a:rPr lang="en-US" b="1" dirty="0"/>
              <a:t>/logs/takserver-messaging.log</a:t>
            </a:r>
          </a:p>
          <a:p>
            <a:r>
              <a:rPr lang="en-US" dirty="0"/>
              <a:t>When the server is back online you can verify the LDAP service is running as expected by trying to logging with the user credentials created through the LDAP service at the following: </a:t>
            </a:r>
          </a:p>
          <a:p>
            <a:pPr lvl="1"/>
            <a:r>
              <a:rPr lang="en-US" dirty="0"/>
              <a:t>https://&lt;IP address&gt;:8446 </a:t>
            </a:r>
          </a:p>
          <a:p>
            <a:pPr lvl="1"/>
            <a:r>
              <a:rPr lang="en-US" dirty="0"/>
              <a:t>If you are able to login then you have successfully integrated the LDAP service. </a:t>
            </a:r>
          </a:p>
        </p:txBody>
      </p:sp>
    </p:spTree>
    <p:extLst>
      <p:ext uri="{BB962C8B-B14F-4D97-AF65-F5344CB8AC3E}">
        <p14:creationId xmlns:p14="http://schemas.microsoft.com/office/powerpoint/2010/main" val="4161444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7BC1-180B-8F7C-B382-D459E6842C73}"/>
              </a:ext>
            </a:extLst>
          </p:cNvPr>
          <p:cNvSpPr>
            <a:spLocks noGrp="1"/>
          </p:cNvSpPr>
          <p:nvPr>
            <p:ph type="title"/>
          </p:nvPr>
        </p:nvSpPr>
        <p:spPr/>
        <p:txBody>
          <a:bodyPr/>
          <a:lstStyle/>
          <a:p>
            <a:r>
              <a:rPr lang="en-US" dirty="0"/>
              <a:t>TAK Server -LDAP Query </a:t>
            </a:r>
          </a:p>
        </p:txBody>
      </p:sp>
      <p:sp>
        <p:nvSpPr>
          <p:cNvPr id="3" name="Content Placeholder 2">
            <a:extLst>
              <a:ext uri="{FF2B5EF4-FFF2-40B4-BE49-F238E27FC236}">
                <a16:creationId xmlns:a16="http://schemas.microsoft.com/office/drawing/2014/main" id="{68F1BF64-6C36-C3B4-14AC-BAF6FE2EC186}"/>
              </a:ext>
            </a:extLst>
          </p:cNvPr>
          <p:cNvSpPr>
            <a:spLocks noGrp="1"/>
          </p:cNvSpPr>
          <p:nvPr>
            <p:ph idx="1"/>
          </p:nvPr>
        </p:nvSpPr>
        <p:spPr/>
        <p:txBody>
          <a:bodyPr/>
          <a:lstStyle/>
          <a:p>
            <a:r>
              <a:rPr lang="en-US" dirty="0"/>
              <a:t>To query users and groups from your database: </a:t>
            </a:r>
          </a:p>
          <a:p>
            <a:pPr lvl="1"/>
            <a:r>
              <a:rPr lang="en-US" dirty="0"/>
              <a:t>Use yum as it provides commands and options to search for the parent package: </a:t>
            </a:r>
          </a:p>
          <a:p>
            <a:pPr lvl="2"/>
            <a:r>
              <a:rPr lang="en-US" b="1" dirty="0" err="1"/>
              <a:t>sudo</a:t>
            </a:r>
            <a:r>
              <a:rPr lang="en-US" b="1" dirty="0"/>
              <a:t> yum </a:t>
            </a:r>
            <a:r>
              <a:rPr lang="en-US" b="1" dirty="0" err="1"/>
              <a:t>whatprovides</a:t>
            </a:r>
            <a:r>
              <a:rPr lang="en-US" b="1" dirty="0"/>
              <a:t> </a:t>
            </a:r>
            <a:r>
              <a:rPr lang="en-US" b="1" dirty="0" err="1"/>
              <a:t>ldapsearch</a:t>
            </a:r>
            <a:endParaRPr lang="en-US" dirty="0"/>
          </a:p>
          <a:p>
            <a:pPr lvl="1"/>
            <a:r>
              <a:rPr lang="en-US" dirty="0"/>
              <a:t>Install the </a:t>
            </a:r>
            <a:r>
              <a:rPr lang="en-US" dirty="0" err="1"/>
              <a:t>openldap</a:t>
            </a:r>
            <a:r>
              <a:rPr lang="en-US" dirty="0"/>
              <a:t>-clients</a:t>
            </a:r>
          </a:p>
          <a:p>
            <a:pPr lvl="2"/>
            <a:r>
              <a:rPr lang="en-US" b="1" dirty="0" err="1"/>
              <a:t>sudo</a:t>
            </a:r>
            <a:r>
              <a:rPr lang="en-US" b="1" dirty="0"/>
              <a:t> yum install </a:t>
            </a:r>
            <a:r>
              <a:rPr lang="en-US" b="1" dirty="0" err="1"/>
              <a:t>openldap</a:t>
            </a:r>
            <a:r>
              <a:rPr lang="en-US" b="1" dirty="0"/>
              <a:t>-clients -y</a:t>
            </a:r>
          </a:p>
          <a:p>
            <a:pPr lvl="1"/>
            <a:r>
              <a:rPr lang="en-US" dirty="0"/>
              <a:t>Search for the syntax information: </a:t>
            </a:r>
          </a:p>
          <a:p>
            <a:pPr lvl="2"/>
            <a:r>
              <a:rPr lang="en-US" b="1" dirty="0" err="1"/>
              <a:t>ldapsearch</a:t>
            </a:r>
            <a:r>
              <a:rPr lang="en-US" b="1" dirty="0"/>
              <a:t> -LLL -H ldap://19.168.1.119:389 -b ‘dc=</a:t>
            </a:r>
            <a:r>
              <a:rPr lang="en-US" b="1" dirty="0" err="1"/>
              <a:t>example,dc</a:t>
            </a:r>
            <a:r>
              <a:rPr lang="en-US" b="1" dirty="0"/>
              <a:t>=com’ -x -D ‘example/</a:t>
            </a:r>
            <a:r>
              <a:rPr lang="en-US" b="1" dirty="0" err="1"/>
              <a:t>tak.service</a:t>
            </a:r>
            <a:r>
              <a:rPr lang="en-US" b="1" dirty="0"/>
              <a:t>’ -W ‘(</a:t>
            </a:r>
            <a:r>
              <a:rPr lang="en-US" b="1" dirty="0" err="1"/>
              <a:t>sAMAccountName</a:t>
            </a:r>
            <a:r>
              <a:rPr lang="en-US" b="1"/>
              <a:t>=&lt;user&gt;)’</a:t>
            </a:r>
            <a:endParaRPr lang="en-US" b="1" dirty="0"/>
          </a:p>
        </p:txBody>
      </p:sp>
    </p:spTree>
    <p:extLst>
      <p:ext uri="{BB962C8B-B14F-4D97-AF65-F5344CB8AC3E}">
        <p14:creationId xmlns:p14="http://schemas.microsoft.com/office/powerpoint/2010/main" val="2747751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A214-042C-EAF2-3725-4689F450B680}"/>
              </a:ext>
            </a:extLst>
          </p:cNvPr>
          <p:cNvSpPr>
            <a:spLocks noGrp="1"/>
          </p:cNvSpPr>
          <p:nvPr>
            <p:ph type="title"/>
          </p:nvPr>
        </p:nvSpPr>
        <p:spPr/>
        <p:txBody>
          <a:bodyPr/>
          <a:lstStyle/>
          <a:p>
            <a:r>
              <a:rPr lang="en-US" dirty="0"/>
              <a:t>TAK Server - LDAP Group Prefix</a:t>
            </a:r>
          </a:p>
        </p:txBody>
      </p:sp>
      <p:sp>
        <p:nvSpPr>
          <p:cNvPr id="3" name="Content Placeholder 2">
            <a:extLst>
              <a:ext uri="{FF2B5EF4-FFF2-40B4-BE49-F238E27FC236}">
                <a16:creationId xmlns:a16="http://schemas.microsoft.com/office/drawing/2014/main" id="{FCD04B37-5267-9506-E4C6-174ED5D54F0A}"/>
              </a:ext>
            </a:extLst>
          </p:cNvPr>
          <p:cNvSpPr>
            <a:spLocks noGrp="1"/>
          </p:cNvSpPr>
          <p:nvPr>
            <p:ph idx="1"/>
          </p:nvPr>
        </p:nvSpPr>
        <p:spPr>
          <a:xfrm>
            <a:off x="838200" y="1508289"/>
            <a:ext cx="10515600" cy="4668674"/>
          </a:xfrm>
        </p:spPr>
        <p:txBody>
          <a:bodyPr/>
          <a:lstStyle/>
          <a:p>
            <a:r>
              <a:rPr lang="en-US" dirty="0"/>
              <a:t>IN and OUT Groups with LDAP:</a:t>
            </a:r>
          </a:p>
          <a:p>
            <a:pPr lvl="1"/>
            <a:r>
              <a:rPr lang="en-US" dirty="0"/>
              <a:t>To apply the in/out filters to a group with LDAP you need to create an additional group with the same naming but with either “_READ” or “_WRITE” at the end of the name. </a:t>
            </a:r>
          </a:p>
          <a:p>
            <a:pPr lvl="2"/>
            <a:r>
              <a:rPr lang="en-US" dirty="0"/>
              <a:t>_READ: out group</a:t>
            </a:r>
          </a:p>
          <a:p>
            <a:pPr lvl="2"/>
            <a:r>
              <a:rPr lang="en-US" dirty="0"/>
              <a:t>_WRITE: in group </a:t>
            </a:r>
          </a:p>
          <a:p>
            <a:pPr lvl="2"/>
            <a:endParaRPr lang="en-US" dirty="0"/>
          </a:p>
          <a:p>
            <a:pPr lvl="1"/>
            <a:r>
              <a:rPr lang="en-US" dirty="0"/>
              <a:t>If you somehow forget to add a user to a group, they will default to the __ANON__ group when they authenticate to the TAK Server.</a:t>
            </a:r>
          </a:p>
        </p:txBody>
      </p:sp>
      <p:pic>
        <p:nvPicPr>
          <p:cNvPr id="5" name="Picture 4">
            <a:extLst>
              <a:ext uri="{FF2B5EF4-FFF2-40B4-BE49-F238E27FC236}">
                <a16:creationId xmlns:a16="http://schemas.microsoft.com/office/drawing/2014/main" id="{E9F8E011-9A10-C45A-E813-0A9DB4B59911}"/>
              </a:ext>
            </a:extLst>
          </p:cNvPr>
          <p:cNvPicPr>
            <a:picLocks noChangeAspect="1"/>
          </p:cNvPicPr>
          <p:nvPr/>
        </p:nvPicPr>
        <p:blipFill>
          <a:blip r:embed="rId2"/>
          <a:stretch>
            <a:fillRect/>
          </a:stretch>
        </p:blipFill>
        <p:spPr>
          <a:xfrm>
            <a:off x="6489880" y="2685876"/>
            <a:ext cx="4001058" cy="1247949"/>
          </a:xfrm>
          <a:prstGeom prst="rect">
            <a:avLst/>
          </a:prstGeom>
        </p:spPr>
      </p:pic>
    </p:spTree>
    <p:extLst>
      <p:ext uri="{BB962C8B-B14F-4D97-AF65-F5344CB8AC3E}">
        <p14:creationId xmlns:p14="http://schemas.microsoft.com/office/powerpoint/2010/main" val="1239927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B4E10-23E0-2361-CE2A-DCEF63E3F25C}"/>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BCEB435C-B15B-B19D-93A3-4EF6F6C6B235}"/>
              </a:ext>
            </a:extLst>
          </p:cNvPr>
          <p:cNvSpPr>
            <a:spLocks noGrp="1"/>
          </p:cNvSpPr>
          <p:nvPr>
            <p:ph idx="1"/>
          </p:nvPr>
        </p:nvSpPr>
        <p:spPr/>
        <p:txBody>
          <a:bodyPr/>
          <a:lstStyle/>
          <a:p>
            <a:r>
              <a:rPr lang="en-US" dirty="0">
                <a:hlinkClick r:id="rId2"/>
              </a:rPr>
              <a:t>https://www.golinuxcloud.com/install-configure-openldap-rocky-linux-8/</a:t>
            </a:r>
            <a:endParaRPr lang="en-US" dirty="0"/>
          </a:p>
          <a:p>
            <a:endParaRPr lang="en-US" dirty="0"/>
          </a:p>
        </p:txBody>
      </p:sp>
    </p:spTree>
    <p:extLst>
      <p:ext uri="{BB962C8B-B14F-4D97-AF65-F5344CB8AC3E}">
        <p14:creationId xmlns:p14="http://schemas.microsoft.com/office/powerpoint/2010/main" val="38856991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AD8FA-697E-9576-A260-612819FD2398}"/>
              </a:ext>
            </a:extLst>
          </p:cNvPr>
          <p:cNvSpPr>
            <a:spLocks noGrp="1"/>
          </p:cNvSpPr>
          <p:nvPr>
            <p:ph type="title"/>
          </p:nvPr>
        </p:nvSpPr>
        <p:spPr/>
        <p:txBody>
          <a:bodyPr/>
          <a:lstStyle/>
          <a:p>
            <a:r>
              <a:rPr lang="en-US" dirty="0"/>
              <a:t>TAK Server - Ports</a:t>
            </a:r>
          </a:p>
        </p:txBody>
      </p:sp>
      <p:sp>
        <p:nvSpPr>
          <p:cNvPr id="3" name="Content Placeholder 2">
            <a:extLst>
              <a:ext uri="{FF2B5EF4-FFF2-40B4-BE49-F238E27FC236}">
                <a16:creationId xmlns:a16="http://schemas.microsoft.com/office/drawing/2014/main" id="{3630B0A8-B54A-99E3-09F4-323C53926CBA}"/>
              </a:ext>
            </a:extLst>
          </p:cNvPr>
          <p:cNvSpPr>
            <a:spLocks noGrp="1"/>
          </p:cNvSpPr>
          <p:nvPr>
            <p:ph idx="1"/>
          </p:nvPr>
        </p:nvSpPr>
        <p:spPr>
          <a:xfrm>
            <a:off x="838200" y="1583703"/>
            <a:ext cx="10515600" cy="4593260"/>
          </a:xfrm>
        </p:spPr>
        <p:txBody>
          <a:bodyPr/>
          <a:lstStyle/>
          <a:p>
            <a:r>
              <a:rPr lang="en-US" dirty="0"/>
              <a:t>Use the following to print the PID on a specific port:</a:t>
            </a:r>
          </a:p>
          <a:p>
            <a:pPr lvl="1"/>
            <a:r>
              <a:rPr lang="en-US" b="1" dirty="0"/>
              <a:t>fuser 8080/</a:t>
            </a:r>
            <a:r>
              <a:rPr lang="en-US" b="1" dirty="0" err="1"/>
              <a:t>tcp</a:t>
            </a:r>
            <a:endParaRPr lang="en-US" b="1" dirty="0"/>
          </a:p>
          <a:p>
            <a:pPr lvl="1"/>
            <a:r>
              <a:rPr lang="en-US" b="1" dirty="0"/>
              <a:t>fuser 8080/</a:t>
            </a:r>
            <a:r>
              <a:rPr lang="en-US" b="1" dirty="0" err="1"/>
              <a:t>udp</a:t>
            </a:r>
            <a:endParaRPr lang="en-US" dirty="0"/>
          </a:p>
          <a:p>
            <a:r>
              <a:rPr lang="en-US" dirty="0"/>
              <a:t>Use the following to kill a process on a port:</a:t>
            </a:r>
          </a:p>
          <a:p>
            <a:pPr lvl="1"/>
            <a:r>
              <a:rPr lang="en-US" b="1" dirty="0"/>
              <a:t>fuser -k 8080/</a:t>
            </a:r>
            <a:r>
              <a:rPr lang="en-US" b="1" dirty="0" err="1"/>
              <a:t>tcp</a:t>
            </a:r>
            <a:endParaRPr lang="en-US" b="1" dirty="0"/>
          </a:p>
          <a:p>
            <a:pPr lvl="1"/>
            <a:r>
              <a:rPr lang="en-US" b="1" dirty="0"/>
              <a:t>fuser -k 8080/</a:t>
            </a:r>
            <a:r>
              <a:rPr lang="en-US" b="1" dirty="0" err="1"/>
              <a:t>udp</a:t>
            </a:r>
            <a:endParaRPr lang="en-US" b="1" dirty="0"/>
          </a:p>
          <a:p>
            <a:pPr lvl="1"/>
            <a:endParaRPr lang="en-US" b="1" dirty="0"/>
          </a:p>
          <a:p>
            <a:pPr lvl="1"/>
            <a:r>
              <a:rPr lang="en-US" dirty="0"/>
              <a:t>https://docs.redhat.com/en/documentation/red_hat_directory_server/12/html/installing_red_hat_directory_server/changing-the-ldap-and-ldaps-port-numbers_installing-rhds#changing-the-port-numbers-using-the-command-line_changing-the-ldap-and-ldaps-port-numbers</a:t>
            </a:r>
          </a:p>
          <a:p>
            <a:pPr marL="457200" lvl="1" indent="0">
              <a:buNone/>
            </a:pPr>
            <a:endParaRPr lang="en-US" dirty="0"/>
          </a:p>
          <a:p>
            <a:pPr lvl="1"/>
            <a:endParaRPr lang="en-US" dirty="0"/>
          </a:p>
        </p:txBody>
      </p:sp>
    </p:spTree>
    <p:extLst>
      <p:ext uri="{BB962C8B-B14F-4D97-AF65-F5344CB8AC3E}">
        <p14:creationId xmlns:p14="http://schemas.microsoft.com/office/powerpoint/2010/main" val="2961637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de9faa6-9fe1-49b3-9a08-227a296b54a6}" enabled="1" method="Privileged" siteId="{d5fe813e-0caa-432a-b2ac-d555aa91bd1c}" removed="0"/>
</clbl:labelList>
</file>

<file path=docProps/app.xml><?xml version="1.0" encoding="utf-8"?>
<Properties xmlns="http://schemas.openxmlformats.org/officeDocument/2006/extended-properties" xmlns:vt="http://schemas.openxmlformats.org/officeDocument/2006/docPropsVTypes">
  <TotalTime>133</TotalTime>
  <Words>1747</Words>
  <PresentationFormat>Widescreen</PresentationFormat>
  <Paragraphs>174</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Wingdings</vt:lpstr>
      <vt:lpstr>Office Theme</vt:lpstr>
      <vt:lpstr>TAK Server - AD/LDAP</vt:lpstr>
      <vt:lpstr>TAK Serve  - LDAP Integration</vt:lpstr>
      <vt:lpstr>TAK Server - LDAP Integration</vt:lpstr>
      <vt:lpstr>TAK Server - LDAP Integration</vt:lpstr>
      <vt:lpstr>TAK Server - LDAP Integration</vt:lpstr>
      <vt:lpstr>TAK Server - LDAP Integration</vt:lpstr>
      <vt:lpstr>TAK Server - LDAP Integration</vt:lpstr>
      <vt:lpstr>TAK Server - LDAP Integration</vt:lpstr>
      <vt:lpstr>TAK Server - LDAP Integration</vt:lpstr>
      <vt:lpstr>TAK Server - LDAP Integration - Managing Users and Groups</vt:lpstr>
      <vt:lpstr>TAK Server - LDAP Integration - Managing Users and Groups</vt:lpstr>
      <vt:lpstr>TAK Server - LDAP Integration - Modify Users and Groups</vt:lpstr>
      <vt:lpstr>TAK Server - LDAP Integration - Modify Users and Groups</vt:lpstr>
      <vt:lpstr>TAK Server - LDAP Integration - Managing Users and Groups</vt:lpstr>
      <vt:lpstr>TAK Server - LDAP Integration - Managing Users and Groups</vt:lpstr>
      <vt:lpstr>TAK Server -LDAP Integration - Connecting to TAK Server </vt:lpstr>
      <vt:lpstr>TAK Server -LDAP Integration - Connecting to TAK Server </vt:lpstr>
      <vt:lpstr>TAK Server -LDAP Integration - Connecting to TAK Server </vt:lpstr>
      <vt:lpstr>TAK Server -LDAP Integration - Connecting to TAK Server </vt:lpstr>
      <vt:lpstr>TAK Server -LDAP Query </vt:lpstr>
      <vt:lpstr>TAK Server - LDAP Group Prefix</vt:lpstr>
      <vt:lpstr>Resources</vt:lpstr>
      <vt:lpstr>TAK Server - 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2024-08-10T15:27:08Z</dcterms:created>
  <dcterms:modified xsi:type="dcterms:W3CDTF">2024-08-27T14:51:43Z</dcterms:modified>
</cp:coreProperties>
</file>
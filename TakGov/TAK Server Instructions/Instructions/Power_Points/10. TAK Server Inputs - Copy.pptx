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58" r:id="rId5"/>
    <p:sldId id="257"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9B5C1F-DBFB-4B13-846C-57E774588E9B}" v="14" dt="2024-08-13T18:05:57.6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 Randall [USA]" userId="89bfa2a9-2144-4bd6-ba22-d79ad510780c" providerId="ADAL" clId="{F19B5C1F-DBFB-4B13-846C-57E774588E9B}"/>
    <pc:docChg chg="undo custSel addSld modSld sldOrd">
      <pc:chgData name="Hunt, Randall [USA]" userId="89bfa2a9-2144-4bd6-ba22-d79ad510780c" providerId="ADAL" clId="{F19B5C1F-DBFB-4B13-846C-57E774588E9B}" dt="2024-08-26T21:24:16.685" v="5210"/>
      <pc:docMkLst>
        <pc:docMk/>
      </pc:docMkLst>
      <pc:sldChg chg="modSp mod">
        <pc:chgData name="Hunt, Randall [USA]" userId="89bfa2a9-2144-4bd6-ba22-d79ad510780c" providerId="ADAL" clId="{F19B5C1F-DBFB-4B13-846C-57E774588E9B}" dt="2024-08-13T16:05:27.803" v="117" actId="2711"/>
        <pc:sldMkLst>
          <pc:docMk/>
          <pc:sldMk cId="2373734205" sldId="256"/>
        </pc:sldMkLst>
        <pc:spChg chg="mod">
          <ac:chgData name="Hunt, Randall [USA]" userId="89bfa2a9-2144-4bd6-ba22-d79ad510780c" providerId="ADAL" clId="{F19B5C1F-DBFB-4B13-846C-57E774588E9B}" dt="2024-08-13T16:05:27.803" v="117" actId="2711"/>
          <ac:spMkLst>
            <pc:docMk/>
            <pc:sldMk cId="2373734205" sldId="256"/>
            <ac:spMk id="2" creationId="{C45142A4-2D6A-9551-D5E8-ABBC85ED43D9}"/>
          </ac:spMkLst>
        </pc:spChg>
        <pc:spChg chg="mod">
          <ac:chgData name="Hunt, Randall [USA]" userId="89bfa2a9-2144-4bd6-ba22-d79ad510780c" providerId="ADAL" clId="{F19B5C1F-DBFB-4B13-846C-57E774588E9B}" dt="2024-08-13T15:45:18.489" v="79" actId="1076"/>
          <ac:spMkLst>
            <pc:docMk/>
            <pc:sldMk cId="2373734205" sldId="256"/>
            <ac:spMk id="3" creationId="{7C16833F-4741-1056-A283-7E1882812EBC}"/>
          </ac:spMkLst>
        </pc:spChg>
      </pc:sldChg>
      <pc:sldChg chg="addSp delSp modSp new mod ord">
        <pc:chgData name="Hunt, Randall [USA]" userId="89bfa2a9-2144-4bd6-ba22-d79ad510780c" providerId="ADAL" clId="{F19B5C1F-DBFB-4B13-846C-57E774588E9B}" dt="2024-08-13T18:32:45.545" v="5197"/>
        <pc:sldMkLst>
          <pc:docMk/>
          <pc:sldMk cId="968016352" sldId="257"/>
        </pc:sldMkLst>
        <pc:spChg chg="mod">
          <ac:chgData name="Hunt, Randall [USA]" userId="89bfa2a9-2144-4bd6-ba22-d79ad510780c" providerId="ADAL" clId="{F19B5C1F-DBFB-4B13-846C-57E774588E9B}" dt="2024-08-13T17:35:33.859" v="2256" actId="20577"/>
          <ac:spMkLst>
            <pc:docMk/>
            <pc:sldMk cId="968016352" sldId="257"/>
            <ac:spMk id="2" creationId="{D5B80142-CF2E-D9F4-37CA-ED28F8BE1D6D}"/>
          </ac:spMkLst>
        </pc:spChg>
        <pc:spChg chg="mod">
          <ac:chgData name="Hunt, Randall [USA]" userId="89bfa2a9-2144-4bd6-ba22-d79ad510780c" providerId="ADAL" clId="{F19B5C1F-DBFB-4B13-846C-57E774588E9B}" dt="2024-08-13T17:12:26.662" v="1224" actId="33524"/>
          <ac:spMkLst>
            <pc:docMk/>
            <pc:sldMk cId="968016352" sldId="257"/>
            <ac:spMk id="3" creationId="{850D2A55-F202-D536-D61F-F4464B7E8812}"/>
          </ac:spMkLst>
        </pc:spChg>
        <pc:spChg chg="add del mod">
          <ac:chgData name="Hunt, Randall [USA]" userId="89bfa2a9-2144-4bd6-ba22-d79ad510780c" providerId="ADAL" clId="{F19B5C1F-DBFB-4B13-846C-57E774588E9B}" dt="2024-08-13T17:10:19.346" v="923"/>
          <ac:spMkLst>
            <pc:docMk/>
            <pc:sldMk cId="968016352" sldId="257"/>
            <ac:spMk id="4" creationId="{3FA87D5A-5EF5-2D0D-925D-FF37E4A56736}"/>
          </ac:spMkLst>
        </pc:spChg>
        <pc:spChg chg="add del mod">
          <ac:chgData name="Hunt, Randall [USA]" userId="89bfa2a9-2144-4bd6-ba22-d79ad510780c" providerId="ADAL" clId="{F19B5C1F-DBFB-4B13-846C-57E774588E9B}" dt="2024-08-13T17:10:19.347" v="925"/>
          <ac:spMkLst>
            <pc:docMk/>
            <pc:sldMk cId="968016352" sldId="257"/>
            <ac:spMk id="5" creationId="{8FE612EB-05CC-0807-6F27-BFD2DE5E29FE}"/>
          </ac:spMkLst>
        </pc:spChg>
        <pc:spChg chg="add del mod">
          <ac:chgData name="Hunt, Randall [USA]" userId="89bfa2a9-2144-4bd6-ba22-d79ad510780c" providerId="ADAL" clId="{F19B5C1F-DBFB-4B13-846C-57E774588E9B}" dt="2024-08-13T17:57:26.982" v="3203" actId="478"/>
          <ac:spMkLst>
            <pc:docMk/>
            <pc:sldMk cId="968016352" sldId="257"/>
            <ac:spMk id="6" creationId="{CB3C63FB-6410-BC49-0953-9C34BA2B39B9}"/>
          </ac:spMkLst>
        </pc:spChg>
        <pc:spChg chg="add del mod">
          <ac:chgData name="Hunt, Randall [USA]" userId="89bfa2a9-2144-4bd6-ba22-d79ad510780c" providerId="ADAL" clId="{F19B5C1F-DBFB-4B13-846C-57E774588E9B}" dt="2024-08-13T17:57:38.812" v="3207" actId="478"/>
          <ac:spMkLst>
            <pc:docMk/>
            <pc:sldMk cId="968016352" sldId="257"/>
            <ac:spMk id="7" creationId="{D901C62E-77D2-81C8-FF46-E905E365363D}"/>
          </ac:spMkLst>
        </pc:spChg>
        <pc:spChg chg="add mod">
          <ac:chgData name="Hunt, Randall [USA]" userId="89bfa2a9-2144-4bd6-ba22-d79ad510780c" providerId="ADAL" clId="{F19B5C1F-DBFB-4B13-846C-57E774588E9B}" dt="2024-08-13T17:56:21.368" v="3152" actId="14100"/>
          <ac:spMkLst>
            <pc:docMk/>
            <pc:sldMk cId="968016352" sldId="257"/>
            <ac:spMk id="8" creationId="{FB280B94-3177-9F64-08C6-CB8187669FAF}"/>
          </ac:spMkLst>
        </pc:spChg>
        <pc:spChg chg="add del">
          <ac:chgData name="Hunt, Randall [USA]" userId="89bfa2a9-2144-4bd6-ba22-d79ad510780c" providerId="ADAL" clId="{F19B5C1F-DBFB-4B13-846C-57E774588E9B}" dt="2024-08-13T17:56:31.787" v="3154" actId="478"/>
          <ac:spMkLst>
            <pc:docMk/>
            <pc:sldMk cId="968016352" sldId="257"/>
            <ac:spMk id="9" creationId="{222C743C-FD76-F9A6-F8ED-4F410740841A}"/>
          </ac:spMkLst>
        </pc:spChg>
        <pc:picChg chg="add mod">
          <ac:chgData name="Hunt, Randall [USA]" userId="89bfa2a9-2144-4bd6-ba22-d79ad510780c" providerId="ADAL" clId="{F19B5C1F-DBFB-4B13-846C-57E774588E9B}" dt="2024-08-13T17:57:46.518" v="3209" actId="1076"/>
          <ac:picMkLst>
            <pc:docMk/>
            <pc:sldMk cId="968016352" sldId="257"/>
            <ac:picMk id="11" creationId="{600E1E6C-C15D-2F14-B707-C062333ED85A}"/>
          </ac:picMkLst>
        </pc:picChg>
      </pc:sldChg>
      <pc:sldChg chg="addSp modSp new mod">
        <pc:chgData name="Hunt, Randall [USA]" userId="89bfa2a9-2144-4bd6-ba22-d79ad510780c" providerId="ADAL" clId="{F19B5C1F-DBFB-4B13-846C-57E774588E9B}" dt="2024-08-13T17:53:23.028" v="3149" actId="1076"/>
        <pc:sldMkLst>
          <pc:docMk/>
          <pc:sldMk cId="4103473937" sldId="258"/>
        </pc:sldMkLst>
        <pc:spChg chg="mod">
          <ac:chgData name="Hunt, Randall [USA]" userId="89bfa2a9-2144-4bd6-ba22-d79ad510780c" providerId="ADAL" clId="{F19B5C1F-DBFB-4B13-846C-57E774588E9B}" dt="2024-08-13T17:35:38.850" v="2257" actId="20577"/>
          <ac:spMkLst>
            <pc:docMk/>
            <pc:sldMk cId="4103473937" sldId="258"/>
            <ac:spMk id="2" creationId="{1B45447D-8713-D77F-5B80-AD57B4F2BF10}"/>
          </ac:spMkLst>
        </pc:spChg>
        <pc:spChg chg="mod">
          <ac:chgData name="Hunt, Randall [USA]" userId="89bfa2a9-2144-4bd6-ba22-d79ad510780c" providerId="ADAL" clId="{F19B5C1F-DBFB-4B13-846C-57E774588E9B}" dt="2024-08-13T17:42:56.562" v="3144" actId="20577"/>
          <ac:spMkLst>
            <pc:docMk/>
            <pc:sldMk cId="4103473937" sldId="258"/>
            <ac:spMk id="3" creationId="{90368518-14B4-82E2-FBB7-0285BE1E3CF5}"/>
          </ac:spMkLst>
        </pc:spChg>
        <pc:picChg chg="add mod">
          <ac:chgData name="Hunt, Randall [USA]" userId="89bfa2a9-2144-4bd6-ba22-d79ad510780c" providerId="ADAL" clId="{F19B5C1F-DBFB-4B13-846C-57E774588E9B}" dt="2024-08-13T17:53:23.028" v="3149" actId="1076"/>
          <ac:picMkLst>
            <pc:docMk/>
            <pc:sldMk cId="4103473937" sldId="258"/>
            <ac:picMk id="5" creationId="{C85BEF8C-FAA7-E478-6D4B-508B9B5B07E6}"/>
          </ac:picMkLst>
        </pc:picChg>
      </pc:sldChg>
      <pc:sldChg chg="modSp new mod ord">
        <pc:chgData name="Hunt, Randall [USA]" userId="89bfa2a9-2144-4bd6-ba22-d79ad510780c" providerId="ADAL" clId="{F19B5C1F-DBFB-4B13-846C-57E774588E9B}" dt="2024-08-13T18:32:31.185" v="5193"/>
        <pc:sldMkLst>
          <pc:docMk/>
          <pc:sldMk cId="1889063189" sldId="259"/>
        </pc:sldMkLst>
        <pc:spChg chg="mod">
          <ac:chgData name="Hunt, Randall [USA]" userId="89bfa2a9-2144-4bd6-ba22-d79ad510780c" providerId="ADAL" clId="{F19B5C1F-DBFB-4B13-846C-57E774588E9B}" dt="2024-08-13T17:23:43.368" v="1317" actId="5793"/>
          <ac:spMkLst>
            <pc:docMk/>
            <pc:sldMk cId="1889063189" sldId="259"/>
            <ac:spMk id="2" creationId="{805C48E4-77C1-9008-1DF3-B3B4C0460EA1}"/>
          </ac:spMkLst>
        </pc:spChg>
        <pc:spChg chg="mod">
          <ac:chgData name="Hunt, Randall [USA]" userId="89bfa2a9-2144-4bd6-ba22-d79ad510780c" providerId="ADAL" clId="{F19B5C1F-DBFB-4B13-846C-57E774588E9B}" dt="2024-08-13T17:40:40.606" v="2903" actId="20577"/>
          <ac:spMkLst>
            <pc:docMk/>
            <pc:sldMk cId="1889063189" sldId="259"/>
            <ac:spMk id="3" creationId="{74746683-108C-8AA7-7403-169B788B86AB}"/>
          </ac:spMkLst>
        </pc:spChg>
      </pc:sldChg>
      <pc:sldChg chg="modSp new mod ord">
        <pc:chgData name="Hunt, Randall [USA]" userId="89bfa2a9-2144-4bd6-ba22-d79ad510780c" providerId="ADAL" clId="{F19B5C1F-DBFB-4B13-846C-57E774588E9B}" dt="2024-08-13T18:32:32.593" v="5195"/>
        <pc:sldMkLst>
          <pc:docMk/>
          <pc:sldMk cId="2883736953" sldId="260"/>
        </pc:sldMkLst>
        <pc:spChg chg="mod">
          <ac:chgData name="Hunt, Randall [USA]" userId="89bfa2a9-2144-4bd6-ba22-d79ad510780c" providerId="ADAL" clId="{F19B5C1F-DBFB-4B13-846C-57E774588E9B}" dt="2024-08-13T17:34:15.682" v="2253" actId="5793"/>
          <ac:spMkLst>
            <pc:docMk/>
            <pc:sldMk cId="2883736953" sldId="260"/>
            <ac:spMk id="2" creationId="{5110D375-7949-4C77-5001-6CA556A55EB1}"/>
          </ac:spMkLst>
        </pc:spChg>
        <pc:spChg chg="mod">
          <ac:chgData name="Hunt, Randall [USA]" userId="89bfa2a9-2144-4bd6-ba22-d79ad510780c" providerId="ADAL" clId="{F19B5C1F-DBFB-4B13-846C-57E774588E9B}" dt="2024-08-13T17:36:58.709" v="2478"/>
          <ac:spMkLst>
            <pc:docMk/>
            <pc:sldMk cId="2883736953" sldId="260"/>
            <ac:spMk id="3" creationId="{3FCF4FF5-E5BB-12A7-2A7C-57A7409F9DF9}"/>
          </ac:spMkLst>
        </pc:spChg>
      </pc:sldChg>
      <pc:sldChg chg="addSp delSp modSp new mod ord">
        <pc:chgData name="Hunt, Randall [USA]" userId="89bfa2a9-2144-4bd6-ba22-d79ad510780c" providerId="ADAL" clId="{F19B5C1F-DBFB-4B13-846C-57E774588E9B}" dt="2024-08-13T18:32:47.450" v="5199"/>
        <pc:sldMkLst>
          <pc:docMk/>
          <pc:sldMk cId="924706412" sldId="261"/>
        </pc:sldMkLst>
        <pc:spChg chg="mod">
          <ac:chgData name="Hunt, Randall [USA]" userId="89bfa2a9-2144-4bd6-ba22-d79ad510780c" providerId="ADAL" clId="{F19B5C1F-DBFB-4B13-846C-57E774588E9B}" dt="2024-08-13T17:57:22.698" v="3202" actId="20577"/>
          <ac:spMkLst>
            <pc:docMk/>
            <pc:sldMk cId="924706412" sldId="261"/>
            <ac:spMk id="2" creationId="{C5F62A3F-3505-D3C6-98AC-C229F761A8B1}"/>
          </ac:spMkLst>
        </pc:spChg>
        <pc:spChg chg="add del">
          <ac:chgData name="Hunt, Randall [USA]" userId="89bfa2a9-2144-4bd6-ba22-d79ad510780c" providerId="ADAL" clId="{F19B5C1F-DBFB-4B13-846C-57E774588E9B}" dt="2024-08-13T18:04:43.356" v="3214" actId="478"/>
          <ac:spMkLst>
            <pc:docMk/>
            <pc:sldMk cId="924706412" sldId="261"/>
            <ac:spMk id="3" creationId="{3588CCBC-75ED-93CB-EF8E-149F31767789}"/>
          </ac:spMkLst>
        </pc:spChg>
        <pc:spChg chg="add mod">
          <ac:chgData name="Hunt, Randall [USA]" userId="89bfa2a9-2144-4bd6-ba22-d79ad510780c" providerId="ADAL" clId="{F19B5C1F-DBFB-4B13-846C-57E774588E9B}" dt="2024-08-13T17:57:30.493" v="3205"/>
          <ac:spMkLst>
            <pc:docMk/>
            <pc:sldMk cId="924706412" sldId="261"/>
            <ac:spMk id="4" creationId="{9FDAE380-2BEB-EC81-E951-90E89BDB83A8}"/>
          </ac:spMkLst>
        </pc:spChg>
        <pc:spChg chg="add mod">
          <ac:chgData name="Hunt, Randall [USA]" userId="89bfa2a9-2144-4bd6-ba22-d79ad510780c" providerId="ADAL" clId="{F19B5C1F-DBFB-4B13-846C-57E774588E9B}" dt="2024-08-13T18:09:13.803" v="3571" actId="1076"/>
          <ac:spMkLst>
            <pc:docMk/>
            <pc:sldMk cId="924706412" sldId="261"/>
            <ac:spMk id="5" creationId="{9EEF131C-0AB8-BEB2-DFB6-14AA0F64B037}"/>
          </ac:spMkLst>
        </pc:spChg>
        <pc:spChg chg="add mod">
          <ac:chgData name="Hunt, Randall [USA]" userId="89bfa2a9-2144-4bd6-ba22-d79ad510780c" providerId="ADAL" clId="{F19B5C1F-DBFB-4B13-846C-57E774588E9B}" dt="2024-08-13T18:09:19.088" v="3572" actId="1076"/>
          <ac:spMkLst>
            <pc:docMk/>
            <pc:sldMk cId="924706412" sldId="261"/>
            <ac:spMk id="6" creationId="{3D05529F-BF65-5AA6-D465-765613095093}"/>
          </ac:spMkLst>
        </pc:spChg>
        <pc:spChg chg="add mod">
          <ac:chgData name="Hunt, Randall [USA]" userId="89bfa2a9-2144-4bd6-ba22-d79ad510780c" providerId="ADAL" clId="{F19B5C1F-DBFB-4B13-846C-57E774588E9B}" dt="2024-08-13T18:08:56.996" v="3570" actId="403"/>
          <ac:spMkLst>
            <pc:docMk/>
            <pc:sldMk cId="924706412" sldId="261"/>
            <ac:spMk id="7" creationId="{7F7CF8C0-AE2D-D878-97AD-F8799D91267E}"/>
          </ac:spMkLst>
        </pc:spChg>
      </pc:sldChg>
      <pc:sldChg chg="modSp new mod ord">
        <pc:chgData name="Hunt, Randall [USA]" userId="89bfa2a9-2144-4bd6-ba22-d79ad510780c" providerId="ADAL" clId="{F19B5C1F-DBFB-4B13-846C-57E774588E9B}" dt="2024-08-26T21:24:16.685" v="5210"/>
        <pc:sldMkLst>
          <pc:docMk/>
          <pc:sldMk cId="3997119662" sldId="262"/>
        </pc:sldMkLst>
        <pc:spChg chg="mod">
          <ac:chgData name="Hunt, Randall [USA]" userId="89bfa2a9-2144-4bd6-ba22-d79ad510780c" providerId="ADAL" clId="{F19B5C1F-DBFB-4B13-846C-57E774588E9B}" dt="2024-08-13T18:15:43.787" v="3594" actId="5793"/>
          <ac:spMkLst>
            <pc:docMk/>
            <pc:sldMk cId="3997119662" sldId="262"/>
            <ac:spMk id="2" creationId="{A93CEBFF-B5EF-0159-93C7-5AEE6B2FC952}"/>
          </ac:spMkLst>
        </pc:spChg>
        <pc:spChg chg="mod">
          <ac:chgData name="Hunt, Randall [USA]" userId="89bfa2a9-2144-4bd6-ba22-d79ad510780c" providerId="ADAL" clId="{F19B5C1F-DBFB-4B13-846C-57E774588E9B}" dt="2024-08-26T21:22:14.652" v="5206" actId="313"/>
          <ac:spMkLst>
            <pc:docMk/>
            <pc:sldMk cId="3997119662" sldId="262"/>
            <ac:spMk id="3" creationId="{F7782893-886F-59FC-C98D-E094E011423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E376F-1A5C-DDB9-0966-F6A9FBBA31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5A2C35-3552-5D80-E0E9-A378045AEC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60336E-7AC5-868C-6A88-FED9DABFC875}"/>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5" name="Footer Placeholder 4">
            <a:extLst>
              <a:ext uri="{FF2B5EF4-FFF2-40B4-BE49-F238E27FC236}">
                <a16:creationId xmlns:a16="http://schemas.microsoft.com/office/drawing/2014/main" id="{3318F1E5-A04F-319A-626E-AEC2F7FB6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EFE5C-A515-680B-5A1F-84122403DEB2}"/>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1237739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D9940-0989-19EA-8203-FB42F3C96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223F91-35CD-22E8-E52B-D495971E43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7B350-CD63-45DB-5753-C48854F20FEB}"/>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5" name="Footer Placeholder 4">
            <a:extLst>
              <a:ext uri="{FF2B5EF4-FFF2-40B4-BE49-F238E27FC236}">
                <a16:creationId xmlns:a16="http://schemas.microsoft.com/office/drawing/2014/main" id="{DF68A0D7-D220-3A1A-A9E6-547205A3B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134B55-34D3-5726-5591-094CF2817E3C}"/>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3631296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DCB56-A1B7-1785-DB31-5B217CC4AB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7AAEBD-E9BE-FA54-494F-84381BA8E5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1DE75E-FBBD-6D53-849C-697DCE22B33B}"/>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5" name="Footer Placeholder 4">
            <a:extLst>
              <a:ext uri="{FF2B5EF4-FFF2-40B4-BE49-F238E27FC236}">
                <a16:creationId xmlns:a16="http://schemas.microsoft.com/office/drawing/2014/main" id="{A55DD111-971A-93D9-8D15-5A2E17A10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B28D8-1BDA-2C82-6460-79D16594A981}"/>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3755974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031C-3063-A738-611F-16E2AC6A00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91EC9D-B54B-2F81-74A0-4EE9877B3E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245B85-4D2E-D115-5F02-2358E3EDE9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EFADB6-B474-28B9-C72D-260611C4F1E2}"/>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6" name="Footer Placeholder 5">
            <a:extLst>
              <a:ext uri="{FF2B5EF4-FFF2-40B4-BE49-F238E27FC236}">
                <a16:creationId xmlns:a16="http://schemas.microsoft.com/office/drawing/2014/main" id="{64BD75B7-FA84-25F0-EC04-20F5475261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5599B-FAE1-C082-4058-A46BE576C19F}"/>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1499364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CC9C8-5424-D6A1-C5FF-794FD7BC58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63F068-D1F9-5E08-B075-D6C893946D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FFD362-083D-199E-8A7A-8561F4CA27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DE7261-9E92-774C-D5AE-60F91F777D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F42B16-1660-80AB-332A-25D6BFC133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21429-7556-359A-BF37-49C3D2763403}"/>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8" name="Footer Placeholder 7">
            <a:extLst>
              <a:ext uri="{FF2B5EF4-FFF2-40B4-BE49-F238E27FC236}">
                <a16:creationId xmlns:a16="http://schemas.microsoft.com/office/drawing/2014/main" id="{7D851055-553E-9AE4-0BB8-F66B378633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253FBA-55BC-69BF-C6A9-963314C0B14C}"/>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3009128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640B0-1659-E4A7-7FCC-C84C3DEBEC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E534A0-6A76-6485-0B13-37BEF89A3ED0}"/>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4" name="Footer Placeholder 3">
            <a:extLst>
              <a:ext uri="{FF2B5EF4-FFF2-40B4-BE49-F238E27FC236}">
                <a16:creationId xmlns:a16="http://schemas.microsoft.com/office/drawing/2014/main" id="{8EDBD4B4-6436-511C-F41F-D51660C063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F22F9D-F974-49F1-8D92-0B8D5EE8F6AC}"/>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3199226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220946-93C2-5547-BE47-34823522A2ED}"/>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3" name="Footer Placeholder 2">
            <a:extLst>
              <a:ext uri="{FF2B5EF4-FFF2-40B4-BE49-F238E27FC236}">
                <a16:creationId xmlns:a16="http://schemas.microsoft.com/office/drawing/2014/main" id="{A0D9CADB-93AD-822E-2A91-9564783615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537195-F07D-DEEC-AA82-E1D132D92742}"/>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3103657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B03E-ECBE-8F9A-88DB-D6C531C48B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8682A6-B15E-04E1-8328-803EC919D5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99C1112-6DE0-2F4B-C6FC-F47C2646F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C3E70-6A4B-EE50-E065-996EE5EA6912}"/>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6" name="Footer Placeholder 5">
            <a:extLst>
              <a:ext uri="{FF2B5EF4-FFF2-40B4-BE49-F238E27FC236}">
                <a16:creationId xmlns:a16="http://schemas.microsoft.com/office/drawing/2014/main" id="{21023BE2-1E58-1EC1-32F1-1C7EA413E8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FA711E-0D45-91C3-E1EA-8D3E6BD8A3E4}"/>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299056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948D-B546-9A23-93AF-C44DC73B1C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C0EDFA-6E4D-032C-C15E-D0FF9F9128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E74116-40F5-712E-608F-44E6A0DDC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14505-15FB-E0CC-6BFC-A934730172F9}"/>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6" name="Footer Placeholder 5">
            <a:extLst>
              <a:ext uri="{FF2B5EF4-FFF2-40B4-BE49-F238E27FC236}">
                <a16:creationId xmlns:a16="http://schemas.microsoft.com/office/drawing/2014/main" id="{FD6CAA71-DF54-5659-70CF-5CAB8AB38C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7FF777-FA8A-3CAC-2182-2FBBD529E3F7}"/>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3747500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BB1DC-90CF-EC8A-B252-5D762BEFAF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182E57-7789-32E2-E5AE-0182A8110F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7003B6-A326-C1B6-0DE2-8002979AF37E}"/>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5" name="Footer Placeholder 4">
            <a:extLst>
              <a:ext uri="{FF2B5EF4-FFF2-40B4-BE49-F238E27FC236}">
                <a16:creationId xmlns:a16="http://schemas.microsoft.com/office/drawing/2014/main" id="{3627D221-8B52-AE0C-C40E-554DD0AD4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4A5E3A-FB59-78CF-7B77-73EA4F8467BB}"/>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4201495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F0C731-3BB0-64E4-95EE-01761EF32F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1FBAE2-8304-F80D-88AF-25F4900376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3989FA-61E0-3A18-C706-F74A15A281E5}"/>
              </a:ext>
            </a:extLst>
          </p:cNvPr>
          <p:cNvSpPr>
            <a:spLocks noGrp="1"/>
          </p:cNvSpPr>
          <p:nvPr>
            <p:ph type="dt" sz="half" idx="10"/>
          </p:nvPr>
        </p:nvSpPr>
        <p:spPr/>
        <p:txBody>
          <a:bodyPr/>
          <a:lstStyle/>
          <a:p>
            <a:fld id="{DC91D73D-A4B3-4E73-8F7E-F2396EF40274}" type="datetimeFigureOut">
              <a:rPr lang="en-US" smtClean="0"/>
              <a:t>8/26/2024</a:t>
            </a:fld>
            <a:endParaRPr lang="en-US"/>
          </a:p>
        </p:txBody>
      </p:sp>
      <p:sp>
        <p:nvSpPr>
          <p:cNvPr id="5" name="Footer Placeholder 4">
            <a:extLst>
              <a:ext uri="{FF2B5EF4-FFF2-40B4-BE49-F238E27FC236}">
                <a16:creationId xmlns:a16="http://schemas.microsoft.com/office/drawing/2014/main" id="{470DADC8-01B5-1AFC-5A25-708A3F109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EAFA65-B664-A433-9B0D-CAFCA6221ED2}"/>
              </a:ext>
            </a:extLst>
          </p:cNvPr>
          <p:cNvSpPr>
            <a:spLocks noGrp="1"/>
          </p:cNvSpPr>
          <p:nvPr>
            <p:ph type="sldNum" sz="quarter" idx="12"/>
          </p:nvPr>
        </p:nvSpPr>
        <p:spPr/>
        <p:txBody>
          <a:bodyPr/>
          <a:lstStyle/>
          <a:p>
            <a:fld id="{50BAD7FF-87D1-4DF0-85AD-C00E251FDDED}" type="slidenum">
              <a:rPr lang="en-US" smtClean="0"/>
              <a:t>‹#›</a:t>
            </a:fld>
            <a:endParaRPr lang="en-US"/>
          </a:p>
        </p:txBody>
      </p:sp>
    </p:spTree>
    <p:extLst>
      <p:ext uri="{BB962C8B-B14F-4D97-AF65-F5344CB8AC3E}">
        <p14:creationId xmlns:p14="http://schemas.microsoft.com/office/powerpoint/2010/main" val="3664937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C9D796-365C-6A07-996E-A1FF86EBC0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8778AC-B79C-F6AA-A66B-A9802533D8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7C2CE9-5CD6-F23F-4CAD-41DAC04903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91D73D-A4B3-4E73-8F7E-F2396EF40274}" type="datetimeFigureOut">
              <a:rPr lang="en-US" smtClean="0"/>
              <a:t>8/26/2024</a:t>
            </a:fld>
            <a:endParaRPr lang="en-US"/>
          </a:p>
        </p:txBody>
      </p:sp>
      <p:sp>
        <p:nvSpPr>
          <p:cNvPr id="5" name="Footer Placeholder 4">
            <a:extLst>
              <a:ext uri="{FF2B5EF4-FFF2-40B4-BE49-F238E27FC236}">
                <a16:creationId xmlns:a16="http://schemas.microsoft.com/office/drawing/2014/main" id="{3A0C900D-6614-ADC1-1385-3A416D17BD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4B2EC7-20BC-1CEC-7514-45DDE3FA47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BAD7FF-87D1-4DF0-85AD-C00E251FDDED}" type="slidenum">
              <a:rPr lang="en-US" smtClean="0"/>
              <a:t>‹#›</a:t>
            </a:fld>
            <a:endParaRPr lang="en-US"/>
          </a:p>
        </p:txBody>
      </p:sp>
    </p:spTree>
    <p:extLst>
      <p:ext uri="{BB962C8B-B14F-4D97-AF65-F5344CB8AC3E}">
        <p14:creationId xmlns:p14="http://schemas.microsoft.com/office/powerpoint/2010/main" val="4129961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142A4-2D6A-9551-D5E8-ABBC85ED43D9}"/>
              </a:ext>
            </a:extLst>
          </p:cNvPr>
          <p:cNvSpPr>
            <a:spLocks noGrp="1"/>
          </p:cNvSpPr>
          <p:nvPr>
            <p:ph type="ctrTitle"/>
          </p:nvPr>
        </p:nvSpPr>
        <p:spPr>
          <a:xfrm>
            <a:off x="1524000" y="1122363"/>
            <a:ext cx="9144000" cy="2900998"/>
          </a:xfrm>
        </p:spPr>
        <p:txBody>
          <a:bodyPr>
            <a:normAutofit fontScale="90000"/>
          </a:bodyPr>
          <a:lstStyle/>
          <a:p>
            <a:r>
              <a:rPr lang="en-US" dirty="0">
                <a:latin typeface="Aptos" panose="020B0004020202020204" pitchFamily="34" charset="0"/>
              </a:rPr>
              <a:t>TAK Server </a:t>
            </a:r>
            <a:br>
              <a:rPr lang="en-US" dirty="0">
                <a:latin typeface="Aptos" panose="020B0004020202020204" pitchFamily="34" charset="0"/>
              </a:rPr>
            </a:br>
            <a:r>
              <a:rPr lang="en-US" dirty="0">
                <a:latin typeface="Aptos" panose="020B0004020202020204" pitchFamily="34" charset="0"/>
              </a:rPr>
              <a:t>Multicast MANET </a:t>
            </a:r>
            <a:br>
              <a:rPr lang="en-US" dirty="0">
                <a:latin typeface="Aptos" panose="020B0004020202020204" pitchFamily="34" charset="0"/>
              </a:rPr>
            </a:br>
            <a:r>
              <a:rPr lang="en-US" dirty="0">
                <a:latin typeface="Aptos" panose="020B0004020202020204" pitchFamily="34" charset="0"/>
              </a:rPr>
              <a:t>vs </a:t>
            </a:r>
            <a:br>
              <a:rPr lang="en-US" dirty="0">
                <a:latin typeface="Aptos" panose="020B0004020202020204" pitchFamily="34" charset="0"/>
              </a:rPr>
            </a:br>
            <a:r>
              <a:rPr lang="en-US" dirty="0">
                <a:latin typeface="Aptos" panose="020B0004020202020204" pitchFamily="34" charset="0"/>
              </a:rPr>
              <a:t>Unicast Infrastructure</a:t>
            </a:r>
          </a:p>
        </p:txBody>
      </p:sp>
      <p:sp>
        <p:nvSpPr>
          <p:cNvPr id="3" name="Subtitle 2">
            <a:extLst>
              <a:ext uri="{FF2B5EF4-FFF2-40B4-BE49-F238E27FC236}">
                <a16:creationId xmlns:a16="http://schemas.microsoft.com/office/drawing/2014/main" id="{7C16833F-4741-1056-A283-7E1882812EBC}"/>
              </a:ext>
            </a:extLst>
          </p:cNvPr>
          <p:cNvSpPr>
            <a:spLocks noGrp="1"/>
          </p:cNvSpPr>
          <p:nvPr>
            <p:ph type="subTitle" idx="1"/>
          </p:nvPr>
        </p:nvSpPr>
        <p:spPr>
          <a:xfrm>
            <a:off x="1524000" y="4392368"/>
            <a:ext cx="9144000" cy="1655762"/>
          </a:xfrm>
        </p:spPr>
        <p:txBody>
          <a:bodyPr/>
          <a:lstStyle/>
          <a:p>
            <a:endParaRPr lang="en-US" dirty="0"/>
          </a:p>
        </p:txBody>
      </p:sp>
    </p:spTree>
    <p:extLst>
      <p:ext uri="{BB962C8B-B14F-4D97-AF65-F5344CB8AC3E}">
        <p14:creationId xmlns:p14="http://schemas.microsoft.com/office/powerpoint/2010/main" val="2373734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C48E4-77C1-9008-1DF3-B3B4C0460EA1}"/>
              </a:ext>
            </a:extLst>
          </p:cNvPr>
          <p:cNvSpPr>
            <a:spLocks noGrp="1"/>
          </p:cNvSpPr>
          <p:nvPr>
            <p:ph type="title"/>
          </p:nvPr>
        </p:nvSpPr>
        <p:spPr/>
        <p:txBody>
          <a:bodyPr/>
          <a:lstStyle/>
          <a:p>
            <a:r>
              <a:rPr lang="en-US" dirty="0">
                <a:latin typeface="Aptos" panose="020B0004020202020204" pitchFamily="34" charset="0"/>
              </a:rPr>
              <a:t>TAK Server – Unicast </a:t>
            </a:r>
          </a:p>
        </p:txBody>
      </p:sp>
      <p:sp>
        <p:nvSpPr>
          <p:cNvPr id="3" name="Content Placeholder 2">
            <a:extLst>
              <a:ext uri="{FF2B5EF4-FFF2-40B4-BE49-F238E27FC236}">
                <a16:creationId xmlns:a16="http://schemas.microsoft.com/office/drawing/2014/main" id="{74746683-108C-8AA7-7403-169B788B86AB}"/>
              </a:ext>
            </a:extLst>
          </p:cNvPr>
          <p:cNvSpPr>
            <a:spLocks noGrp="1"/>
          </p:cNvSpPr>
          <p:nvPr>
            <p:ph idx="1"/>
          </p:nvPr>
        </p:nvSpPr>
        <p:spPr>
          <a:xfrm>
            <a:off x="838200" y="1504604"/>
            <a:ext cx="10515600" cy="4929447"/>
          </a:xfrm>
        </p:spPr>
        <p:txBody>
          <a:bodyPr>
            <a:normAutofit/>
          </a:bodyPr>
          <a:lstStyle/>
          <a:p>
            <a:r>
              <a:rPr lang="en-US" dirty="0"/>
              <a:t>Unicast is a point-to-point communication between the sender and receiver. </a:t>
            </a:r>
          </a:p>
          <a:p>
            <a:pPr lvl="1"/>
            <a:r>
              <a:rPr lang="en-US" dirty="0"/>
              <a:t>TCP: (Transmission Control Protocol) Connection-oriented protocol that relies on acknowledgement from the receiver side. </a:t>
            </a:r>
          </a:p>
          <a:p>
            <a:pPr lvl="1"/>
            <a:r>
              <a:rPr lang="en-US" dirty="0"/>
              <a:t>HTTP: (</a:t>
            </a:r>
            <a:r>
              <a:rPr lang="en-US" dirty="0" err="1"/>
              <a:t>HyperText</a:t>
            </a:r>
            <a:r>
              <a:rPr lang="en-US" dirty="0"/>
              <a:t> Transfer Protocol) Object-oriented protocol for communication, designed to transfer information between networked devices.</a:t>
            </a:r>
          </a:p>
          <a:p>
            <a:r>
              <a:rPr lang="en-US" dirty="0"/>
              <a:t> Unicast provides better security and reliability when sending sensitive information as the transmission only goes to one location. </a:t>
            </a:r>
          </a:p>
        </p:txBody>
      </p:sp>
    </p:spTree>
    <p:extLst>
      <p:ext uri="{BB962C8B-B14F-4D97-AF65-F5344CB8AC3E}">
        <p14:creationId xmlns:p14="http://schemas.microsoft.com/office/powerpoint/2010/main" val="1889063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0D375-7949-4C77-5001-6CA556A55EB1}"/>
              </a:ext>
            </a:extLst>
          </p:cNvPr>
          <p:cNvSpPr>
            <a:spLocks noGrp="1"/>
          </p:cNvSpPr>
          <p:nvPr>
            <p:ph type="title"/>
          </p:nvPr>
        </p:nvSpPr>
        <p:spPr/>
        <p:txBody>
          <a:bodyPr/>
          <a:lstStyle/>
          <a:p>
            <a:r>
              <a:rPr lang="en-US" dirty="0">
                <a:latin typeface="Aptos" panose="020B0004020202020204" pitchFamily="34" charset="0"/>
              </a:rPr>
              <a:t>TAK Server – Unicast </a:t>
            </a:r>
          </a:p>
        </p:txBody>
      </p:sp>
      <p:sp>
        <p:nvSpPr>
          <p:cNvPr id="3" name="Content Placeholder 2">
            <a:extLst>
              <a:ext uri="{FF2B5EF4-FFF2-40B4-BE49-F238E27FC236}">
                <a16:creationId xmlns:a16="http://schemas.microsoft.com/office/drawing/2014/main" id="{3FCF4FF5-E5BB-12A7-2A7C-57A7409F9DF9}"/>
              </a:ext>
            </a:extLst>
          </p:cNvPr>
          <p:cNvSpPr>
            <a:spLocks noGrp="1"/>
          </p:cNvSpPr>
          <p:nvPr>
            <p:ph idx="1"/>
          </p:nvPr>
        </p:nvSpPr>
        <p:spPr/>
        <p:txBody>
          <a:bodyPr/>
          <a:lstStyle/>
          <a:p>
            <a:r>
              <a:rPr lang="en-US" dirty="0"/>
              <a:t>Major Protocols of Unicast Routing: </a:t>
            </a:r>
          </a:p>
          <a:p>
            <a:pPr lvl="1"/>
            <a:r>
              <a:rPr lang="en-US" dirty="0"/>
              <a:t>Distance Vector Routing: uses a distributed algorithm to compute their routing tables.</a:t>
            </a:r>
          </a:p>
          <a:p>
            <a:pPr lvl="1"/>
            <a:r>
              <a:rPr lang="en-US" dirty="0"/>
              <a:t>Line-State Routing: uses link-state routers to exchange messages that allow each router to learn the entire network topology. </a:t>
            </a:r>
          </a:p>
          <a:p>
            <a:pPr lvl="1"/>
            <a:r>
              <a:rPr lang="en-US" dirty="0"/>
              <a:t>Path-Vector Routing: protocol that maintains the path which is updated dynamically. </a:t>
            </a:r>
          </a:p>
          <a:p>
            <a:endParaRPr lang="en-US" dirty="0"/>
          </a:p>
        </p:txBody>
      </p:sp>
    </p:spTree>
    <p:extLst>
      <p:ext uri="{BB962C8B-B14F-4D97-AF65-F5344CB8AC3E}">
        <p14:creationId xmlns:p14="http://schemas.microsoft.com/office/powerpoint/2010/main" val="2883736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5447D-8713-D77F-5B80-AD57B4F2BF10}"/>
              </a:ext>
            </a:extLst>
          </p:cNvPr>
          <p:cNvSpPr>
            <a:spLocks noGrp="1"/>
          </p:cNvSpPr>
          <p:nvPr>
            <p:ph type="title"/>
          </p:nvPr>
        </p:nvSpPr>
        <p:spPr/>
        <p:txBody>
          <a:bodyPr/>
          <a:lstStyle/>
          <a:p>
            <a:r>
              <a:rPr lang="en-US" dirty="0">
                <a:latin typeface="Aptos" panose="020B0004020202020204" pitchFamily="34" charset="0"/>
              </a:rPr>
              <a:t>TAK Server – Multicast</a:t>
            </a:r>
          </a:p>
        </p:txBody>
      </p:sp>
      <p:sp>
        <p:nvSpPr>
          <p:cNvPr id="3" name="Content Placeholder 2">
            <a:extLst>
              <a:ext uri="{FF2B5EF4-FFF2-40B4-BE49-F238E27FC236}">
                <a16:creationId xmlns:a16="http://schemas.microsoft.com/office/drawing/2014/main" id="{90368518-14B4-82E2-FBB7-0285BE1E3CF5}"/>
              </a:ext>
            </a:extLst>
          </p:cNvPr>
          <p:cNvSpPr>
            <a:spLocks noGrp="1"/>
          </p:cNvSpPr>
          <p:nvPr>
            <p:ph idx="1"/>
          </p:nvPr>
        </p:nvSpPr>
        <p:spPr>
          <a:xfrm>
            <a:off x="838200" y="1546167"/>
            <a:ext cx="10515600" cy="4630796"/>
          </a:xfrm>
        </p:spPr>
        <p:txBody>
          <a:bodyPr/>
          <a:lstStyle/>
          <a:p>
            <a:r>
              <a:rPr lang="en-US" dirty="0">
                <a:latin typeface="Aptos" panose="020B0004020202020204" pitchFamily="34" charset="0"/>
              </a:rPr>
              <a:t>Multicast is a data transmission method where data is sent from one source to multiple destinations simultaneously. </a:t>
            </a:r>
          </a:p>
          <a:p>
            <a:r>
              <a:rPr lang="en-US" dirty="0">
                <a:latin typeface="Aptos" panose="020B0004020202020204" pitchFamily="34" charset="0"/>
              </a:rPr>
              <a:t>Multicast:</a:t>
            </a:r>
          </a:p>
          <a:p>
            <a:pPr lvl="1"/>
            <a:r>
              <a:rPr lang="en-US" dirty="0">
                <a:latin typeface="Aptos" panose="020B0004020202020204" pitchFamily="34" charset="0"/>
              </a:rPr>
              <a:t>Allows for more efficient use of bandwidth and provides faster transmission speeds for large amounts of data.</a:t>
            </a:r>
          </a:p>
          <a:p>
            <a:pPr lvl="1"/>
            <a:r>
              <a:rPr lang="en-US" dirty="0">
                <a:latin typeface="Aptos" panose="020B0004020202020204" pitchFamily="34" charset="0"/>
              </a:rPr>
              <a:t>Reduces the amount of data sent over a network. </a:t>
            </a:r>
          </a:p>
        </p:txBody>
      </p:sp>
      <p:pic>
        <p:nvPicPr>
          <p:cNvPr id="5" name="Picture 4">
            <a:extLst>
              <a:ext uri="{FF2B5EF4-FFF2-40B4-BE49-F238E27FC236}">
                <a16:creationId xmlns:a16="http://schemas.microsoft.com/office/drawing/2014/main" id="{C85BEF8C-FAA7-E478-6D4B-508B9B5B07E6}"/>
              </a:ext>
            </a:extLst>
          </p:cNvPr>
          <p:cNvPicPr>
            <a:picLocks noChangeAspect="1"/>
          </p:cNvPicPr>
          <p:nvPr/>
        </p:nvPicPr>
        <p:blipFill>
          <a:blip r:embed="rId2"/>
          <a:stretch>
            <a:fillRect/>
          </a:stretch>
        </p:blipFill>
        <p:spPr>
          <a:xfrm>
            <a:off x="7466773" y="4058914"/>
            <a:ext cx="3699526" cy="2118049"/>
          </a:xfrm>
          <a:prstGeom prst="rect">
            <a:avLst/>
          </a:prstGeom>
        </p:spPr>
      </p:pic>
    </p:spTree>
    <p:extLst>
      <p:ext uri="{BB962C8B-B14F-4D97-AF65-F5344CB8AC3E}">
        <p14:creationId xmlns:p14="http://schemas.microsoft.com/office/powerpoint/2010/main" val="4103473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80142-CF2E-D9F4-37CA-ED28F8BE1D6D}"/>
              </a:ext>
            </a:extLst>
          </p:cNvPr>
          <p:cNvSpPr>
            <a:spLocks noGrp="1"/>
          </p:cNvSpPr>
          <p:nvPr>
            <p:ph type="title"/>
          </p:nvPr>
        </p:nvSpPr>
        <p:spPr/>
        <p:txBody>
          <a:bodyPr/>
          <a:lstStyle/>
          <a:p>
            <a:r>
              <a:rPr lang="en-US" dirty="0">
                <a:latin typeface="Aptos" panose="020B0004020202020204" pitchFamily="34" charset="0"/>
              </a:rPr>
              <a:t>TAK Server – MANET</a:t>
            </a:r>
          </a:p>
        </p:txBody>
      </p:sp>
      <p:sp>
        <p:nvSpPr>
          <p:cNvPr id="3" name="Content Placeholder 2">
            <a:extLst>
              <a:ext uri="{FF2B5EF4-FFF2-40B4-BE49-F238E27FC236}">
                <a16:creationId xmlns:a16="http://schemas.microsoft.com/office/drawing/2014/main" id="{850D2A55-F202-D536-D61F-F4464B7E8812}"/>
              </a:ext>
            </a:extLst>
          </p:cNvPr>
          <p:cNvSpPr>
            <a:spLocks noGrp="1"/>
          </p:cNvSpPr>
          <p:nvPr>
            <p:ph idx="1"/>
          </p:nvPr>
        </p:nvSpPr>
        <p:spPr>
          <a:xfrm>
            <a:off x="838200" y="1479665"/>
            <a:ext cx="10515600" cy="4697298"/>
          </a:xfrm>
        </p:spPr>
        <p:txBody>
          <a:bodyPr/>
          <a:lstStyle/>
          <a:p>
            <a:r>
              <a:rPr lang="en-US" dirty="0"/>
              <a:t>MANET (Mobile </a:t>
            </a:r>
            <a:r>
              <a:rPr lang="en-US" dirty="0" err="1"/>
              <a:t>Adhoc</a:t>
            </a:r>
            <a:r>
              <a:rPr lang="en-US" dirty="0"/>
              <a:t> Network) – is a collection of low-power wireless mobile nodes forming a temporary wireless network without the aid of an established infrastructure or centralized administration. </a:t>
            </a:r>
          </a:p>
          <a:p>
            <a:pPr lvl="1"/>
            <a:r>
              <a:rPr lang="en-US" dirty="0"/>
              <a:t>Ad Hoc – create or done for a particular purpose, as necessary. </a:t>
            </a:r>
          </a:p>
          <a:p>
            <a:r>
              <a:rPr lang="en-US" dirty="0"/>
              <a:t>MANET nodes are free to move randomly as the network topology changes. Each node behaves as a router as it forwards traffic to other specified nodes in the network. </a:t>
            </a:r>
          </a:p>
          <a:p>
            <a:endParaRPr lang="en-US" dirty="0"/>
          </a:p>
        </p:txBody>
      </p:sp>
      <p:sp>
        <p:nvSpPr>
          <p:cNvPr id="8" name="AutoShape 2" descr="An example of a MANET. | Download Scientific Diagram">
            <a:extLst>
              <a:ext uri="{FF2B5EF4-FFF2-40B4-BE49-F238E27FC236}">
                <a16:creationId xmlns:a16="http://schemas.microsoft.com/office/drawing/2014/main" id="{FB280B94-3177-9F64-08C6-CB8187669FAF}"/>
              </a:ext>
            </a:extLst>
          </p:cNvPr>
          <p:cNvSpPr>
            <a:spLocks noChangeAspect="1" noChangeArrowheads="1"/>
          </p:cNvSpPr>
          <p:nvPr/>
        </p:nvSpPr>
        <p:spPr bwMode="auto">
          <a:xfrm>
            <a:off x="5943600" y="1873898"/>
            <a:ext cx="1707502" cy="17075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descr="A diagram of a network">
            <a:extLst>
              <a:ext uri="{FF2B5EF4-FFF2-40B4-BE49-F238E27FC236}">
                <a16:creationId xmlns:a16="http://schemas.microsoft.com/office/drawing/2014/main" id="{600E1E6C-C15D-2F14-B707-C062333ED8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7672" y="4402543"/>
            <a:ext cx="5329529" cy="1774420"/>
          </a:xfrm>
          <a:prstGeom prst="rect">
            <a:avLst/>
          </a:prstGeom>
        </p:spPr>
      </p:pic>
    </p:spTree>
    <p:extLst>
      <p:ext uri="{BB962C8B-B14F-4D97-AF65-F5344CB8AC3E}">
        <p14:creationId xmlns:p14="http://schemas.microsoft.com/office/powerpoint/2010/main" val="968016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2A3F-3505-D3C6-98AC-C229F761A8B1}"/>
              </a:ext>
            </a:extLst>
          </p:cNvPr>
          <p:cNvSpPr>
            <a:spLocks noGrp="1"/>
          </p:cNvSpPr>
          <p:nvPr>
            <p:ph type="title"/>
          </p:nvPr>
        </p:nvSpPr>
        <p:spPr/>
        <p:txBody>
          <a:bodyPr/>
          <a:lstStyle/>
          <a:p>
            <a:r>
              <a:rPr lang="en-US" dirty="0">
                <a:latin typeface="Aptos" panose="020B0004020202020204" pitchFamily="34" charset="0"/>
              </a:rPr>
              <a:t>TAK Server – MANET</a:t>
            </a:r>
          </a:p>
        </p:txBody>
      </p:sp>
      <p:sp>
        <p:nvSpPr>
          <p:cNvPr id="5" name="TextBox 4">
            <a:extLst>
              <a:ext uri="{FF2B5EF4-FFF2-40B4-BE49-F238E27FC236}">
                <a16:creationId xmlns:a16="http://schemas.microsoft.com/office/drawing/2014/main" id="{9EEF131C-0AB8-BEB2-DFB6-14AA0F64B037}"/>
              </a:ext>
            </a:extLst>
          </p:cNvPr>
          <p:cNvSpPr txBox="1"/>
          <p:nvPr/>
        </p:nvSpPr>
        <p:spPr>
          <a:xfrm>
            <a:off x="838200" y="3006384"/>
            <a:ext cx="5257800" cy="1477328"/>
          </a:xfrm>
          <a:prstGeom prst="rect">
            <a:avLst/>
          </a:prstGeom>
          <a:noFill/>
        </p:spPr>
        <p:txBody>
          <a:bodyPr wrap="square" rtlCol="0">
            <a:spAutoFit/>
          </a:bodyPr>
          <a:lstStyle/>
          <a:p>
            <a:r>
              <a:rPr lang="en-US" dirty="0">
                <a:latin typeface="Aptos" panose="020B0004020202020204" pitchFamily="34" charset="0"/>
              </a:rPr>
              <a:t>Advantages: </a:t>
            </a:r>
          </a:p>
          <a:p>
            <a:pPr marL="285750" indent="-285750">
              <a:buFont typeface="Arial" panose="020B0604020202020204" pitchFamily="34" charset="0"/>
              <a:buChar char="•"/>
            </a:pPr>
            <a:r>
              <a:rPr lang="en-US" dirty="0">
                <a:latin typeface="Aptos" panose="020B0004020202020204" pitchFamily="34" charset="0"/>
              </a:rPr>
              <a:t>Separation from central network administration. </a:t>
            </a:r>
          </a:p>
          <a:p>
            <a:pPr marL="285750" indent="-285750">
              <a:buFont typeface="Arial" panose="020B0604020202020204" pitchFamily="34" charset="0"/>
              <a:buChar char="•"/>
            </a:pPr>
            <a:r>
              <a:rPr lang="en-US" dirty="0">
                <a:latin typeface="Aptos" panose="020B0004020202020204" pitchFamily="34" charset="0"/>
              </a:rPr>
              <a:t>Each node can play the roles of router and host. </a:t>
            </a:r>
          </a:p>
          <a:p>
            <a:pPr marL="285750" indent="-285750">
              <a:buFont typeface="Arial" panose="020B0604020202020204" pitchFamily="34" charset="0"/>
              <a:buChar char="•"/>
            </a:pPr>
            <a:r>
              <a:rPr lang="en-US" dirty="0">
                <a:latin typeface="Aptos" panose="020B0004020202020204" pitchFamily="34" charset="0"/>
              </a:rPr>
              <a:t>Self-configuring and self-healing nodes.</a:t>
            </a:r>
          </a:p>
          <a:p>
            <a:pPr marL="285750" indent="-285750">
              <a:buFont typeface="Arial" panose="020B0604020202020204" pitchFamily="34" charset="0"/>
              <a:buChar char="•"/>
            </a:pPr>
            <a:r>
              <a:rPr lang="en-US" dirty="0">
                <a:latin typeface="Aptos" panose="020B0004020202020204" pitchFamily="34" charset="0"/>
              </a:rPr>
              <a:t>Highly scalable</a:t>
            </a:r>
          </a:p>
        </p:txBody>
      </p:sp>
      <p:sp>
        <p:nvSpPr>
          <p:cNvPr id="6" name="TextBox 5">
            <a:extLst>
              <a:ext uri="{FF2B5EF4-FFF2-40B4-BE49-F238E27FC236}">
                <a16:creationId xmlns:a16="http://schemas.microsoft.com/office/drawing/2014/main" id="{3D05529F-BF65-5AA6-D465-765613095093}"/>
              </a:ext>
            </a:extLst>
          </p:cNvPr>
          <p:cNvSpPr txBox="1"/>
          <p:nvPr/>
        </p:nvSpPr>
        <p:spPr>
          <a:xfrm>
            <a:off x="6396641" y="3006384"/>
            <a:ext cx="4957159" cy="2031325"/>
          </a:xfrm>
          <a:prstGeom prst="rect">
            <a:avLst/>
          </a:prstGeom>
          <a:noFill/>
        </p:spPr>
        <p:txBody>
          <a:bodyPr wrap="square" rtlCol="0">
            <a:spAutoFit/>
          </a:bodyPr>
          <a:lstStyle/>
          <a:p>
            <a:r>
              <a:rPr lang="en-US" dirty="0">
                <a:latin typeface="Aptos" panose="020B0004020202020204" pitchFamily="34" charset="0"/>
              </a:rPr>
              <a:t>Disadvantages: </a:t>
            </a:r>
          </a:p>
          <a:p>
            <a:pPr marL="285750" indent="-285750">
              <a:buFont typeface="Arial" panose="020B0604020202020204" pitchFamily="34" charset="0"/>
              <a:buChar char="•"/>
            </a:pPr>
            <a:r>
              <a:rPr lang="en-US" dirty="0">
                <a:latin typeface="Aptos" panose="020B0004020202020204" pitchFamily="34" charset="0"/>
              </a:rPr>
              <a:t>Resources are limited due to constraints like noise, interference conditions, etc. </a:t>
            </a:r>
          </a:p>
          <a:p>
            <a:pPr marL="285750" indent="-285750">
              <a:buFont typeface="Arial" panose="020B0604020202020204" pitchFamily="34" charset="0"/>
              <a:buChar char="•"/>
            </a:pPr>
            <a:r>
              <a:rPr lang="en-US" dirty="0">
                <a:latin typeface="Aptos" panose="020B0004020202020204" pitchFamily="34" charset="0"/>
              </a:rPr>
              <a:t>Lack of authorization facilities.</a:t>
            </a:r>
          </a:p>
          <a:p>
            <a:pPr marL="285750" indent="-285750">
              <a:buFont typeface="Arial" panose="020B0604020202020204" pitchFamily="34" charset="0"/>
              <a:buChar char="•"/>
            </a:pPr>
            <a:r>
              <a:rPr lang="en-US" dirty="0">
                <a:latin typeface="Aptos" panose="020B0004020202020204" pitchFamily="34" charset="0"/>
              </a:rPr>
              <a:t>More prone to attacks due to limited physical security. </a:t>
            </a:r>
          </a:p>
          <a:p>
            <a:pPr marL="285750" indent="-285750">
              <a:buFont typeface="Arial" panose="020B0604020202020204" pitchFamily="34" charset="0"/>
              <a:buChar char="•"/>
            </a:pPr>
            <a:r>
              <a:rPr lang="en-US" dirty="0">
                <a:latin typeface="Aptos" panose="020B0004020202020204" pitchFamily="34" charset="0"/>
              </a:rPr>
              <a:t>High latency. </a:t>
            </a:r>
          </a:p>
        </p:txBody>
      </p:sp>
      <p:sp>
        <p:nvSpPr>
          <p:cNvPr id="7" name="TextBox 6">
            <a:extLst>
              <a:ext uri="{FF2B5EF4-FFF2-40B4-BE49-F238E27FC236}">
                <a16:creationId xmlns:a16="http://schemas.microsoft.com/office/drawing/2014/main" id="{7F7CF8C0-AE2D-D878-97AD-F8799D91267E}"/>
              </a:ext>
            </a:extLst>
          </p:cNvPr>
          <p:cNvSpPr txBox="1"/>
          <p:nvPr/>
        </p:nvSpPr>
        <p:spPr>
          <a:xfrm>
            <a:off x="978408" y="1371600"/>
            <a:ext cx="10375392"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Aptos" panose="020B0004020202020204" pitchFamily="34" charset="0"/>
              </a:rPr>
              <a:t>When a new node enters the </a:t>
            </a:r>
            <a:r>
              <a:rPr lang="en-US" sz="2400" dirty="0" err="1">
                <a:latin typeface="Aptos" panose="020B0004020202020204" pitchFamily="34" charset="0"/>
              </a:rPr>
              <a:t>adhoc</a:t>
            </a:r>
            <a:r>
              <a:rPr lang="en-US" sz="2400" dirty="0">
                <a:latin typeface="Aptos" panose="020B0004020202020204" pitchFamily="34" charset="0"/>
              </a:rPr>
              <a:t> network it must announce its arrival/presence and listen to similar announcement broadcasts made by other mobile nodes.</a:t>
            </a:r>
          </a:p>
        </p:txBody>
      </p:sp>
    </p:spTree>
    <p:extLst>
      <p:ext uri="{BB962C8B-B14F-4D97-AF65-F5344CB8AC3E}">
        <p14:creationId xmlns:p14="http://schemas.microsoft.com/office/powerpoint/2010/main" val="924706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EBFF-B5EF-0159-93C7-5AEE6B2FC952}"/>
              </a:ext>
            </a:extLst>
          </p:cNvPr>
          <p:cNvSpPr>
            <a:spLocks noGrp="1"/>
          </p:cNvSpPr>
          <p:nvPr>
            <p:ph type="title"/>
          </p:nvPr>
        </p:nvSpPr>
        <p:spPr/>
        <p:txBody>
          <a:bodyPr/>
          <a:lstStyle/>
          <a:p>
            <a:r>
              <a:rPr lang="en-US" dirty="0">
                <a:latin typeface="Aptos" panose="020B0004020202020204" pitchFamily="34" charset="0"/>
              </a:rPr>
              <a:t>TAK Server – MANET </a:t>
            </a:r>
          </a:p>
        </p:txBody>
      </p:sp>
      <p:sp>
        <p:nvSpPr>
          <p:cNvPr id="3" name="Content Placeholder 2">
            <a:extLst>
              <a:ext uri="{FF2B5EF4-FFF2-40B4-BE49-F238E27FC236}">
                <a16:creationId xmlns:a16="http://schemas.microsoft.com/office/drawing/2014/main" id="{F7782893-886F-59FC-C98D-E094E0114230}"/>
              </a:ext>
            </a:extLst>
          </p:cNvPr>
          <p:cNvSpPr>
            <a:spLocks noGrp="1"/>
          </p:cNvSpPr>
          <p:nvPr>
            <p:ph idx="1"/>
          </p:nvPr>
        </p:nvSpPr>
        <p:spPr>
          <a:xfrm>
            <a:off x="838200" y="1335024"/>
            <a:ext cx="10515600" cy="5157851"/>
          </a:xfrm>
        </p:spPr>
        <p:txBody>
          <a:bodyPr>
            <a:normAutofit fontScale="92500" lnSpcReduction="10000"/>
          </a:bodyPr>
          <a:lstStyle/>
          <a:p>
            <a:r>
              <a:rPr lang="en-US" dirty="0"/>
              <a:t>Protocols: </a:t>
            </a:r>
          </a:p>
          <a:p>
            <a:pPr lvl="1"/>
            <a:r>
              <a:rPr lang="en-US" dirty="0"/>
              <a:t>Proactive Routing Protocol: Ever node keeps a separate routing database that lists the paths to every potential destination node. </a:t>
            </a:r>
          </a:p>
          <a:p>
            <a:pPr lvl="2"/>
            <a:r>
              <a:rPr lang="en-US" dirty="0"/>
              <a:t>Updates whenever there is a change to the topology of the network. </a:t>
            </a:r>
          </a:p>
          <a:p>
            <a:pPr lvl="2"/>
            <a:r>
              <a:rPr lang="en-US" dirty="0"/>
              <a:t>Struggles with large networks.</a:t>
            </a:r>
          </a:p>
          <a:p>
            <a:pPr lvl="1"/>
            <a:r>
              <a:rPr lang="en-US" dirty="0"/>
              <a:t>Reactive Routing Protocol (on-demand routing): The route is discovered only when it is required/needed.</a:t>
            </a:r>
          </a:p>
          <a:p>
            <a:pPr lvl="2"/>
            <a:r>
              <a:rPr lang="en-US" dirty="0"/>
              <a:t>Phase 1: Route Discovery: Determines the most optimal path for transmission from the root node to the destination node. </a:t>
            </a:r>
          </a:p>
          <a:p>
            <a:pPr lvl="2"/>
            <a:r>
              <a:rPr lang="en-US" dirty="0"/>
              <a:t>Phase 2: Route Maintenance: Performs the maintenance work for the route as the topology changes.</a:t>
            </a:r>
          </a:p>
          <a:p>
            <a:pPr lvl="1"/>
            <a:r>
              <a:rPr lang="en-US" dirty="0"/>
              <a:t>Hybrid Routing Protocol: The source and destination node’s zones and positions are considered when the protocols are adjusted.</a:t>
            </a:r>
          </a:p>
          <a:p>
            <a:pPr lvl="2"/>
            <a:r>
              <a:rPr lang="en-US" dirty="0"/>
              <a:t>The network is divided into different zones and then the position of the source and destination nodes are observed. If they are present in the same zone, then proactive routing is used to transmit the data packets between them. If they are not in the same zone, reactive routing is used to transfer the data packets between them. </a:t>
            </a:r>
          </a:p>
        </p:txBody>
      </p:sp>
    </p:spTree>
    <p:extLst>
      <p:ext uri="{BB962C8B-B14F-4D97-AF65-F5344CB8AC3E}">
        <p14:creationId xmlns:p14="http://schemas.microsoft.com/office/powerpoint/2010/main" val="3997119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9faa6-9fe1-49b3-9a08-227a296b54a6}" enabled="1" method="Privileged" siteId="{d5fe813e-0caa-432a-b2ac-d555aa91bd1c}" removed="0"/>
</clbl:labelList>
</file>

<file path=docProps/app.xml><?xml version="1.0" encoding="utf-8"?>
<Properties xmlns="http://schemas.openxmlformats.org/officeDocument/2006/extended-properties" xmlns:vt="http://schemas.openxmlformats.org/officeDocument/2006/docPropsVTypes">
  <TotalTime>158</TotalTime>
  <Words>550</Words>
  <PresentationFormat>Widescreen</PresentationFormat>
  <Paragraphs>42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Calibri Light</vt:lpstr>
      <vt:lpstr>Office Theme</vt:lpstr>
      <vt:lpstr>TAK Server  Multicast MANET  vs  Unicast Infrastructure</vt:lpstr>
      <vt:lpstr>TAK Server – Unicast </vt:lpstr>
      <vt:lpstr>TAK Server – Unicast </vt:lpstr>
      <vt:lpstr>TAK Server – Multicast</vt:lpstr>
      <vt:lpstr>TAK Server – MANET</vt:lpstr>
      <vt:lpstr>TAK Server – MANET</vt:lpstr>
      <vt:lpstr>TAK Server – MANET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2024-08-13T15:43:20Z</dcterms:created>
  <dcterms:modified xsi:type="dcterms:W3CDTF">2024-08-26T21:24:27Z</dcterms:modified>
</cp:coreProperties>
</file>
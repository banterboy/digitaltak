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B6EB0B13.xml" ContentType="application/vnd.ms-powerpoint.comments+xml"/>
  <Override PartName="/ppt/notesSlides/notesSlide2.xml" ContentType="application/vnd.openxmlformats-officedocument.presentationml.notesSlide+xml"/>
  <Override PartName="/ppt/comments/modernComment_103_A738F234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17_3ABC92AA.xml" ContentType="application/vnd.ms-powerpoint.comments+xml"/>
  <Override PartName="/ppt/notesSlides/notesSlide5.xml" ContentType="application/vnd.openxmlformats-officedocument.presentationml.notesSlide+xml"/>
  <Override PartName="/ppt/comments/modernComment_118_A51C428E.xml" ContentType="application/vnd.ms-powerpoint.comments+xml"/>
  <Override PartName="/ppt/notesSlides/notesSlide6.xml" ContentType="application/vnd.openxmlformats-officedocument.presentationml.notesSlide+xml"/>
  <Override PartName="/ppt/comments/modernComment_11B_B47AAAB3.xml" ContentType="application/vnd.ms-powerpoint.comments+xml"/>
  <Override PartName="/ppt/notesSlides/notesSlide7.xml" ContentType="application/vnd.openxmlformats-officedocument.presentationml.notesSlide+xml"/>
  <Override PartName="/ppt/comments/modernComment_106_8FCA2622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3" r:id="rId6"/>
    <p:sldId id="279" r:id="rId7"/>
    <p:sldId id="280" r:id="rId8"/>
    <p:sldId id="283" r:id="rId9"/>
    <p:sldId id="265" r:id="rId10"/>
    <p:sldId id="264" r:id="rId11"/>
    <p:sldId id="261" r:id="rId12"/>
    <p:sldId id="284" r:id="rId13"/>
    <p:sldId id="28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6" r:id="rId25"/>
    <p:sldId id="276" r:id="rId26"/>
    <p:sldId id="277" r:id="rId27"/>
    <p:sldId id="278" r:id="rId28"/>
    <p:sldId id="2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CF649D27-6775-413B-91D1-A409E87CA6DD}"/>
    <pc:docChg chg="undo custSel delSld modSld">
      <pc:chgData name="Hunt, Randall [USA]" userId="89bfa2a9-2144-4bd6-ba22-d79ad510780c" providerId="ADAL" clId="{CF649D27-6775-413B-91D1-A409E87CA6DD}" dt="2025-04-17T17:59:29.435" v="20"/>
      <pc:docMkLst>
        <pc:docMk/>
      </pc:docMkLst>
      <pc:sldChg chg="modSp mod">
        <pc:chgData name="Hunt, Randall [USA]" userId="89bfa2a9-2144-4bd6-ba22-d79ad510780c" providerId="ADAL" clId="{CF649D27-6775-413B-91D1-A409E87CA6DD}" dt="2025-04-17T17:59:29.435" v="20"/>
        <pc:sldMkLst>
          <pc:docMk/>
          <pc:sldMk cId="2805527092" sldId="259"/>
        </pc:sldMkLst>
        <pc:spChg chg="mod">
          <ac:chgData name="Hunt, Randall [USA]" userId="89bfa2a9-2144-4bd6-ba22-d79ad510780c" providerId="ADAL" clId="{CF649D27-6775-413B-91D1-A409E87CA6DD}" dt="2025-04-17T17:59:29.435" v="20"/>
          <ac:spMkLst>
            <pc:docMk/>
            <pc:sldMk cId="2805527092" sldId="259"/>
            <ac:spMk id="3" creationId="{A83328E6-5076-89D4-F124-BD7605978F15}"/>
          </ac:spMkLst>
        </pc:spChg>
      </pc:sldChg>
      <pc:sldChg chg="del">
        <pc:chgData name="Hunt, Randall [USA]" userId="89bfa2a9-2144-4bd6-ba22-d79ad510780c" providerId="ADAL" clId="{CF649D27-6775-413B-91D1-A409E87CA6DD}" dt="2025-04-14T18:11:07.110" v="18" actId="47"/>
        <pc:sldMkLst>
          <pc:docMk/>
          <pc:sldMk cId="1329819059" sldId="260"/>
        </pc:sldMkLst>
      </pc:sldChg>
      <pc:sldChg chg="modSp mod">
        <pc:chgData name="Hunt, Randall [USA]" userId="89bfa2a9-2144-4bd6-ba22-d79ad510780c" providerId="ADAL" clId="{CF649D27-6775-413B-91D1-A409E87CA6DD}" dt="2025-04-14T18:11:01.914" v="17" actId="20577"/>
        <pc:sldMkLst>
          <pc:docMk/>
          <pc:sldMk cId="1482396606" sldId="264"/>
        </pc:sldMkLst>
        <pc:spChg chg="mod">
          <ac:chgData name="Hunt, Randall [USA]" userId="89bfa2a9-2144-4bd6-ba22-d79ad510780c" providerId="ADAL" clId="{CF649D27-6775-413B-91D1-A409E87CA6DD}" dt="2025-04-14T18:11:01.914" v="17" actId="20577"/>
          <ac:spMkLst>
            <pc:docMk/>
            <pc:sldMk cId="1482396606" sldId="264"/>
            <ac:spMk id="3" creationId="{49C77D27-9D40-136B-81B3-9F3676E29357}"/>
          </ac:spMkLst>
        </pc:spChg>
      </pc:sldChg>
    </pc:docChg>
  </pc:docChgLst>
  <pc:docChgLst>
    <pc:chgData name="Hunt, Randall [USA]" userId="89bfa2a9-2144-4bd6-ba22-d79ad510780c" providerId="ADAL" clId="{335889EC-BF67-4CF2-8E8F-8C891D8537B7}"/>
    <pc:docChg chg="undo custSel addSld delSld modSld sldOrd">
      <pc:chgData name="Hunt, Randall [USA]" userId="89bfa2a9-2144-4bd6-ba22-d79ad510780c" providerId="ADAL" clId="{335889EC-BF67-4CF2-8E8F-8C891D8537B7}" dt="2024-09-10T09:28:04.497" v="14097" actId="20577"/>
      <pc:docMkLst>
        <pc:docMk/>
      </pc:docMkLst>
      <pc:sldChg chg="modSp mod">
        <pc:chgData name="Hunt, Randall [USA]" userId="89bfa2a9-2144-4bd6-ba22-d79ad510780c" providerId="ADAL" clId="{335889EC-BF67-4CF2-8E8F-8C891D8537B7}" dt="2024-08-14T18:23:42.547" v="45" actId="20577"/>
        <pc:sldMkLst>
          <pc:docMk/>
          <pc:sldMk cId="2774901675" sldId="256"/>
        </pc:sldMkLst>
        <pc:spChg chg="mod">
          <ac:chgData name="Hunt, Randall [USA]" userId="89bfa2a9-2144-4bd6-ba22-d79ad510780c" providerId="ADAL" clId="{335889EC-BF67-4CF2-8E8F-8C891D8537B7}" dt="2024-08-14T18:23:42.547" v="45" actId="20577"/>
          <ac:spMkLst>
            <pc:docMk/>
            <pc:sldMk cId="2774901675" sldId="256"/>
            <ac:spMk id="2" creationId="{14DB6AAB-09F6-BE1A-AEC3-7B0B98BB7D9D}"/>
          </ac:spMkLst>
        </pc:spChg>
      </pc:sldChg>
      <pc:sldChg chg="addSp modSp new mod">
        <pc:chgData name="Hunt, Randall [USA]" userId="89bfa2a9-2144-4bd6-ba22-d79ad510780c" providerId="ADAL" clId="{335889EC-BF67-4CF2-8E8F-8C891D8537B7}" dt="2024-08-26T19:24:47.387" v="13709" actId="20577"/>
        <pc:sldMkLst>
          <pc:docMk/>
          <pc:sldMk cId="126367835" sldId="257"/>
        </pc:sldMkLst>
        <pc:spChg chg="mod">
          <ac:chgData name="Hunt, Randall [USA]" userId="89bfa2a9-2144-4bd6-ba22-d79ad510780c" providerId="ADAL" clId="{335889EC-BF67-4CF2-8E8F-8C891D8537B7}" dt="2024-08-14T18:23:57.348" v="91" actId="20577"/>
          <ac:spMkLst>
            <pc:docMk/>
            <pc:sldMk cId="126367835" sldId="257"/>
            <ac:spMk id="2" creationId="{49ED71BA-15A2-56D6-0F2F-04E4F8B61EC1}"/>
          </ac:spMkLst>
        </pc:spChg>
        <pc:spChg chg="mod">
          <ac:chgData name="Hunt, Randall [USA]" userId="89bfa2a9-2144-4bd6-ba22-d79ad510780c" providerId="ADAL" clId="{335889EC-BF67-4CF2-8E8F-8C891D8537B7}" dt="2024-08-26T19:24:47.387" v="13709" actId="20577"/>
          <ac:spMkLst>
            <pc:docMk/>
            <pc:sldMk cId="126367835" sldId="257"/>
            <ac:spMk id="3" creationId="{EA463B9B-E50B-F1F6-C3A3-65A0FD6A1680}"/>
          </ac:spMkLst>
        </pc:spChg>
        <pc:picChg chg="add mod">
          <ac:chgData name="Hunt, Randall [USA]" userId="89bfa2a9-2144-4bd6-ba22-d79ad510780c" providerId="ADAL" clId="{335889EC-BF67-4CF2-8E8F-8C891D8537B7}" dt="2024-08-14T18:30:39.253" v="599" actId="1076"/>
          <ac:picMkLst>
            <pc:docMk/>
            <pc:sldMk cId="126367835" sldId="257"/>
            <ac:picMk id="5" creationId="{0076DAB0-430F-DED9-4A58-86E524E692BA}"/>
          </ac:picMkLst>
        </pc:picChg>
        <pc:picChg chg="add mod">
          <ac:chgData name="Hunt, Randall [USA]" userId="89bfa2a9-2144-4bd6-ba22-d79ad510780c" providerId="ADAL" clId="{335889EC-BF67-4CF2-8E8F-8C891D8537B7}" dt="2024-08-14T18:31:02.656" v="603" actId="1076"/>
          <ac:picMkLst>
            <pc:docMk/>
            <pc:sldMk cId="126367835" sldId="257"/>
            <ac:picMk id="7" creationId="{00815355-4FA4-10E5-039E-D1FF04B052B7}"/>
          </ac:picMkLst>
        </pc:picChg>
      </pc:sldChg>
      <pc:sldChg chg="modSp new mod addCm modNotesTx">
        <pc:chgData name="Hunt, Randall [USA]" userId="89bfa2a9-2144-4bd6-ba22-d79ad510780c" providerId="ADAL" clId="{335889EC-BF67-4CF2-8E8F-8C891D8537B7}" dt="2024-09-06T13:48:48.518" v="14007"/>
        <pc:sldMkLst>
          <pc:docMk/>
          <pc:sldMk cId="3068857107" sldId="258"/>
        </pc:sldMkLst>
        <pc:spChg chg="mod">
          <ac:chgData name="Hunt, Randall [USA]" userId="89bfa2a9-2144-4bd6-ba22-d79ad510780c" providerId="ADAL" clId="{335889EC-BF67-4CF2-8E8F-8C891D8537B7}" dt="2024-08-14T18:31:18.661" v="649" actId="20577"/>
          <ac:spMkLst>
            <pc:docMk/>
            <pc:sldMk cId="3068857107" sldId="258"/>
            <ac:spMk id="2" creationId="{040038D6-E164-DFDF-9327-B5692880345F}"/>
          </ac:spMkLst>
        </pc:spChg>
        <pc:spChg chg="mod">
          <ac:chgData name="Hunt, Randall [USA]" userId="89bfa2a9-2144-4bd6-ba22-d79ad510780c" providerId="ADAL" clId="{335889EC-BF67-4CF2-8E8F-8C891D8537B7}" dt="2024-08-27T12:34:00.389" v="14004" actId="14"/>
          <ac:spMkLst>
            <pc:docMk/>
            <pc:sldMk cId="3068857107" sldId="258"/>
            <ac:spMk id="3" creationId="{EE0D66AB-A1F1-3842-B53D-BF9EC1CF48C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335889EC-BF67-4CF2-8E8F-8C891D8537B7}" dt="2024-08-14T18:34:09.473" v="1093"/>
              <pc2:cmMkLst xmlns:pc2="http://schemas.microsoft.com/office/powerpoint/2019/9/main/command">
                <pc:docMk/>
                <pc:sldMk cId="3068857107" sldId="258"/>
                <pc2:cmMk id="{148572F6-76E6-4736-B4E5-D6B856622275}"/>
              </pc2:cmMkLst>
            </pc226:cmChg>
          </p:ext>
        </pc:extLst>
      </pc:sldChg>
      <pc:sldChg chg="addSp modSp new mod setBg addCm modCm modNotesTx">
        <pc:chgData name="Hunt, Randall [USA]" userId="89bfa2a9-2144-4bd6-ba22-d79ad510780c" providerId="ADAL" clId="{335889EC-BF67-4CF2-8E8F-8C891D8537B7}" dt="2024-09-10T09:27:49.427" v="14056" actId="20577"/>
        <pc:sldMkLst>
          <pc:docMk/>
          <pc:sldMk cId="2805527092" sldId="259"/>
        </pc:sldMkLst>
        <pc:spChg chg="mod">
          <ac:chgData name="Hunt, Randall [USA]" userId="89bfa2a9-2144-4bd6-ba22-d79ad510780c" providerId="ADAL" clId="{335889EC-BF67-4CF2-8E8F-8C891D8537B7}" dt="2024-08-14T18:36:32.402" v="1397" actId="20577"/>
          <ac:spMkLst>
            <pc:docMk/>
            <pc:sldMk cId="2805527092" sldId="259"/>
            <ac:spMk id="2" creationId="{32649C75-9DAA-7F4B-947B-C2D2BF9E885A}"/>
          </ac:spMkLst>
        </pc:spChg>
        <pc:spChg chg="mod">
          <ac:chgData name="Hunt, Randall [USA]" userId="89bfa2a9-2144-4bd6-ba22-d79ad510780c" providerId="ADAL" clId="{335889EC-BF67-4CF2-8E8F-8C891D8537B7}" dt="2024-09-10T09:27:49.427" v="14056" actId="20577"/>
          <ac:spMkLst>
            <pc:docMk/>
            <pc:sldMk cId="2805527092" sldId="259"/>
            <ac:spMk id="3" creationId="{A83328E6-5076-89D4-F124-BD7605978F15}"/>
          </ac:spMkLst>
        </pc:spChg>
        <pc:spChg chg="add mod">
          <ac:chgData name="Hunt, Randall [USA]" userId="89bfa2a9-2144-4bd6-ba22-d79ad510780c" providerId="ADAL" clId="{335889EC-BF67-4CF2-8E8F-8C891D8537B7}" dt="2024-08-14T18:41:00.293" v="1775" actId="207"/>
          <ac:spMkLst>
            <pc:docMk/>
            <pc:sldMk cId="2805527092" sldId="259"/>
            <ac:spMk id="6" creationId="{CB8EF156-A308-42FF-5FFA-C971E2BA1A89}"/>
          </ac:spMkLst>
        </pc:spChg>
        <pc:graphicFrameChg chg="add mod modGraphic">
          <ac:chgData name="Hunt, Randall [USA]" userId="89bfa2a9-2144-4bd6-ba22-d79ad510780c" providerId="ADAL" clId="{335889EC-BF67-4CF2-8E8F-8C891D8537B7}" dt="2024-08-14T18:42:50.073" v="1881" actId="14100"/>
          <ac:graphicFrameMkLst>
            <pc:docMk/>
            <pc:sldMk cId="2805527092" sldId="259"/>
            <ac:graphicFrameMk id="7" creationId="{2FEB5917-F2C1-EEA8-12A7-4B1F5022AB93}"/>
          </ac:graphicFrameMkLst>
        </pc:graphicFrameChg>
        <pc:picChg chg="add mod">
          <ac:chgData name="Hunt, Randall [USA]" userId="89bfa2a9-2144-4bd6-ba22-d79ad510780c" providerId="ADAL" clId="{335889EC-BF67-4CF2-8E8F-8C891D8537B7}" dt="2024-08-14T18:40:42.263" v="1772" actId="1076"/>
          <ac:picMkLst>
            <pc:docMk/>
            <pc:sldMk cId="2805527092" sldId="259"/>
            <ac:picMk id="5" creationId="{664E9733-5640-3C29-03B6-97F63D63A92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Hunt, Randall [USA]" userId="89bfa2a9-2144-4bd6-ba22-d79ad510780c" providerId="ADAL" clId="{335889EC-BF67-4CF2-8E8F-8C891D8537B7}" dt="2024-09-10T09:27:39.073" v="14027"/>
              <pc2:cmMkLst xmlns:pc2="http://schemas.microsoft.com/office/powerpoint/2019/9/main/command">
                <pc:docMk/>
                <pc:sldMk cId="2805527092" sldId="259"/>
                <pc2:cmMk id="{2B17A84D-46A8-4110-A43A-87E8ADA572F2}"/>
              </pc2:cmMkLst>
            </pc226:cmChg>
            <pc226:cmChg xmlns:pc226="http://schemas.microsoft.com/office/powerpoint/2022/06/main/command" chg="add">
              <pc226:chgData name="Hunt, Randall [USA]" userId="89bfa2a9-2144-4bd6-ba22-d79ad510780c" providerId="ADAL" clId="{335889EC-BF67-4CF2-8E8F-8C891D8537B7}" dt="2024-08-14T18:37:37.621" v="1399"/>
              <pc2:cmMkLst xmlns:pc2="http://schemas.microsoft.com/office/powerpoint/2019/9/main/command">
                <pc:docMk/>
                <pc:sldMk cId="2805527092" sldId="259"/>
                <pc2:cmMk id="{9E91EAAD-CA2B-4CF1-982E-C7D8B6ABCB21}"/>
              </pc2:cmMkLst>
            </pc226:cmChg>
          </p:ext>
        </pc:extLst>
      </pc:sldChg>
      <pc:sldChg chg="addSp modSp new mod ord addCm modNotesTx">
        <pc:chgData name="Hunt, Randall [USA]" userId="89bfa2a9-2144-4bd6-ba22-d79ad510780c" providerId="ADAL" clId="{335889EC-BF67-4CF2-8E8F-8C891D8537B7}" dt="2024-09-10T09:28:04.497" v="14097" actId="20577"/>
        <pc:sldMkLst>
          <pc:docMk/>
          <pc:sldMk cId="1329819059" sldId="260"/>
        </pc:sldMkLst>
        <pc:spChg chg="mod">
          <ac:chgData name="Hunt, Randall [USA]" userId="89bfa2a9-2144-4bd6-ba22-d79ad510780c" providerId="ADAL" clId="{335889EC-BF67-4CF2-8E8F-8C891D8537B7}" dt="2024-08-14T18:44:01.036" v="1973" actId="20577"/>
          <ac:spMkLst>
            <pc:docMk/>
            <pc:sldMk cId="1329819059" sldId="260"/>
            <ac:spMk id="2" creationId="{50D73D15-74AC-E3B6-FCB0-49A5CFB9BE7D}"/>
          </ac:spMkLst>
        </pc:spChg>
        <pc:spChg chg="mod">
          <ac:chgData name="Hunt, Randall [USA]" userId="89bfa2a9-2144-4bd6-ba22-d79ad510780c" providerId="ADAL" clId="{335889EC-BF67-4CF2-8E8F-8C891D8537B7}" dt="2024-09-10T09:28:04.497" v="14097" actId="20577"/>
          <ac:spMkLst>
            <pc:docMk/>
            <pc:sldMk cId="1329819059" sldId="260"/>
            <ac:spMk id="3" creationId="{D7738553-1F6C-1C4B-88D2-76320A1F37CD}"/>
          </ac:spMkLst>
        </pc:spChg>
        <pc:picChg chg="add mod">
          <ac:chgData name="Hunt, Randall [USA]" userId="89bfa2a9-2144-4bd6-ba22-d79ad510780c" providerId="ADAL" clId="{335889EC-BF67-4CF2-8E8F-8C891D8537B7}" dt="2024-08-14T18:48:49.287" v="2544" actId="1076"/>
          <ac:picMkLst>
            <pc:docMk/>
            <pc:sldMk cId="1329819059" sldId="260"/>
            <ac:picMk id="5" creationId="{37D31903-480F-2D5E-21AD-4758B80C491E}"/>
          </ac:picMkLst>
        </pc:picChg>
        <pc:picChg chg="add mod">
          <ac:chgData name="Hunt, Randall [USA]" userId="89bfa2a9-2144-4bd6-ba22-d79ad510780c" providerId="ADAL" clId="{335889EC-BF67-4CF2-8E8F-8C891D8537B7}" dt="2024-08-14T18:49:28.434" v="2549" actId="1076"/>
          <ac:picMkLst>
            <pc:docMk/>
            <pc:sldMk cId="1329819059" sldId="260"/>
            <ac:picMk id="7" creationId="{C9CEA560-01CB-E4A4-338D-4524D31D9D8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335889EC-BF67-4CF2-8E8F-8C891D8537B7}" dt="2024-08-14T18:49:54.150" v="2550"/>
              <pc2:cmMkLst xmlns:pc2="http://schemas.microsoft.com/office/powerpoint/2019/9/main/command">
                <pc:docMk/>
                <pc:sldMk cId="1329819059" sldId="260"/>
                <pc2:cmMk id="{E02BB974-7347-4C38-9F72-E12BEB0CC58A}"/>
              </pc2:cmMkLst>
            </pc226:cmChg>
          </p:ext>
        </pc:extLst>
      </pc:sldChg>
      <pc:sldChg chg="addSp delSp modSp new mod ord">
        <pc:chgData name="Hunt, Randall [USA]" userId="89bfa2a9-2144-4bd6-ba22-d79ad510780c" providerId="ADAL" clId="{335889EC-BF67-4CF2-8E8F-8C891D8537B7}" dt="2024-08-26T19:45:34.381" v="13712" actId="20577"/>
        <pc:sldMkLst>
          <pc:docMk/>
          <pc:sldMk cId="595832081" sldId="261"/>
        </pc:sldMkLst>
        <pc:spChg chg="mod">
          <ac:chgData name="Hunt, Randall [USA]" userId="89bfa2a9-2144-4bd6-ba22-d79ad510780c" providerId="ADAL" clId="{335889EC-BF67-4CF2-8E8F-8C891D8537B7}" dt="2024-08-14T18:50:12.761" v="2591" actId="20577"/>
          <ac:spMkLst>
            <pc:docMk/>
            <pc:sldMk cId="595832081" sldId="261"/>
            <ac:spMk id="2" creationId="{328E0A0D-4CD9-10A4-AAAA-B17899EB61C4}"/>
          </ac:spMkLst>
        </pc:spChg>
        <pc:spChg chg="mod">
          <ac:chgData name="Hunt, Randall [USA]" userId="89bfa2a9-2144-4bd6-ba22-d79ad510780c" providerId="ADAL" clId="{335889EC-BF67-4CF2-8E8F-8C891D8537B7}" dt="2024-08-26T19:45:34.381" v="13712" actId="20577"/>
          <ac:spMkLst>
            <pc:docMk/>
            <pc:sldMk cId="595832081" sldId="261"/>
            <ac:spMk id="3" creationId="{93C58F90-491D-085F-2245-DAB195DEC6D7}"/>
          </ac:spMkLst>
        </pc:spChg>
        <pc:picChg chg="add del">
          <ac:chgData name="Hunt, Randall [USA]" userId="89bfa2a9-2144-4bd6-ba22-d79ad510780c" providerId="ADAL" clId="{335889EC-BF67-4CF2-8E8F-8C891D8537B7}" dt="2024-08-14T18:50:43.782" v="2640" actId="22"/>
          <ac:picMkLst>
            <pc:docMk/>
            <pc:sldMk cId="595832081" sldId="261"/>
            <ac:picMk id="5" creationId="{FDFE53DD-7A5F-8F3A-F092-8A75C2A1B4FE}"/>
          </ac:picMkLst>
        </pc:picChg>
      </pc:sldChg>
      <pc:sldChg chg="modSp new mod addCm modNotesTx">
        <pc:chgData name="Hunt, Randall [USA]" userId="89bfa2a9-2144-4bd6-ba22-d79ad510780c" providerId="ADAL" clId="{335889EC-BF67-4CF2-8E8F-8C891D8537B7}" dt="2024-09-06T13:49:21.429" v="14026" actId="20577"/>
        <pc:sldMkLst>
          <pc:docMk/>
          <pc:sldMk cId="2412389922" sldId="262"/>
        </pc:sldMkLst>
        <pc:spChg chg="mod">
          <ac:chgData name="Hunt, Randall [USA]" userId="89bfa2a9-2144-4bd6-ba22-d79ad510780c" providerId="ADAL" clId="{335889EC-BF67-4CF2-8E8F-8C891D8537B7}" dt="2024-08-14T18:51:39.332" v="2842" actId="20577"/>
          <ac:spMkLst>
            <pc:docMk/>
            <pc:sldMk cId="2412389922" sldId="262"/>
            <ac:spMk id="2" creationId="{681B9266-3A9C-2837-CF52-A4CA0CE39531}"/>
          </ac:spMkLst>
        </pc:spChg>
        <pc:spChg chg="mod">
          <ac:chgData name="Hunt, Randall [USA]" userId="89bfa2a9-2144-4bd6-ba22-d79ad510780c" providerId="ADAL" clId="{335889EC-BF67-4CF2-8E8F-8C891D8537B7}" dt="2024-08-14T18:56:45.770" v="3627" actId="20577"/>
          <ac:spMkLst>
            <pc:docMk/>
            <pc:sldMk cId="2412389922" sldId="262"/>
            <ac:spMk id="3" creationId="{F1118D13-F185-5F4E-B8C0-7CA5BE2C231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335889EC-BF67-4CF2-8E8F-8C891D8537B7}" dt="2024-08-14T18:58:00.138" v="3628"/>
              <pc2:cmMkLst xmlns:pc2="http://schemas.microsoft.com/office/powerpoint/2019/9/main/command">
                <pc:docMk/>
                <pc:sldMk cId="2412389922" sldId="262"/>
                <pc2:cmMk id="{E639A8A4-B544-4B9F-9167-F59433D02900}"/>
              </pc2:cmMkLst>
            </pc226:cmChg>
          </p:ext>
        </pc:extLst>
      </pc:sldChg>
      <pc:sldChg chg="addSp modSp new mod">
        <pc:chgData name="Hunt, Randall [USA]" userId="89bfa2a9-2144-4bd6-ba22-d79ad510780c" providerId="ADAL" clId="{335889EC-BF67-4CF2-8E8F-8C891D8537B7}" dt="2024-08-14T19:03:11.129" v="4150" actId="1076"/>
        <pc:sldMkLst>
          <pc:docMk/>
          <pc:sldMk cId="296378580" sldId="263"/>
        </pc:sldMkLst>
        <pc:spChg chg="mod">
          <ac:chgData name="Hunt, Randall [USA]" userId="89bfa2a9-2144-4bd6-ba22-d79ad510780c" providerId="ADAL" clId="{335889EC-BF67-4CF2-8E8F-8C891D8537B7}" dt="2024-08-14T18:59:40.463" v="3819" actId="20577"/>
          <ac:spMkLst>
            <pc:docMk/>
            <pc:sldMk cId="296378580" sldId="263"/>
            <ac:spMk id="2" creationId="{A389A00B-B016-3CD3-9E95-3CE22BF4BF70}"/>
          </ac:spMkLst>
        </pc:spChg>
        <pc:spChg chg="mod">
          <ac:chgData name="Hunt, Randall [USA]" userId="89bfa2a9-2144-4bd6-ba22-d79ad510780c" providerId="ADAL" clId="{335889EC-BF67-4CF2-8E8F-8C891D8537B7}" dt="2024-08-14T19:02:45.830" v="4147" actId="20577"/>
          <ac:spMkLst>
            <pc:docMk/>
            <pc:sldMk cId="296378580" sldId="263"/>
            <ac:spMk id="3" creationId="{9B63B95B-5EE7-4687-537A-ED8F3498119D}"/>
          </ac:spMkLst>
        </pc:spChg>
        <pc:picChg chg="add mod">
          <ac:chgData name="Hunt, Randall [USA]" userId="89bfa2a9-2144-4bd6-ba22-d79ad510780c" providerId="ADAL" clId="{335889EC-BF67-4CF2-8E8F-8C891D8537B7}" dt="2024-08-14T19:03:11.129" v="4150" actId="1076"/>
          <ac:picMkLst>
            <pc:docMk/>
            <pc:sldMk cId="296378580" sldId="263"/>
            <ac:picMk id="5" creationId="{A1A05607-16FC-1A6A-E4BA-4487937A7B06}"/>
          </ac:picMkLst>
        </pc:picChg>
      </pc:sldChg>
      <pc:sldChg chg="modSp new mod">
        <pc:chgData name="Hunt, Randall [USA]" userId="89bfa2a9-2144-4bd6-ba22-d79ad510780c" providerId="ADAL" clId="{335889EC-BF67-4CF2-8E8F-8C891D8537B7}" dt="2024-08-26T19:46:47.543" v="13724" actId="5793"/>
        <pc:sldMkLst>
          <pc:docMk/>
          <pc:sldMk cId="1482396606" sldId="264"/>
        </pc:sldMkLst>
        <pc:spChg chg="mod">
          <ac:chgData name="Hunt, Randall [USA]" userId="89bfa2a9-2144-4bd6-ba22-d79ad510780c" providerId="ADAL" clId="{335889EC-BF67-4CF2-8E8F-8C891D8537B7}" dt="2024-08-14T19:13:21.636" v="4387" actId="313"/>
          <ac:spMkLst>
            <pc:docMk/>
            <pc:sldMk cId="1482396606" sldId="264"/>
            <ac:spMk id="2" creationId="{6C00D4F4-869D-5B78-3B0F-ECB1900B8E7B}"/>
          </ac:spMkLst>
        </pc:spChg>
        <pc:spChg chg="mod">
          <ac:chgData name="Hunt, Randall [USA]" userId="89bfa2a9-2144-4bd6-ba22-d79ad510780c" providerId="ADAL" clId="{335889EC-BF67-4CF2-8E8F-8C891D8537B7}" dt="2024-08-26T19:46:47.543" v="13724" actId="5793"/>
          <ac:spMkLst>
            <pc:docMk/>
            <pc:sldMk cId="1482396606" sldId="264"/>
            <ac:spMk id="3" creationId="{49C77D27-9D40-136B-81B3-9F3676E29357}"/>
          </ac:spMkLst>
        </pc:spChg>
      </pc:sldChg>
      <pc:sldChg chg="modSp new mod">
        <pc:chgData name="Hunt, Randall [USA]" userId="89bfa2a9-2144-4bd6-ba22-d79ad510780c" providerId="ADAL" clId="{335889EC-BF67-4CF2-8E8F-8C891D8537B7}" dt="2024-08-14T19:27:29.178" v="5541" actId="20577"/>
        <pc:sldMkLst>
          <pc:docMk/>
          <pc:sldMk cId="1338264377" sldId="265"/>
        </pc:sldMkLst>
        <pc:spChg chg="mod">
          <ac:chgData name="Hunt, Randall [USA]" userId="89bfa2a9-2144-4bd6-ba22-d79ad510780c" providerId="ADAL" clId="{335889EC-BF67-4CF2-8E8F-8C891D8537B7}" dt="2024-08-14T19:25:32.920" v="5228"/>
          <ac:spMkLst>
            <pc:docMk/>
            <pc:sldMk cId="1338264377" sldId="265"/>
            <ac:spMk id="2" creationId="{4598486C-E339-8243-D3D0-A2B37CEADF99}"/>
          </ac:spMkLst>
        </pc:spChg>
        <pc:spChg chg="mod">
          <ac:chgData name="Hunt, Randall [USA]" userId="89bfa2a9-2144-4bd6-ba22-d79ad510780c" providerId="ADAL" clId="{335889EC-BF67-4CF2-8E8F-8C891D8537B7}" dt="2024-08-14T19:27:29.178" v="5541" actId="20577"/>
          <ac:spMkLst>
            <pc:docMk/>
            <pc:sldMk cId="1338264377" sldId="265"/>
            <ac:spMk id="3" creationId="{96EA73C4-F284-813A-CAC6-B9583456A44A}"/>
          </ac:spMkLst>
        </pc:spChg>
      </pc:sldChg>
      <pc:sldChg chg="addSp modSp new mod">
        <pc:chgData name="Hunt, Randall [USA]" userId="89bfa2a9-2144-4bd6-ba22-d79ad510780c" providerId="ADAL" clId="{335889EC-BF67-4CF2-8E8F-8C891D8537B7}" dt="2024-08-14T19:30:59.254" v="5884" actId="1076"/>
        <pc:sldMkLst>
          <pc:docMk/>
          <pc:sldMk cId="2523222534" sldId="266"/>
        </pc:sldMkLst>
        <pc:spChg chg="mod">
          <ac:chgData name="Hunt, Randall [USA]" userId="89bfa2a9-2144-4bd6-ba22-d79ad510780c" providerId="ADAL" clId="{335889EC-BF67-4CF2-8E8F-8C891D8537B7}" dt="2024-08-14T19:29:00.018" v="5582" actId="20577"/>
          <ac:spMkLst>
            <pc:docMk/>
            <pc:sldMk cId="2523222534" sldId="266"/>
            <ac:spMk id="2" creationId="{7FC9D8F9-8939-451F-28EE-562DD0BA92C1}"/>
          </ac:spMkLst>
        </pc:spChg>
        <pc:spChg chg="mod">
          <ac:chgData name="Hunt, Randall [USA]" userId="89bfa2a9-2144-4bd6-ba22-d79ad510780c" providerId="ADAL" clId="{335889EC-BF67-4CF2-8E8F-8C891D8537B7}" dt="2024-08-14T19:30:50.755" v="5882" actId="20577"/>
          <ac:spMkLst>
            <pc:docMk/>
            <pc:sldMk cId="2523222534" sldId="266"/>
            <ac:spMk id="3" creationId="{4BBE688F-86D5-5043-083D-A606A2564AD8}"/>
          </ac:spMkLst>
        </pc:spChg>
        <pc:picChg chg="add mod">
          <ac:chgData name="Hunt, Randall [USA]" userId="89bfa2a9-2144-4bd6-ba22-d79ad510780c" providerId="ADAL" clId="{335889EC-BF67-4CF2-8E8F-8C891D8537B7}" dt="2024-08-14T19:30:59.254" v="5884" actId="1076"/>
          <ac:picMkLst>
            <pc:docMk/>
            <pc:sldMk cId="2523222534" sldId="266"/>
            <ac:picMk id="5" creationId="{A9C4C0EC-CFD7-945F-F9CC-5D53A6FC47BE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14T19:35:13.256" v="6445" actId="1076"/>
        <pc:sldMkLst>
          <pc:docMk/>
          <pc:sldMk cId="3384924432" sldId="267"/>
        </pc:sldMkLst>
        <pc:spChg chg="mod">
          <ac:chgData name="Hunt, Randall [USA]" userId="89bfa2a9-2144-4bd6-ba22-d79ad510780c" providerId="ADAL" clId="{335889EC-BF67-4CF2-8E8F-8C891D8537B7}" dt="2024-08-14T19:31:45.234" v="5929" actId="20577"/>
          <ac:spMkLst>
            <pc:docMk/>
            <pc:sldMk cId="3384924432" sldId="267"/>
            <ac:spMk id="2" creationId="{1E07E177-18C4-ED1D-1977-17410DCED081}"/>
          </ac:spMkLst>
        </pc:spChg>
        <pc:spChg chg="mod">
          <ac:chgData name="Hunt, Randall [USA]" userId="89bfa2a9-2144-4bd6-ba22-d79ad510780c" providerId="ADAL" clId="{335889EC-BF67-4CF2-8E8F-8C891D8537B7}" dt="2024-08-14T19:34:52.593" v="6442" actId="20577"/>
          <ac:spMkLst>
            <pc:docMk/>
            <pc:sldMk cId="3384924432" sldId="267"/>
            <ac:spMk id="3" creationId="{480CFA9A-7DF4-1BD8-A5F8-E4526425B8D3}"/>
          </ac:spMkLst>
        </pc:spChg>
        <pc:picChg chg="add mod">
          <ac:chgData name="Hunt, Randall [USA]" userId="89bfa2a9-2144-4bd6-ba22-d79ad510780c" providerId="ADAL" clId="{335889EC-BF67-4CF2-8E8F-8C891D8537B7}" dt="2024-08-14T19:35:13.256" v="6445" actId="1076"/>
          <ac:picMkLst>
            <pc:docMk/>
            <pc:sldMk cId="3384924432" sldId="267"/>
            <ac:picMk id="5" creationId="{F67AA215-2170-9D76-6149-489075BDB183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14T19:37:04.565" v="6589" actId="1076"/>
        <pc:sldMkLst>
          <pc:docMk/>
          <pc:sldMk cId="1699527379" sldId="268"/>
        </pc:sldMkLst>
        <pc:spChg chg="mod">
          <ac:chgData name="Hunt, Randall [USA]" userId="89bfa2a9-2144-4bd6-ba22-d79ad510780c" providerId="ADAL" clId="{335889EC-BF67-4CF2-8E8F-8C891D8537B7}" dt="2024-08-14T19:35:20.826" v="6447"/>
          <ac:spMkLst>
            <pc:docMk/>
            <pc:sldMk cId="1699527379" sldId="268"/>
            <ac:spMk id="2" creationId="{1F8757DF-D4E9-32BE-E924-8FF2EA5AEE69}"/>
          </ac:spMkLst>
        </pc:spChg>
        <pc:spChg chg="mod">
          <ac:chgData name="Hunt, Randall [USA]" userId="89bfa2a9-2144-4bd6-ba22-d79ad510780c" providerId="ADAL" clId="{335889EC-BF67-4CF2-8E8F-8C891D8537B7}" dt="2024-08-14T19:36:38.140" v="6586" actId="20577"/>
          <ac:spMkLst>
            <pc:docMk/>
            <pc:sldMk cId="1699527379" sldId="268"/>
            <ac:spMk id="3" creationId="{4F37FD45-1AD1-FB5E-ABCC-17F6958158E1}"/>
          </ac:spMkLst>
        </pc:spChg>
        <pc:picChg chg="add mod">
          <ac:chgData name="Hunt, Randall [USA]" userId="89bfa2a9-2144-4bd6-ba22-d79ad510780c" providerId="ADAL" clId="{335889EC-BF67-4CF2-8E8F-8C891D8537B7}" dt="2024-08-14T19:37:04.565" v="6589" actId="1076"/>
          <ac:picMkLst>
            <pc:docMk/>
            <pc:sldMk cId="1699527379" sldId="268"/>
            <ac:picMk id="5" creationId="{1F890847-991C-8E57-ABEE-C67F15F82145}"/>
          </ac:picMkLst>
        </pc:picChg>
      </pc:sldChg>
      <pc:sldChg chg="addSp delSp modSp new mod">
        <pc:chgData name="Hunt, Randall [USA]" userId="89bfa2a9-2144-4bd6-ba22-d79ad510780c" providerId="ADAL" clId="{335889EC-BF67-4CF2-8E8F-8C891D8537B7}" dt="2024-08-14T19:47:30.906" v="7426" actId="1076"/>
        <pc:sldMkLst>
          <pc:docMk/>
          <pc:sldMk cId="3104027276" sldId="269"/>
        </pc:sldMkLst>
        <pc:spChg chg="mod">
          <ac:chgData name="Hunt, Randall [USA]" userId="89bfa2a9-2144-4bd6-ba22-d79ad510780c" providerId="ADAL" clId="{335889EC-BF67-4CF2-8E8F-8C891D8537B7}" dt="2024-08-14T19:37:10.576" v="6591"/>
          <ac:spMkLst>
            <pc:docMk/>
            <pc:sldMk cId="3104027276" sldId="269"/>
            <ac:spMk id="2" creationId="{4E9D1EEE-C7D0-B0C2-6695-CA57F13A6264}"/>
          </ac:spMkLst>
        </pc:spChg>
        <pc:spChg chg="mod">
          <ac:chgData name="Hunt, Randall [USA]" userId="89bfa2a9-2144-4bd6-ba22-d79ad510780c" providerId="ADAL" clId="{335889EC-BF67-4CF2-8E8F-8C891D8537B7}" dt="2024-08-14T19:47:26.362" v="7424" actId="1076"/>
          <ac:spMkLst>
            <pc:docMk/>
            <pc:sldMk cId="3104027276" sldId="269"/>
            <ac:spMk id="3" creationId="{AB5938C0-BF8B-DEC8-6B35-B149AE9F9291}"/>
          </ac:spMkLst>
        </pc:spChg>
        <pc:spChg chg="add mod">
          <ac:chgData name="Hunt, Randall [USA]" userId="89bfa2a9-2144-4bd6-ba22-d79ad510780c" providerId="ADAL" clId="{335889EC-BF67-4CF2-8E8F-8C891D8537B7}" dt="2024-08-14T19:47:30.906" v="7426" actId="1076"/>
          <ac:spMkLst>
            <pc:docMk/>
            <pc:sldMk cId="3104027276" sldId="269"/>
            <ac:spMk id="6" creationId="{10CF5B3A-BFBB-E998-95E8-D6A55F11397B}"/>
          </ac:spMkLst>
        </pc:spChg>
        <pc:picChg chg="add mod">
          <ac:chgData name="Hunt, Randall [USA]" userId="89bfa2a9-2144-4bd6-ba22-d79ad510780c" providerId="ADAL" clId="{335889EC-BF67-4CF2-8E8F-8C891D8537B7}" dt="2024-08-14T19:47:23.567" v="7423" actId="1076"/>
          <ac:picMkLst>
            <pc:docMk/>
            <pc:sldMk cId="3104027276" sldId="269"/>
            <ac:picMk id="5" creationId="{40D51181-CC88-AAF8-030F-636568BF0073}"/>
          </ac:picMkLst>
        </pc:picChg>
        <pc:picChg chg="add del">
          <ac:chgData name="Hunt, Randall [USA]" userId="89bfa2a9-2144-4bd6-ba22-d79ad510780c" providerId="ADAL" clId="{335889EC-BF67-4CF2-8E8F-8C891D8537B7}" dt="2024-08-14T19:44:25.967" v="7040" actId="22"/>
          <ac:picMkLst>
            <pc:docMk/>
            <pc:sldMk cId="3104027276" sldId="269"/>
            <ac:picMk id="8" creationId="{983F93B7-08DA-D489-EE1D-360FE6AEDB1B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26T20:02:11.182" v="13736" actId="20577"/>
        <pc:sldMkLst>
          <pc:docMk/>
          <pc:sldMk cId="2986338185" sldId="270"/>
        </pc:sldMkLst>
        <pc:spChg chg="mod">
          <ac:chgData name="Hunt, Randall [USA]" userId="89bfa2a9-2144-4bd6-ba22-d79ad510780c" providerId="ADAL" clId="{335889EC-BF67-4CF2-8E8F-8C891D8537B7}" dt="2024-08-14T19:56:34.846" v="8265" actId="1076"/>
          <ac:spMkLst>
            <pc:docMk/>
            <pc:sldMk cId="2986338185" sldId="270"/>
            <ac:spMk id="2" creationId="{AB492FF2-4342-827E-4301-80EA478B7C1A}"/>
          </ac:spMkLst>
        </pc:spChg>
        <pc:spChg chg="mod">
          <ac:chgData name="Hunt, Randall [USA]" userId="89bfa2a9-2144-4bd6-ba22-d79ad510780c" providerId="ADAL" clId="{335889EC-BF67-4CF2-8E8F-8C891D8537B7}" dt="2024-08-26T20:02:11.182" v="13736" actId="20577"/>
          <ac:spMkLst>
            <pc:docMk/>
            <pc:sldMk cId="2986338185" sldId="270"/>
            <ac:spMk id="3" creationId="{BABB4384-F17C-5B1E-4D9A-F22E389E92BE}"/>
          </ac:spMkLst>
        </pc:spChg>
        <pc:picChg chg="add mod">
          <ac:chgData name="Hunt, Randall [USA]" userId="89bfa2a9-2144-4bd6-ba22-d79ad510780c" providerId="ADAL" clId="{335889EC-BF67-4CF2-8E8F-8C891D8537B7}" dt="2024-08-14T19:57:13.906" v="8278" actId="1076"/>
          <ac:picMkLst>
            <pc:docMk/>
            <pc:sldMk cId="2986338185" sldId="270"/>
            <ac:picMk id="5" creationId="{FA83A63F-22E6-2FA2-5C3E-1C34119D5C7A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14T20:05:04.906" v="8764" actId="20577"/>
        <pc:sldMkLst>
          <pc:docMk/>
          <pc:sldMk cId="3661343854" sldId="271"/>
        </pc:sldMkLst>
        <pc:spChg chg="mod">
          <ac:chgData name="Hunt, Randall [USA]" userId="89bfa2a9-2144-4bd6-ba22-d79ad510780c" providerId="ADAL" clId="{335889EC-BF67-4CF2-8E8F-8C891D8537B7}" dt="2024-08-14T19:58:11.783" v="8420" actId="20577"/>
          <ac:spMkLst>
            <pc:docMk/>
            <pc:sldMk cId="3661343854" sldId="271"/>
            <ac:spMk id="2" creationId="{87B48622-10CA-00D6-77EE-96271A46D3B1}"/>
          </ac:spMkLst>
        </pc:spChg>
        <pc:spChg chg="mod">
          <ac:chgData name="Hunt, Randall [USA]" userId="89bfa2a9-2144-4bd6-ba22-d79ad510780c" providerId="ADAL" clId="{335889EC-BF67-4CF2-8E8F-8C891D8537B7}" dt="2024-08-14T20:05:04.906" v="8764" actId="20577"/>
          <ac:spMkLst>
            <pc:docMk/>
            <pc:sldMk cId="3661343854" sldId="271"/>
            <ac:spMk id="3" creationId="{05B04293-F896-767B-34FD-3B912D3840DC}"/>
          </ac:spMkLst>
        </pc:spChg>
        <pc:picChg chg="add mod">
          <ac:chgData name="Hunt, Randall [USA]" userId="89bfa2a9-2144-4bd6-ba22-d79ad510780c" providerId="ADAL" clId="{335889EC-BF67-4CF2-8E8F-8C891D8537B7}" dt="2024-08-14T20:03:27.955" v="8529" actId="1076"/>
          <ac:picMkLst>
            <pc:docMk/>
            <pc:sldMk cId="3661343854" sldId="271"/>
            <ac:picMk id="5" creationId="{AD32A1DD-2149-B0DA-0712-89A6D9C9B9F6}"/>
          </ac:picMkLst>
        </pc:picChg>
      </pc:sldChg>
      <pc:sldChg chg="modSp new mod">
        <pc:chgData name="Hunt, Randall [USA]" userId="89bfa2a9-2144-4bd6-ba22-d79ad510780c" providerId="ADAL" clId="{335889EC-BF67-4CF2-8E8F-8C891D8537B7}" dt="2024-08-26T20:15:42.039" v="13786" actId="20577"/>
        <pc:sldMkLst>
          <pc:docMk/>
          <pc:sldMk cId="2312597773" sldId="272"/>
        </pc:sldMkLst>
        <pc:spChg chg="mod">
          <ac:chgData name="Hunt, Randall [USA]" userId="89bfa2a9-2144-4bd6-ba22-d79ad510780c" providerId="ADAL" clId="{335889EC-BF67-4CF2-8E8F-8C891D8537B7}" dt="2024-08-14T20:13:08.722" v="10039" actId="1076"/>
          <ac:spMkLst>
            <pc:docMk/>
            <pc:sldMk cId="2312597773" sldId="272"/>
            <ac:spMk id="2" creationId="{15CF751B-B83C-5B8E-F0F3-488E24D3B3F9}"/>
          </ac:spMkLst>
        </pc:spChg>
        <pc:spChg chg="mod">
          <ac:chgData name="Hunt, Randall [USA]" userId="89bfa2a9-2144-4bd6-ba22-d79ad510780c" providerId="ADAL" clId="{335889EC-BF67-4CF2-8E8F-8C891D8537B7}" dt="2024-08-26T20:15:42.039" v="13786" actId="20577"/>
          <ac:spMkLst>
            <pc:docMk/>
            <pc:sldMk cId="2312597773" sldId="272"/>
            <ac:spMk id="3" creationId="{B6E693E1-4F8A-8002-9AE5-EDD495E9F095}"/>
          </ac:spMkLst>
        </pc:spChg>
      </pc:sldChg>
      <pc:sldChg chg="addSp modSp new mod">
        <pc:chgData name="Hunt, Randall [USA]" userId="89bfa2a9-2144-4bd6-ba22-d79ad510780c" providerId="ADAL" clId="{335889EC-BF67-4CF2-8E8F-8C891D8537B7}" dt="2024-08-26T20:17:40.239" v="13808" actId="20577"/>
        <pc:sldMkLst>
          <pc:docMk/>
          <pc:sldMk cId="266351260" sldId="273"/>
        </pc:sldMkLst>
        <pc:spChg chg="mod">
          <ac:chgData name="Hunt, Randall [USA]" userId="89bfa2a9-2144-4bd6-ba22-d79ad510780c" providerId="ADAL" clId="{335889EC-BF67-4CF2-8E8F-8C891D8537B7}" dt="2024-08-14T20:13:10.724" v="10041"/>
          <ac:spMkLst>
            <pc:docMk/>
            <pc:sldMk cId="266351260" sldId="273"/>
            <ac:spMk id="2" creationId="{80B64086-02D1-3E90-BCC4-A62866D14C91}"/>
          </ac:spMkLst>
        </pc:spChg>
        <pc:spChg chg="mod">
          <ac:chgData name="Hunt, Randall [USA]" userId="89bfa2a9-2144-4bd6-ba22-d79ad510780c" providerId="ADAL" clId="{335889EC-BF67-4CF2-8E8F-8C891D8537B7}" dt="2024-08-26T20:17:40.239" v="13808" actId="20577"/>
          <ac:spMkLst>
            <pc:docMk/>
            <pc:sldMk cId="266351260" sldId="273"/>
            <ac:spMk id="3" creationId="{1AC1B6F7-29B4-A217-033B-1D964154BAA3}"/>
          </ac:spMkLst>
        </pc:spChg>
        <pc:picChg chg="add mod">
          <ac:chgData name="Hunt, Randall [USA]" userId="89bfa2a9-2144-4bd6-ba22-d79ad510780c" providerId="ADAL" clId="{335889EC-BF67-4CF2-8E8F-8C891D8537B7}" dt="2024-08-26T20:17:24.049" v="13796" actId="1076"/>
          <ac:picMkLst>
            <pc:docMk/>
            <pc:sldMk cId="266351260" sldId="273"/>
            <ac:picMk id="5" creationId="{F4BC8844-40F8-F26E-D9D7-C6F228E05783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14T20:41:25.398" v="11662" actId="14100"/>
        <pc:sldMkLst>
          <pc:docMk/>
          <pc:sldMk cId="64447243" sldId="274"/>
        </pc:sldMkLst>
        <pc:spChg chg="mod">
          <ac:chgData name="Hunt, Randall [USA]" userId="89bfa2a9-2144-4bd6-ba22-d79ad510780c" providerId="ADAL" clId="{335889EC-BF67-4CF2-8E8F-8C891D8537B7}" dt="2024-08-14T20:19:44.730" v="11063" actId="20577"/>
          <ac:spMkLst>
            <pc:docMk/>
            <pc:sldMk cId="64447243" sldId="274"/>
            <ac:spMk id="2" creationId="{258DBC8B-235C-6451-F31A-04B6C85DDE9E}"/>
          </ac:spMkLst>
        </pc:spChg>
        <pc:spChg chg="mod">
          <ac:chgData name="Hunt, Randall [USA]" userId="89bfa2a9-2144-4bd6-ba22-d79ad510780c" providerId="ADAL" clId="{335889EC-BF67-4CF2-8E8F-8C891D8537B7}" dt="2024-08-14T20:41:17.099" v="11659" actId="1076"/>
          <ac:spMkLst>
            <pc:docMk/>
            <pc:sldMk cId="64447243" sldId="274"/>
            <ac:spMk id="3" creationId="{71A4114B-FE05-71A6-0D9C-A9EF4FB50C33}"/>
          </ac:spMkLst>
        </pc:spChg>
        <pc:picChg chg="add mod">
          <ac:chgData name="Hunt, Randall [USA]" userId="89bfa2a9-2144-4bd6-ba22-d79ad510780c" providerId="ADAL" clId="{335889EC-BF67-4CF2-8E8F-8C891D8537B7}" dt="2024-08-14T20:41:25.398" v="11662" actId="14100"/>
          <ac:picMkLst>
            <pc:docMk/>
            <pc:sldMk cId="64447243" sldId="274"/>
            <ac:picMk id="5" creationId="{7FCFA7DC-251C-C43F-5CCC-335C885CD2F1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15T12:07:44.539" v="13673" actId="1076"/>
        <pc:sldMkLst>
          <pc:docMk/>
          <pc:sldMk cId="371452206" sldId="275"/>
        </pc:sldMkLst>
        <pc:spChg chg="mod">
          <ac:chgData name="Hunt, Randall [USA]" userId="89bfa2a9-2144-4bd6-ba22-d79ad510780c" providerId="ADAL" clId="{335889EC-BF67-4CF2-8E8F-8C891D8537B7}" dt="2024-08-14T20:41:51.002" v="11733" actId="20577"/>
          <ac:spMkLst>
            <pc:docMk/>
            <pc:sldMk cId="371452206" sldId="275"/>
            <ac:spMk id="2" creationId="{F7F3F790-0ECC-E5D9-1E31-64598F73AAB4}"/>
          </ac:spMkLst>
        </pc:spChg>
        <pc:spChg chg="mod">
          <ac:chgData name="Hunt, Randall [USA]" userId="89bfa2a9-2144-4bd6-ba22-d79ad510780c" providerId="ADAL" clId="{335889EC-BF67-4CF2-8E8F-8C891D8537B7}" dt="2024-08-14T20:46:32.575" v="12153" actId="20577"/>
          <ac:spMkLst>
            <pc:docMk/>
            <pc:sldMk cId="371452206" sldId="275"/>
            <ac:spMk id="3" creationId="{CB9046BE-3178-EE6E-CE92-F2751734BAD5}"/>
          </ac:spMkLst>
        </pc:spChg>
        <pc:picChg chg="add mod">
          <ac:chgData name="Hunt, Randall [USA]" userId="89bfa2a9-2144-4bd6-ba22-d79ad510780c" providerId="ADAL" clId="{335889EC-BF67-4CF2-8E8F-8C891D8537B7}" dt="2024-08-14T20:46:28.285" v="12148" actId="14100"/>
          <ac:picMkLst>
            <pc:docMk/>
            <pc:sldMk cId="371452206" sldId="275"/>
            <ac:picMk id="5" creationId="{69BE824A-5AA2-CB9A-F832-6BB432F2F6C1}"/>
          </ac:picMkLst>
        </pc:picChg>
        <pc:picChg chg="add mod">
          <ac:chgData name="Hunt, Randall [USA]" userId="89bfa2a9-2144-4bd6-ba22-d79ad510780c" providerId="ADAL" clId="{335889EC-BF67-4CF2-8E8F-8C891D8537B7}" dt="2024-08-15T12:07:44.539" v="13673" actId="1076"/>
          <ac:picMkLst>
            <pc:docMk/>
            <pc:sldMk cId="371452206" sldId="275"/>
            <ac:picMk id="7" creationId="{17BA17C8-BE9A-DB22-3D63-5EF6F934F756}"/>
          </ac:picMkLst>
        </pc:picChg>
      </pc:sldChg>
      <pc:sldChg chg="new del">
        <pc:chgData name="Hunt, Randall [USA]" userId="89bfa2a9-2144-4bd6-ba22-d79ad510780c" providerId="ADAL" clId="{335889EC-BF67-4CF2-8E8F-8C891D8537B7}" dt="2024-08-14T20:46:16.983" v="12144" actId="680"/>
        <pc:sldMkLst>
          <pc:docMk/>
          <pc:sldMk cId="1959785857" sldId="276"/>
        </pc:sldMkLst>
      </pc:sldChg>
      <pc:sldChg chg="addSp delSp modSp new mod">
        <pc:chgData name="Hunt, Randall [USA]" userId="89bfa2a9-2144-4bd6-ba22-d79ad510780c" providerId="ADAL" clId="{335889EC-BF67-4CF2-8E8F-8C891D8537B7}" dt="2024-08-26T20:21:23.671" v="13822" actId="14100"/>
        <pc:sldMkLst>
          <pc:docMk/>
          <pc:sldMk cId="2112984894" sldId="276"/>
        </pc:sldMkLst>
        <pc:spChg chg="mod">
          <ac:chgData name="Hunt, Randall [USA]" userId="89bfa2a9-2144-4bd6-ba22-d79ad510780c" providerId="ADAL" clId="{335889EC-BF67-4CF2-8E8F-8C891D8537B7}" dt="2024-08-14T20:46:37.435" v="12155"/>
          <ac:spMkLst>
            <pc:docMk/>
            <pc:sldMk cId="2112984894" sldId="276"/>
            <ac:spMk id="2" creationId="{17631132-EDBB-CBD5-A4CF-9C1D353DAC91}"/>
          </ac:spMkLst>
        </pc:spChg>
        <pc:spChg chg="mod">
          <ac:chgData name="Hunt, Randall [USA]" userId="89bfa2a9-2144-4bd6-ba22-d79ad510780c" providerId="ADAL" clId="{335889EC-BF67-4CF2-8E8F-8C891D8537B7}" dt="2024-08-26T20:21:23.671" v="13822" actId="14100"/>
          <ac:spMkLst>
            <pc:docMk/>
            <pc:sldMk cId="2112984894" sldId="276"/>
            <ac:spMk id="3" creationId="{2B7D6870-B827-021D-54BD-3823E1442D32}"/>
          </ac:spMkLst>
        </pc:spChg>
        <pc:picChg chg="add del mod">
          <ac:chgData name="Hunt, Randall [USA]" userId="89bfa2a9-2144-4bd6-ba22-d79ad510780c" providerId="ADAL" clId="{335889EC-BF67-4CF2-8E8F-8C891D8537B7}" dt="2024-08-14T20:49:45.783" v="12637" actId="478"/>
          <ac:picMkLst>
            <pc:docMk/>
            <pc:sldMk cId="2112984894" sldId="276"/>
            <ac:picMk id="5" creationId="{7EBAFBF5-973D-D0E1-4C5D-6C7A7CA5709C}"/>
          </ac:picMkLst>
        </pc:picChg>
        <pc:picChg chg="add del">
          <ac:chgData name="Hunt, Randall [USA]" userId="89bfa2a9-2144-4bd6-ba22-d79ad510780c" providerId="ADAL" clId="{335889EC-BF67-4CF2-8E8F-8C891D8537B7}" dt="2024-08-26T20:19:28.924" v="13810" actId="22"/>
          <ac:picMkLst>
            <pc:docMk/>
            <pc:sldMk cId="2112984894" sldId="276"/>
            <ac:picMk id="5" creationId="{CE949AEE-2B53-DFAE-2992-C1C24DDA5E9A}"/>
          </ac:picMkLst>
        </pc:picChg>
        <pc:picChg chg="add mod">
          <ac:chgData name="Hunt, Randall [USA]" userId="89bfa2a9-2144-4bd6-ba22-d79ad510780c" providerId="ADAL" clId="{335889EC-BF67-4CF2-8E8F-8C891D8537B7}" dt="2024-08-26T20:21:16.876" v="13821" actId="1076"/>
          <ac:picMkLst>
            <pc:docMk/>
            <pc:sldMk cId="2112984894" sldId="276"/>
            <ac:picMk id="7" creationId="{B23360BE-52A0-B6E9-0E2B-EF8E430D7018}"/>
          </ac:picMkLst>
        </pc:picChg>
      </pc:sldChg>
      <pc:sldChg chg="addSp delSp modSp new mod">
        <pc:chgData name="Hunt, Randall [USA]" userId="89bfa2a9-2144-4bd6-ba22-d79ad510780c" providerId="ADAL" clId="{335889EC-BF67-4CF2-8E8F-8C891D8537B7}" dt="2024-08-14T20:50:35.515" v="12715" actId="14100"/>
        <pc:sldMkLst>
          <pc:docMk/>
          <pc:sldMk cId="4029515148" sldId="277"/>
        </pc:sldMkLst>
        <pc:spChg chg="mod">
          <ac:chgData name="Hunt, Randall [USA]" userId="89bfa2a9-2144-4bd6-ba22-d79ad510780c" providerId="ADAL" clId="{335889EC-BF67-4CF2-8E8F-8C891D8537B7}" dt="2024-08-14T20:50:06.219" v="12707"/>
          <ac:spMkLst>
            <pc:docMk/>
            <pc:sldMk cId="4029515148" sldId="277"/>
            <ac:spMk id="2" creationId="{43D5EE49-F059-FD6D-9D46-39F1443AB7AE}"/>
          </ac:spMkLst>
        </pc:spChg>
        <pc:spChg chg="del">
          <ac:chgData name="Hunt, Randall [USA]" userId="89bfa2a9-2144-4bd6-ba22-d79ad510780c" providerId="ADAL" clId="{335889EC-BF67-4CF2-8E8F-8C891D8537B7}" dt="2024-08-14T20:50:13.947" v="12708" actId="22"/>
          <ac:spMkLst>
            <pc:docMk/>
            <pc:sldMk cId="4029515148" sldId="277"/>
            <ac:spMk id="3" creationId="{8E1572E8-BBA8-68DD-64BD-0A5BE35E5C95}"/>
          </ac:spMkLst>
        </pc:spChg>
        <pc:picChg chg="add mod ord">
          <ac:chgData name="Hunt, Randall [USA]" userId="89bfa2a9-2144-4bd6-ba22-d79ad510780c" providerId="ADAL" clId="{335889EC-BF67-4CF2-8E8F-8C891D8537B7}" dt="2024-08-14T20:50:17.610" v="12711" actId="1076"/>
          <ac:picMkLst>
            <pc:docMk/>
            <pc:sldMk cId="4029515148" sldId="277"/>
            <ac:picMk id="5" creationId="{4A30DED2-6B5B-3657-9D77-CDFE84BB4D2E}"/>
          </ac:picMkLst>
        </pc:picChg>
        <pc:picChg chg="add mod">
          <ac:chgData name="Hunt, Randall [USA]" userId="89bfa2a9-2144-4bd6-ba22-d79ad510780c" providerId="ADAL" clId="{335889EC-BF67-4CF2-8E8F-8C891D8537B7}" dt="2024-08-14T20:50:35.515" v="12715" actId="14100"/>
          <ac:picMkLst>
            <pc:docMk/>
            <pc:sldMk cId="4029515148" sldId="277"/>
            <ac:picMk id="7" creationId="{F9EE9B57-63E9-143D-C675-B73264C731A9}"/>
          </ac:picMkLst>
        </pc:picChg>
      </pc:sldChg>
      <pc:sldChg chg="addSp modSp new mod">
        <pc:chgData name="Hunt, Randall [USA]" userId="89bfa2a9-2144-4bd6-ba22-d79ad510780c" providerId="ADAL" clId="{335889EC-BF67-4CF2-8E8F-8C891D8537B7}" dt="2024-08-26T21:01:31.591" v="13989" actId="1076"/>
        <pc:sldMkLst>
          <pc:docMk/>
          <pc:sldMk cId="1478517087" sldId="278"/>
        </pc:sldMkLst>
        <pc:spChg chg="mod">
          <ac:chgData name="Hunt, Randall [USA]" userId="89bfa2a9-2144-4bd6-ba22-d79ad510780c" providerId="ADAL" clId="{335889EC-BF67-4CF2-8E8F-8C891D8537B7}" dt="2024-08-26T21:00:39.323" v="13840" actId="20577"/>
          <ac:spMkLst>
            <pc:docMk/>
            <pc:sldMk cId="1478517087" sldId="278"/>
            <ac:spMk id="2" creationId="{25019F04-2820-4CF8-D0E2-5E61FD117701}"/>
          </ac:spMkLst>
        </pc:spChg>
        <pc:spChg chg="mod">
          <ac:chgData name="Hunt, Randall [USA]" userId="89bfa2a9-2144-4bd6-ba22-d79ad510780c" providerId="ADAL" clId="{335889EC-BF67-4CF2-8E8F-8C891D8537B7}" dt="2024-08-26T21:01:28.923" v="13988" actId="20577"/>
          <ac:spMkLst>
            <pc:docMk/>
            <pc:sldMk cId="1478517087" sldId="278"/>
            <ac:spMk id="3" creationId="{BA16F522-88B3-FCC7-2ED7-0CB658BD64B3}"/>
          </ac:spMkLst>
        </pc:spChg>
        <pc:picChg chg="add mod">
          <ac:chgData name="Hunt, Randall [USA]" userId="89bfa2a9-2144-4bd6-ba22-d79ad510780c" providerId="ADAL" clId="{335889EC-BF67-4CF2-8E8F-8C891D8537B7}" dt="2024-08-26T21:01:31.591" v="13989" actId="1076"/>
          <ac:picMkLst>
            <pc:docMk/>
            <pc:sldMk cId="1478517087" sldId="278"/>
            <ac:picMk id="5" creationId="{A0575BCE-665F-5A4F-5318-18F3CD8B0C11}"/>
          </ac:picMkLst>
        </pc:picChg>
      </pc:sldChg>
    </pc:docChg>
  </pc:docChgLst>
  <pc:docChgLst>
    <pc:chgData name="Hunt, Randall [USA]" userId="89bfa2a9-2144-4bd6-ba22-d79ad510780c" providerId="ADAL" clId="{DCBB801A-58F0-4AF4-AA2D-091B34895D6F}"/>
    <pc:docChg chg="undo custSel addSld delSld modSld sldOrd">
      <pc:chgData name="Hunt, Randall [USA]" userId="89bfa2a9-2144-4bd6-ba22-d79ad510780c" providerId="ADAL" clId="{DCBB801A-58F0-4AF4-AA2D-091B34895D6F}" dt="2025-01-09T13:54:48.355" v="5915" actId="27636"/>
      <pc:docMkLst>
        <pc:docMk/>
      </pc:docMkLst>
      <pc:sldChg chg="modSp mod modCm">
        <pc:chgData name="Hunt, Randall [USA]" userId="89bfa2a9-2144-4bd6-ba22-d79ad510780c" providerId="ADAL" clId="{DCBB801A-58F0-4AF4-AA2D-091B34895D6F}" dt="2025-01-08T07:28:54.457" v="112" actId="113"/>
        <pc:sldMkLst>
          <pc:docMk/>
          <pc:sldMk cId="2805527092" sldId="259"/>
        </pc:sldMkLst>
        <pc:spChg chg="mod">
          <ac:chgData name="Hunt, Randall [USA]" userId="89bfa2a9-2144-4bd6-ba22-d79ad510780c" providerId="ADAL" clId="{DCBB801A-58F0-4AF4-AA2D-091B34895D6F}" dt="2025-01-08T07:28:54.457" v="112" actId="113"/>
          <ac:spMkLst>
            <pc:docMk/>
            <pc:sldMk cId="2805527092" sldId="259"/>
            <ac:spMk id="3" creationId="{A83328E6-5076-89D4-F124-BD7605978F15}"/>
          </ac:spMkLst>
        </pc:spChg>
        <pc:spChg chg="mod">
          <ac:chgData name="Hunt, Randall [USA]" userId="89bfa2a9-2144-4bd6-ba22-d79ad510780c" providerId="ADAL" clId="{DCBB801A-58F0-4AF4-AA2D-091B34895D6F}" dt="2025-01-08T07:26:25.292" v="43" actId="1076"/>
          <ac:spMkLst>
            <pc:docMk/>
            <pc:sldMk cId="2805527092" sldId="259"/>
            <ac:spMk id="6" creationId="{CB8EF156-A308-42FF-5FFA-C971E2BA1A89}"/>
          </ac:spMkLst>
        </pc:spChg>
        <pc:graphicFrameChg chg="mod modGraphic">
          <ac:chgData name="Hunt, Randall [USA]" userId="89bfa2a9-2144-4bd6-ba22-d79ad510780c" providerId="ADAL" clId="{DCBB801A-58F0-4AF4-AA2D-091B34895D6F}" dt="2025-01-08T07:28:39.125" v="99" actId="14100"/>
          <ac:graphicFrameMkLst>
            <pc:docMk/>
            <pc:sldMk cId="2805527092" sldId="259"/>
            <ac:graphicFrameMk id="7" creationId="{2FEB5917-F2C1-EEA8-12A7-4B1F5022AB93}"/>
          </ac:graphicFrameMkLst>
        </pc:graphicFrameChg>
        <pc:picChg chg="mod">
          <ac:chgData name="Hunt, Randall [USA]" userId="89bfa2a9-2144-4bd6-ba22-d79ad510780c" providerId="ADAL" clId="{DCBB801A-58F0-4AF4-AA2D-091B34895D6F}" dt="2025-01-08T07:26:20.107" v="42" actId="1076"/>
          <ac:picMkLst>
            <pc:docMk/>
            <pc:sldMk cId="2805527092" sldId="259"/>
            <ac:picMk id="5" creationId="{664E9733-5640-3C29-03B6-97F63D63A92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Hunt, Randall [USA]" userId="89bfa2a9-2144-4bd6-ba22-d79ad510780c" providerId="ADAL" clId="{DCBB801A-58F0-4AF4-AA2D-091B34895D6F}" dt="2025-01-08T07:28:04.509" v="60" actId="20577"/>
              <pc2:cmMkLst xmlns:pc2="http://schemas.microsoft.com/office/powerpoint/2019/9/main/command">
                <pc:docMk/>
                <pc:sldMk cId="2805527092" sldId="259"/>
                <pc2:cmMk id="{2B17A84D-46A8-4110-A43A-87E8ADA572F2}"/>
              </pc2:cmMkLst>
            </pc226:cmChg>
          </p:ext>
        </pc:extLst>
      </pc:sldChg>
      <pc:sldChg chg="modSp mod ord">
        <pc:chgData name="Hunt, Randall [USA]" userId="89bfa2a9-2144-4bd6-ba22-d79ad510780c" providerId="ADAL" clId="{DCBB801A-58F0-4AF4-AA2D-091B34895D6F}" dt="2025-01-09T13:52:47.592" v="5885" actId="1076"/>
        <pc:sldMkLst>
          <pc:docMk/>
          <pc:sldMk cId="1329819059" sldId="260"/>
        </pc:sldMkLst>
        <pc:spChg chg="mod">
          <ac:chgData name="Hunt, Randall [USA]" userId="89bfa2a9-2144-4bd6-ba22-d79ad510780c" providerId="ADAL" clId="{DCBB801A-58F0-4AF4-AA2D-091B34895D6F}" dt="2025-01-09T13:52:08.772" v="5875" actId="20577"/>
          <ac:spMkLst>
            <pc:docMk/>
            <pc:sldMk cId="1329819059" sldId="260"/>
            <ac:spMk id="2" creationId="{50D73D15-74AC-E3B6-FCB0-49A5CFB9BE7D}"/>
          </ac:spMkLst>
        </pc:spChg>
        <pc:spChg chg="mod">
          <ac:chgData name="Hunt, Randall [USA]" userId="89bfa2a9-2144-4bd6-ba22-d79ad510780c" providerId="ADAL" clId="{DCBB801A-58F0-4AF4-AA2D-091B34895D6F}" dt="2025-01-09T13:52:40.456" v="5884" actId="27636"/>
          <ac:spMkLst>
            <pc:docMk/>
            <pc:sldMk cId="1329819059" sldId="260"/>
            <ac:spMk id="3" creationId="{D7738553-1F6C-1C4B-88D2-76320A1F37CD}"/>
          </ac:spMkLst>
        </pc:spChg>
        <pc:picChg chg="mod">
          <ac:chgData name="Hunt, Randall [USA]" userId="89bfa2a9-2144-4bd6-ba22-d79ad510780c" providerId="ADAL" clId="{DCBB801A-58F0-4AF4-AA2D-091B34895D6F}" dt="2025-01-09T13:52:37.186" v="5882" actId="1076"/>
          <ac:picMkLst>
            <pc:docMk/>
            <pc:sldMk cId="1329819059" sldId="260"/>
            <ac:picMk id="5" creationId="{37D31903-480F-2D5E-21AD-4758B80C491E}"/>
          </ac:picMkLst>
        </pc:picChg>
        <pc:picChg chg="mod">
          <ac:chgData name="Hunt, Randall [USA]" userId="89bfa2a9-2144-4bd6-ba22-d79ad510780c" providerId="ADAL" clId="{DCBB801A-58F0-4AF4-AA2D-091B34895D6F}" dt="2025-01-09T13:52:47.592" v="5885" actId="1076"/>
          <ac:picMkLst>
            <pc:docMk/>
            <pc:sldMk cId="1329819059" sldId="260"/>
            <ac:picMk id="7" creationId="{C9CEA560-01CB-E4A4-338D-4524D31D9D81}"/>
          </ac:picMkLst>
        </pc:picChg>
      </pc:sldChg>
      <pc:sldChg chg="ord">
        <pc:chgData name="Hunt, Randall [USA]" userId="89bfa2a9-2144-4bd6-ba22-d79ad510780c" providerId="ADAL" clId="{DCBB801A-58F0-4AF4-AA2D-091B34895D6F}" dt="2025-01-08T09:47:02.874" v="4389"/>
        <pc:sldMkLst>
          <pc:docMk/>
          <pc:sldMk cId="595832081" sldId="261"/>
        </pc:sldMkLst>
      </pc:sldChg>
      <pc:sldChg chg="modNotesTx">
        <pc:chgData name="Hunt, Randall [USA]" userId="89bfa2a9-2144-4bd6-ba22-d79ad510780c" providerId="ADAL" clId="{DCBB801A-58F0-4AF4-AA2D-091B34895D6F}" dt="2025-01-08T07:38:41.937" v="351" actId="20577"/>
        <pc:sldMkLst>
          <pc:docMk/>
          <pc:sldMk cId="296378580" sldId="263"/>
        </pc:sldMkLst>
      </pc:sldChg>
      <pc:sldChg chg="modSp mod ord">
        <pc:chgData name="Hunt, Randall [USA]" userId="89bfa2a9-2144-4bd6-ba22-d79ad510780c" providerId="ADAL" clId="{DCBB801A-58F0-4AF4-AA2D-091B34895D6F}" dt="2025-01-09T13:54:48.355" v="5915" actId="27636"/>
        <pc:sldMkLst>
          <pc:docMk/>
          <pc:sldMk cId="1482396606" sldId="264"/>
        </pc:sldMkLst>
        <pc:spChg chg="mod">
          <ac:chgData name="Hunt, Randall [USA]" userId="89bfa2a9-2144-4bd6-ba22-d79ad510780c" providerId="ADAL" clId="{DCBB801A-58F0-4AF4-AA2D-091B34895D6F}" dt="2025-01-09T13:54:48.355" v="5915" actId="27636"/>
          <ac:spMkLst>
            <pc:docMk/>
            <pc:sldMk cId="1482396606" sldId="264"/>
            <ac:spMk id="3" creationId="{49C77D27-9D40-136B-81B3-9F3676E29357}"/>
          </ac:spMkLst>
        </pc:spChg>
      </pc:sldChg>
      <pc:sldChg chg="ord">
        <pc:chgData name="Hunt, Randall [USA]" userId="89bfa2a9-2144-4bd6-ba22-d79ad510780c" providerId="ADAL" clId="{DCBB801A-58F0-4AF4-AA2D-091B34895D6F}" dt="2025-01-09T13:54:10.072" v="5895"/>
        <pc:sldMkLst>
          <pc:docMk/>
          <pc:sldMk cId="1338264377" sldId="265"/>
        </pc:sldMkLst>
      </pc:sldChg>
      <pc:sldChg chg="modSp mod">
        <pc:chgData name="Hunt, Randall [USA]" userId="89bfa2a9-2144-4bd6-ba22-d79ad510780c" providerId="ADAL" clId="{DCBB801A-58F0-4AF4-AA2D-091B34895D6F}" dt="2025-01-08T09:53:38.571" v="5199" actId="1076"/>
        <pc:sldMkLst>
          <pc:docMk/>
          <pc:sldMk cId="3384924432" sldId="267"/>
        </pc:sldMkLst>
        <pc:spChg chg="mod">
          <ac:chgData name="Hunt, Randall [USA]" userId="89bfa2a9-2144-4bd6-ba22-d79ad510780c" providerId="ADAL" clId="{DCBB801A-58F0-4AF4-AA2D-091B34895D6F}" dt="2025-01-08T09:53:30.003" v="5196" actId="20577"/>
          <ac:spMkLst>
            <pc:docMk/>
            <pc:sldMk cId="3384924432" sldId="267"/>
            <ac:spMk id="3" creationId="{480CFA9A-7DF4-1BD8-A5F8-E4526425B8D3}"/>
          </ac:spMkLst>
        </pc:spChg>
        <pc:picChg chg="mod">
          <ac:chgData name="Hunt, Randall [USA]" userId="89bfa2a9-2144-4bd6-ba22-d79ad510780c" providerId="ADAL" clId="{DCBB801A-58F0-4AF4-AA2D-091B34895D6F}" dt="2025-01-08T09:53:38.571" v="5199" actId="1076"/>
          <ac:picMkLst>
            <pc:docMk/>
            <pc:sldMk cId="3384924432" sldId="267"/>
            <ac:picMk id="5" creationId="{F67AA215-2170-9D76-6149-489075BDB183}"/>
          </ac:picMkLst>
        </pc:picChg>
      </pc:sldChg>
      <pc:sldChg chg="modSp mod">
        <pc:chgData name="Hunt, Randall [USA]" userId="89bfa2a9-2144-4bd6-ba22-d79ad510780c" providerId="ADAL" clId="{DCBB801A-58F0-4AF4-AA2D-091B34895D6F}" dt="2024-12-30T16:46:10.074" v="15" actId="20577"/>
        <pc:sldMkLst>
          <pc:docMk/>
          <pc:sldMk cId="2986338185" sldId="270"/>
        </pc:sldMkLst>
        <pc:spChg chg="mod">
          <ac:chgData name="Hunt, Randall [USA]" userId="89bfa2a9-2144-4bd6-ba22-d79ad510780c" providerId="ADAL" clId="{DCBB801A-58F0-4AF4-AA2D-091B34895D6F}" dt="2024-12-30T16:46:10.074" v="15" actId="20577"/>
          <ac:spMkLst>
            <pc:docMk/>
            <pc:sldMk cId="2986338185" sldId="270"/>
            <ac:spMk id="3" creationId="{BABB4384-F17C-5B1E-4D9A-F22E389E92BE}"/>
          </ac:spMkLst>
        </pc:spChg>
      </pc:sldChg>
      <pc:sldChg chg="addSp delSp modSp mod ord">
        <pc:chgData name="Hunt, Randall [USA]" userId="89bfa2a9-2144-4bd6-ba22-d79ad510780c" providerId="ADAL" clId="{DCBB801A-58F0-4AF4-AA2D-091B34895D6F}" dt="2025-01-09T13:46:44.055" v="5730" actId="20577"/>
        <pc:sldMkLst>
          <pc:docMk/>
          <pc:sldMk cId="371452206" sldId="275"/>
        </pc:sldMkLst>
        <pc:spChg chg="mod">
          <ac:chgData name="Hunt, Randall [USA]" userId="89bfa2a9-2144-4bd6-ba22-d79ad510780c" providerId="ADAL" clId="{DCBB801A-58F0-4AF4-AA2D-091B34895D6F}" dt="2025-01-09T13:46:44.055" v="5730" actId="20577"/>
          <ac:spMkLst>
            <pc:docMk/>
            <pc:sldMk cId="371452206" sldId="275"/>
            <ac:spMk id="3" creationId="{CB9046BE-3178-EE6E-CE92-F2751734BAD5}"/>
          </ac:spMkLst>
        </pc:spChg>
        <pc:picChg chg="del">
          <ac:chgData name="Hunt, Randall [USA]" userId="89bfa2a9-2144-4bd6-ba22-d79ad510780c" providerId="ADAL" clId="{DCBB801A-58F0-4AF4-AA2D-091B34895D6F}" dt="2025-01-09T13:43:08.486" v="5273" actId="478"/>
          <ac:picMkLst>
            <pc:docMk/>
            <pc:sldMk cId="371452206" sldId="275"/>
            <ac:picMk id="5" creationId="{69BE824A-5AA2-CB9A-F832-6BB432F2F6C1}"/>
          </ac:picMkLst>
        </pc:picChg>
        <pc:picChg chg="add mod">
          <ac:chgData name="Hunt, Randall [USA]" userId="89bfa2a9-2144-4bd6-ba22-d79ad510780c" providerId="ADAL" clId="{DCBB801A-58F0-4AF4-AA2D-091B34895D6F}" dt="2025-01-09T13:43:01.107" v="5271"/>
          <ac:picMkLst>
            <pc:docMk/>
            <pc:sldMk cId="371452206" sldId="275"/>
            <ac:picMk id="6" creationId="{D296DAC4-1A4E-5EF4-3CF3-361D273DA613}"/>
          </ac:picMkLst>
        </pc:picChg>
        <pc:picChg chg="del">
          <ac:chgData name="Hunt, Randall [USA]" userId="89bfa2a9-2144-4bd6-ba22-d79ad510780c" providerId="ADAL" clId="{DCBB801A-58F0-4AF4-AA2D-091B34895D6F}" dt="2025-01-09T13:43:09.275" v="5274" actId="478"/>
          <ac:picMkLst>
            <pc:docMk/>
            <pc:sldMk cId="371452206" sldId="275"/>
            <ac:picMk id="7" creationId="{17BA17C8-BE9A-DB22-3D63-5EF6F934F756}"/>
          </ac:picMkLst>
        </pc:picChg>
      </pc:sldChg>
      <pc:sldChg chg="addSp delSp modSp add mod modNotesTx">
        <pc:chgData name="Hunt, Randall [USA]" userId="89bfa2a9-2144-4bd6-ba22-d79ad510780c" providerId="ADAL" clId="{DCBB801A-58F0-4AF4-AA2D-091B34895D6F}" dt="2025-01-09T13:51:48.856" v="5871" actId="1076"/>
        <pc:sldMkLst>
          <pc:docMk/>
          <pc:sldMk cId="985436842" sldId="279"/>
        </pc:sldMkLst>
        <pc:spChg chg="mod">
          <ac:chgData name="Hunt, Randall [USA]" userId="89bfa2a9-2144-4bd6-ba22-d79ad510780c" providerId="ADAL" clId="{DCBB801A-58F0-4AF4-AA2D-091B34895D6F}" dt="2025-01-09T13:51:44.798" v="5870" actId="20577"/>
          <ac:spMkLst>
            <pc:docMk/>
            <pc:sldMk cId="985436842" sldId="279"/>
            <ac:spMk id="2" creationId="{50D73D15-74AC-E3B6-FCB0-49A5CFB9BE7D}"/>
          </ac:spMkLst>
        </pc:spChg>
        <pc:spChg chg="mod">
          <ac:chgData name="Hunt, Randall [USA]" userId="89bfa2a9-2144-4bd6-ba22-d79ad510780c" providerId="ADAL" clId="{DCBB801A-58F0-4AF4-AA2D-091B34895D6F}" dt="2025-01-09T13:51:48.856" v="5871" actId="1076"/>
          <ac:spMkLst>
            <pc:docMk/>
            <pc:sldMk cId="985436842" sldId="279"/>
            <ac:spMk id="3" creationId="{D7738553-1F6C-1C4B-88D2-76320A1F37CD}"/>
          </ac:spMkLst>
        </pc:spChg>
        <pc:picChg chg="del">
          <ac:chgData name="Hunt, Randall [USA]" userId="89bfa2a9-2144-4bd6-ba22-d79ad510780c" providerId="ADAL" clId="{DCBB801A-58F0-4AF4-AA2D-091B34895D6F}" dt="2025-01-08T08:40:10.969" v="532" actId="478"/>
          <ac:picMkLst>
            <pc:docMk/>
            <pc:sldMk cId="985436842" sldId="279"/>
            <ac:picMk id="5" creationId="{37D31903-480F-2D5E-21AD-4758B80C491E}"/>
          </ac:picMkLst>
        </pc:picChg>
        <pc:picChg chg="add mod">
          <ac:chgData name="Hunt, Randall [USA]" userId="89bfa2a9-2144-4bd6-ba22-d79ad510780c" providerId="ADAL" clId="{DCBB801A-58F0-4AF4-AA2D-091B34895D6F}" dt="2025-01-08T08:48:17.452" v="1223" actId="14100"/>
          <ac:picMkLst>
            <pc:docMk/>
            <pc:sldMk cId="985436842" sldId="279"/>
            <ac:picMk id="6" creationId="{F3B0E653-2425-085C-6155-18BF12F5B121}"/>
          </ac:picMkLst>
        </pc:picChg>
        <pc:picChg chg="del">
          <ac:chgData name="Hunt, Randall [USA]" userId="89bfa2a9-2144-4bd6-ba22-d79ad510780c" providerId="ADAL" clId="{DCBB801A-58F0-4AF4-AA2D-091B34895D6F}" dt="2025-01-08T08:40:11.523" v="533" actId="478"/>
          <ac:picMkLst>
            <pc:docMk/>
            <pc:sldMk cId="985436842" sldId="279"/>
            <ac:picMk id="7" creationId="{C9CEA560-01CB-E4A4-338D-4524D31D9D81}"/>
          </ac:picMkLst>
        </pc:picChg>
      </pc:sldChg>
      <pc:sldChg chg="delSp modSp add mod">
        <pc:chgData name="Hunt, Randall [USA]" userId="89bfa2a9-2144-4bd6-ba22-d79ad510780c" providerId="ADAL" clId="{DCBB801A-58F0-4AF4-AA2D-091B34895D6F}" dt="2025-01-09T13:51:27.371" v="5863" actId="20577"/>
        <pc:sldMkLst>
          <pc:docMk/>
          <pc:sldMk cId="2770092686" sldId="280"/>
        </pc:sldMkLst>
        <pc:spChg chg="mod">
          <ac:chgData name="Hunt, Randall [USA]" userId="89bfa2a9-2144-4bd6-ba22-d79ad510780c" providerId="ADAL" clId="{DCBB801A-58F0-4AF4-AA2D-091B34895D6F}" dt="2025-01-09T13:51:15.380" v="5792" actId="20577"/>
          <ac:spMkLst>
            <pc:docMk/>
            <pc:sldMk cId="2770092686" sldId="280"/>
            <ac:spMk id="2" creationId="{50D73D15-74AC-E3B6-FCB0-49A5CFB9BE7D}"/>
          </ac:spMkLst>
        </pc:spChg>
        <pc:spChg chg="mod">
          <ac:chgData name="Hunt, Randall [USA]" userId="89bfa2a9-2144-4bd6-ba22-d79ad510780c" providerId="ADAL" clId="{DCBB801A-58F0-4AF4-AA2D-091B34895D6F}" dt="2025-01-09T13:51:27.371" v="5863" actId="20577"/>
          <ac:spMkLst>
            <pc:docMk/>
            <pc:sldMk cId="2770092686" sldId="280"/>
            <ac:spMk id="3" creationId="{D7738553-1F6C-1C4B-88D2-76320A1F37CD}"/>
          </ac:spMkLst>
        </pc:spChg>
        <pc:picChg chg="del">
          <ac:chgData name="Hunt, Randall [USA]" userId="89bfa2a9-2144-4bd6-ba22-d79ad510780c" providerId="ADAL" clId="{DCBB801A-58F0-4AF4-AA2D-091B34895D6F}" dt="2025-01-08T08:48:29.121" v="1225" actId="478"/>
          <ac:picMkLst>
            <pc:docMk/>
            <pc:sldMk cId="2770092686" sldId="280"/>
            <ac:picMk id="6" creationId="{F3B0E653-2425-085C-6155-18BF12F5B121}"/>
          </ac:picMkLst>
        </pc:picChg>
      </pc:sldChg>
      <pc:sldChg chg="addSp modSp add del mod">
        <pc:chgData name="Hunt, Randall [USA]" userId="89bfa2a9-2144-4bd6-ba22-d79ad510780c" providerId="ADAL" clId="{DCBB801A-58F0-4AF4-AA2D-091B34895D6F}" dt="2025-01-08T09:11:54.290" v="3148" actId="47"/>
        <pc:sldMkLst>
          <pc:docMk/>
          <pc:sldMk cId="358828118" sldId="281"/>
        </pc:sldMkLst>
        <pc:spChg chg="mod">
          <ac:chgData name="Hunt, Randall [USA]" userId="89bfa2a9-2144-4bd6-ba22-d79ad510780c" providerId="ADAL" clId="{DCBB801A-58F0-4AF4-AA2D-091B34895D6F}" dt="2025-01-08T09:00:35.899" v="2336" actId="20577"/>
          <ac:spMkLst>
            <pc:docMk/>
            <pc:sldMk cId="358828118" sldId="281"/>
            <ac:spMk id="3" creationId="{D7738553-1F6C-1C4B-88D2-76320A1F37CD}"/>
          </ac:spMkLst>
        </pc:spChg>
        <pc:picChg chg="add mod">
          <ac:chgData name="Hunt, Randall [USA]" userId="89bfa2a9-2144-4bd6-ba22-d79ad510780c" providerId="ADAL" clId="{DCBB801A-58F0-4AF4-AA2D-091B34895D6F}" dt="2025-01-08T08:59:11.989" v="2151" actId="1076"/>
          <ac:picMkLst>
            <pc:docMk/>
            <pc:sldMk cId="358828118" sldId="281"/>
            <ac:picMk id="5" creationId="{413B594B-BC9C-C899-5ACF-4CC016961B76}"/>
          </ac:picMkLst>
        </pc:picChg>
      </pc:sldChg>
      <pc:sldChg chg="addSp delSp modSp add del mod">
        <pc:chgData name="Hunt, Randall [USA]" userId="89bfa2a9-2144-4bd6-ba22-d79ad510780c" providerId="ADAL" clId="{DCBB801A-58F0-4AF4-AA2D-091B34895D6F}" dt="2025-01-08T09:11:55.819" v="3149" actId="47"/>
        <pc:sldMkLst>
          <pc:docMk/>
          <pc:sldMk cId="2882565172" sldId="282"/>
        </pc:sldMkLst>
        <pc:spChg chg="mod">
          <ac:chgData name="Hunt, Randall [USA]" userId="89bfa2a9-2144-4bd6-ba22-d79ad510780c" providerId="ADAL" clId="{DCBB801A-58F0-4AF4-AA2D-091B34895D6F}" dt="2025-01-08T09:03:02.353" v="2377" actId="20577"/>
          <ac:spMkLst>
            <pc:docMk/>
            <pc:sldMk cId="2882565172" sldId="282"/>
            <ac:spMk id="3" creationId="{D7738553-1F6C-1C4B-88D2-76320A1F37CD}"/>
          </ac:spMkLst>
        </pc:spChg>
        <pc:picChg chg="del">
          <ac:chgData name="Hunt, Randall [USA]" userId="89bfa2a9-2144-4bd6-ba22-d79ad510780c" providerId="ADAL" clId="{DCBB801A-58F0-4AF4-AA2D-091B34895D6F}" dt="2025-01-08T09:01:12.106" v="2359" actId="478"/>
          <ac:picMkLst>
            <pc:docMk/>
            <pc:sldMk cId="2882565172" sldId="282"/>
            <ac:picMk id="5" creationId="{413B594B-BC9C-C899-5ACF-4CC016961B76}"/>
          </ac:picMkLst>
        </pc:picChg>
        <pc:picChg chg="add mod">
          <ac:chgData name="Hunt, Randall [USA]" userId="89bfa2a9-2144-4bd6-ba22-d79ad510780c" providerId="ADAL" clId="{DCBB801A-58F0-4AF4-AA2D-091B34895D6F}" dt="2025-01-08T09:02:37.660" v="2372" actId="1076"/>
          <ac:picMkLst>
            <pc:docMk/>
            <pc:sldMk cId="2882565172" sldId="282"/>
            <ac:picMk id="6" creationId="{4316BE6A-046E-209D-2894-079DE1D69510}"/>
          </ac:picMkLst>
        </pc:picChg>
      </pc:sldChg>
      <pc:sldChg chg="addSp delSp modSp add mod ord modNotesTx">
        <pc:chgData name="Hunt, Randall [USA]" userId="89bfa2a9-2144-4bd6-ba22-d79ad510780c" providerId="ADAL" clId="{DCBB801A-58F0-4AF4-AA2D-091B34895D6F}" dt="2025-01-09T13:53:12.724" v="5891" actId="20577"/>
        <pc:sldMkLst>
          <pc:docMk/>
          <pc:sldMk cId="3027937971" sldId="283"/>
        </pc:sldMkLst>
        <pc:spChg chg="mod">
          <ac:chgData name="Hunt, Randall [USA]" userId="89bfa2a9-2144-4bd6-ba22-d79ad510780c" providerId="ADAL" clId="{DCBB801A-58F0-4AF4-AA2D-091B34895D6F}" dt="2025-01-09T13:51:32.161" v="5865" actId="20577"/>
          <ac:spMkLst>
            <pc:docMk/>
            <pc:sldMk cId="3027937971" sldId="283"/>
            <ac:spMk id="2" creationId="{50D73D15-74AC-E3B6-FCB0-49A5CFB9BE7D}"/>
          </ac:spMkLst>
        </pc:spChg>
        <pc:spChg chg="mod">
          <ac:chgData name="Hunt, Randall [USA]" userId="89bfa2a9-2144-4bd6-ba22-d79ad510780c" providerId="ADAL" clId="{DCBB801A-58F0-4AF4-AA2D-091B34895D6F}" dt="2025-01-09T13:53:12.724" v="5891" actId="20577"/>
          <ac:spMkLst>
            <pc:docMk/>
            <pc:sldMk cId="3027937971" sldId="283"/>
            <ac:spMk id="3" creationId="{D7738553-1F6C-1C4B-88D2-76320A1F37CD}"/>
          </ac:spMkLst>
        </pc:spChg>
        <pc:picChg chg="add del mod">
          <ac:chgData name="Hunt, Randall [USA]" userId="89bfa2a9-2144-4bd6-ba22-d79ad510780c" providerId="ADAL" clId="{DCBB801A-58F0-4AF4-AA2D-091B34895D6F}" dt="2025-01-08T09:06:34.193" v="2576" actId="478"/>
          <ac:picMkLst>
            <pc:docMk/>
            <pc:sldMk cId="3027937971" sldId="283"/>
            <ac:picMk id="4" creationId="{F9EF8382-D9AC-2512-1128-264EC3E0DF9C}"/>
          </ac:picMkLst>
        </pc:picChg>
        <pc:picChg chg="add del mod">
          <ac:chgData name="Hunt, Randall [USA]" userId="89bfa2a9-2144-4bd6-ba22-d79ad510780c" providerId="ADAL" clId="{DCBB801A-58F0-4AF4-AA2D-091B34895D6F}" dt="2025-01-08T09:06:33.206" v="2575" actId="478"/>
          <ac:picMkLst>
            <pc:docMk/>
            <pc:sldMk cId="3027937971" sldId="283"/>
            <ac:picMk id="5" creationId="{413B594B-BC9C-C899-5ACF-4CC016961B76}"/>
          </ac:picMkLst>
        </pc:picChg>
      </pc:sldChg>
      <pc:sldChg chg="modSp add del mod">
        <pc:chgData name="Hunt, Randall [USA]" userId="89bfa2a9-2144-4bd6-ba22-d79ad510780c" providerId="ADAL" clId="{DCBB801A-58F0-4AF4-AA2D-091B34895D6F}" dt="2025-01-08T09:38:45.066" v="3323" actId="47"/>
        <pc:sldMkLst>
          <pc:docMk/>
          <pc:sldMk cId="139364008" sldId="284"/>
        </pc:sldMkLst>
        <pc:spChg chg="mod">
          <ac:chgData name="Hunt, Randall [USA]" userId="89bfa2a9-2144-4bd6-ba22-d79ad510780c" providerId="ADAL" clId="{DCBB801A-58F0-4AF4-AA2D-091B34895D6F}" dt="2025-01-08T09:38:22.305" v="3322" actId="15"/>
          <ac:spMkLst>
            <pc:docMk/>
            <pc:sldMk cId="139364008" sldId="284"/>
            <ac:spMk id="3" creationId="{D7738553-1F6C-1C4B-88D2-76320A1F37CD}"/>
          </ac:spMkLst>
        </pc:spChg>
      </pc:sldChg>
      <pc:sldChg chg="modSp add mod">
        <pc:chgData name="Hunt, Randall [USA]" userId="89bfa2a9-2144-4bd6-ba22-d79ad510780c" providerId="ADAL" clId="{DCBB801A-58F0-4AF4-AA2D-091B34895D6F}" dt="2025-01-08T09:47:32.774" v="4467" actId="27636"/>
        <pc:sldMkLst>
          <pc:docMk/>
          <pc:sldMk cId="2170433756" sldId="284"/>
        </pc:sldMkLst>
        <pc:spChg chg="mod">
          <ac:chgData name="Hunt, Randall [USA]" userId="89bfa2a9-2144-4bd6-ba22-d79ad510780c" providerId="ADAL" clId="{DCBB801A-58F0-4AF4-AA2D-091B34895D6F}" dt="2025-01-08T09:47:32.774" v="4467" actId="27636"/>
          <ac:spMkLst>
            <pc:docMk/>
            <pc:sldMk cId="2170433756" sldId="284"/>
            <ac:spMk id="3" creationId="{49C77D27-9D40-136B-81B3-9F3676E29357}"/>
          </ac:spMkLst>
        </pc:spChg>
      </pc:sldChg>
      <pc:sldChg chg="modSp add mod">
        <pc:chgData name="Hunt, Randall [USA]" userId="89bfa2a9-2144-4bd6-ba22-d79ad510780c" providerId="ADAL" clId="{DCBB801A-58F0-4AF4-AA2D-091B34895D6F}" dt="2025-01-08T09:52:49.360" v="5143" actId="20577"/>
        <pc:sldMkLst>
          <pc:docMk/>
          <pc:sldMk cId="4084666939" sldId="285"/>
        </pc:sldMkLst>
        <pc:spChg chg="mod">
          <ac:chgData name="Hunt, Randall [USA]" userId="89bfa2a9-2144-4bd6-ba22-d79ad510780c" providerId="ADAL" clId="{DCBB801A-58F0-4AF4-AA2D-091B34895D6F}" dt="2025-01-08T09:52:49.360" v="5143" actId="20577"/>
          <ac:spMkLst>
            <pc:docMk/>
            <pc:sldMk cId="4084666939" sldId="285"/>
            <ac:spMk id="3" creationId="{49C77D27-9D40-136B-81B3-9F3676E29357}"/>
          </ac:spMkLst>
        </pc:spChg>
      </pc:sldChg>
      <pc:sldChg chg="add">
        <pc:chgData name="Hunt, Randall [USA]" userId="89bfa2a9-2144-4bd6-ba22-d79ad510780c" providerId="ADAL" clId="{DCBB801A-58F0-4AF4-AA2D-091B34895D6F}" dt="2025-01-09T13:43:03.350" v="5272"/>
        <pc:sldMkLst>
          <pc:docMk/>
          <pc:sldMk cId="2567322409" sldId="286"/>
        </pc:sldMkLst>
      </pc:sldChg>
      <pc:sldChg chg="add del">
        <pc:chgData name="Hunt, Randall [USA]" userId="89bfa2a9-2144-4bd6-ba22-d79ad510780c" providerId="ADAL" clId="{DCBB801A-58F0-4AF4-AA2D-091B34895D6F}" dt="2025-01-09T13:44:20.472" v="5347"/>
        <pc:sldMkLst>
          <pc:docMk/>
          <pc:sldMk cId="890403922" sldId="287"/>
        </pc:sldMkLst>
      </pc:sldChg>
    </pc:docChg>
  </pc:docChgLst>
</pc:chgInfo>
</file>

<file path=ppt/comments/modernComment_11B_B47AAAB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8D4CBE-2C99-4D61-BCED-3DFA04762BE7}" authorId="{A4AF000C-62EC-FE4C-69DB-62675E11F5A0}" created="2024-08-14T18:49:54.1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27937971" sldId="283"/>
      <ac:spMk id="3" creationId="{D7738553-1F6C-1C4B-88D2-76320A1F37CD}"/>
    </ac:deMkLst>
    <p188:txBody>
      <a:bodyPr/>
      <a:lstStyle/>
      <a:p>
        <a:r>
          <a:rPr lang="en-US"/>
          <a:t>I had to change mine to the following paths in the images.</a:t>
        </a:r>
      </a:p>
    </p188:txBody>
  </p188:cm>
</p188:cmLst>
</file>

<file path=ppt/comments/modernComment_102_B6EB0B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8572F6-76E6-4736-B4E5-D6B856622275}" authorId="{A4AF000C-62EC-FE4C-69DB-62675E11F5A0}" created="2024-08-14T18:34:09.4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68857107" sldId="258"/>
      <ac:spMk id="3" creationId="{EE0D66AB-A1F1-3842-B53D-BF9EC1CF48C3}"/>
    </ac:deMkLst>
    <p188:txBody>
      <a:bodyPr/>
      <a:lstStyle/>
      <a:p>
        <a:r>
          <a:rPr lang="en-US"/>
          <a:t>RPM = red hat package manager</a:t>
        </a:r>
      </a:p>
    </p188:txBody>
  </p188:cm>
</p188:cmLst>
</file>

<file path=ppt/comments/modernComment_103_A738F2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91EAAD-CA2B-4CF1-982E-C7D8B6ABCB21}" authorId="{A4AF000C-62EC-FE4C-69DB-62675E11F5A0}" created="2024-08-14T18:37:37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05527092" sldId="259"/>
      <ac:spMk id="3" creationId="{A83328E6-5076-89D4-F124-BD7605978F15}"/>
    </ac:deMkLst>
    <p188:txBody>
      <a:bodyPr/>
      <a:lstStyle/>
      <a:p>
        <a:r>
          <a:rPr lang="en-US"/>
          <a:t>Mongo is a document database that makes it easy for developers to store structured and unstructured data. </a:t>
        </a:r>
      </a:p>
    </p188:txBody>
  </p188:cm>
  <p188:cm id="{2B17A84D-46A8-4110-A43A-87E8ADA572F2}" authorId="{A4AF000C-62EC-FE4C-69DB-62675E11F5A0}" created="2024-08-26T19:41:52.5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05527092" sldId="259"/>
      <ac:graphicFrameMk id="7" creationId="{2FEB5917-F2C1-EEA8-12A7-4B1F5022AB93}"/>
      <ac:tblMk/>
      <ac:tcMk rowId="2646029083" colId="3748207397"/>
      <ac:txMk cp="214" len="52">
        <ac:context len="267" hash="3021339072"/>
      </ac:txMk>
    </ac:txMkLst>
    <p188:pos x="6648450" y="2058231"/>
    <p188:txBody>
      <a:bodyPr/>
      <a:lstStyle/>
      <a:p>
        <a:r>
          <a:rPr lang="en-US"/>
          <a:t>You should be editing the CoreConfig file with the tak bash user. If trying to make changes to the document and you can't save the changes open it with sudo
</a:t>
        </a:r>
      </a:p>
    </p188:txBody>
  </p188:cm>
</p188:cmLst>
</file>

<file path=ppt/comments/modernComment_106_8FCA26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39A8A4-B544-4B9F-9167-F59433D02900}" authorId="{A4AF000C-62EC-FE4C-69DB-62675E11F5A0}" created="2024-08-14T18:58:00.1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12389922" sldId="262"/>
      <ac:spMk id="3" creationId="{F1118D13-F185-5F4E-B8C0-7CA5BE2C2313}"/>
      <ac:txMk cp="422" len="98">
        <ac:context len="598" hash="258942188"/>
      </ac:txMk>
    </ac:txMkLst>
    <p188:pos x="10229850" y="3109912"/>
    <p188:txBody>
      <a:bodyPr/>
      <a:lstStyle/>
      <a:p>
        <a:r>
          <a:rPr lang="en-US"/>
          <a:t>Do you really need to download the latest version before running this?</a:t>
        </a:r>
      </a:p>
    </p188:txBody>
  </p188:cm>
</p188:cmLst>
</file>

<file path=ppt/comments/modernComment_117_3ABC92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D0C4EA-AE0B-4317-B85E-8C53D8B70BD0}" authorId="{A4AF000C-62EC-FE4C-69DB-62675E11F5A0}" created="2024-08-14T18:49:54.1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85436842" sldId="279"/>
      <ac:spMk id="3" creationId="{D7738553-1F6C-1C4B-88D2-76320A1F37CD}"/>
    </ac:deMkLst>
    <p188:txBody>
      <a:bodyPr/>
      <a:lstStyle/>
      <a:p>
        <a:r>
          <a:rPr lang="en-US"/>
          <a:t>I had to change mine to the following paths in the images.</a:t>
        </a:r>
      </a:p>
    </p188:txBody>
  </p188:cm>
</p188:cmLst>
</file>

<file path=ppt/comments/modernComment_118_A51C42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ABC626-67A1-46B3-977E-6FE928BA593B}" authorId="{A4AF000C-62EC-FE4C-69DB-62675E11F5A0}" created="2024-08-14T18:49:54.1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70092686" sldId="280"/>
      <ac:spMk id="3" creationId="{D7738553-1F6C-1C4B-88D2-76320A1F37CD}"/>
    </ac:deMkLst>
    <p188:txBody>
      <a:bodyPr/>
      <a:lstStyle/>
      <a:p>
        <a:r>
          <a:rPr lang="en-US"/>
          <a:t>I had to change mine to the following paths in the images.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62261-D657-4C06-A9E2-CB3F4A323BF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8734F-EE85-44C4-8E11-33400D206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0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de-DE" sz="1800" dirty="0">
                <a:effectLst/>
                <a:latin typeface="Segoe UI" panose="020B0502040204020203" pitchFamily="34" charset="0"/>
              </a:rPr>
              <a:t>RPM = red hat package manager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2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Mongo is a document database that makes it easy for developers to store structured and unstructured data. 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If trying to make changes to the document and you can't save the changes open it with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sudo</a:t>
            </a:r>
            <a:endParaRPr lang="en-US" sz="180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70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 9100 is used to connect to the admin dashboard through a browser. </a:t>
            </a:r>
          </a:p>
          <a:p>
            <a:r>
              <a:rPr lang="en-US" dirty="0"/>
              <a:t>Port 9102 is used to connect a TAK server to the federation hub.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5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#Ensure the path is correct for your file locations.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79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#Ensure the path is correct for your file locations.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57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#Ensure the path is correct for your file locations. </a:t>
            </a:r>
          </a:p>
          <a:p>
            <a:r>
              <a:rPr lang="en-US" dirty="0"/>
              <a:t>#You can ensure the name of the files by navigating to the certificate's files</a:t>
            </a:r>
          </a:p>
          <a:p>
            <a:r>
              <a:rPr lang="en-US" dirty="0"/>
              <a:t>	#cd /opt/</a:t>
            </a:r>
            <a:r>
              <a:rPr lang="en-US" dirty="0" err="1"/>
              <a:t>tak</a:t>
            </a:r>
            <a:r>
              <a:rPr lang="en-US" dirty="0"/>
              <a:t>/federation-hub/certs/files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75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# </a:t>
            </a:r>
            <a:r>
              <a:rPr lang="en-US" sz="1800">
                <a:effectLst/>
                <a:latin typeface="Segoe UI" panose="020B0502040204020203" pitchFamily="34" charset="0"/>
              </a:rPr>
              <a:t>Do you really need to download the latest version before running this?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8734F-EE85-44C4-8E11-33400D2068B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4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AB642-FB7F-E17D-E682-BB90ABDFC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43EF5-14AB-6EBF-64D3-FF29B2311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6708-F4A8-238A-7F75-A4E6284A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61EF-5442-462D-FF3D-F1CA91B0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1FD7F-BB22-CE36-2465-631C2435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2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AB9E-DE89-5967-AE02-3199C9EB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A305-F6A1-4EFE-7EC8-E82A6BB36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9E357-C64D-2B2A-9F10-C9A8B025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D056E-451A-D5A1-ACE2-20A0D766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FE4F-51C9-45D1-2063-4485D9F7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3747-F09D-3627-7BEA-59786055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F4BD2-0DE3-EC87-8F7B-911015887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A68DA-1988-1FA0-FB94-A68DB4F2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A8F2C-F517-D42F-90C2-5E219EAD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A1690-3C01-9908-0A9F-812371770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4B02-2F2B-09A2-DB74-425E1B16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9911-7356-B059-6D8E-B0DE15535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26B4C-4FC8-5AB8-CCBB-414BC7015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B532D-1966-4476-5010-CEB29855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EC023-3D12-FA02-0843-AEE7D642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78DDF-FF92-F7F7-C301-56724931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9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A64C-7A68-AA0C-76A7-E4ED5F73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7D93D-0E53-FE54-39BE-64851A3F2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BCE44-B857-2449-A122-12433AB66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228E2-9C34-8250-FB43-8C5A6E9D8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024F86-5650-7587-CA14-A260D5A67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9EF81-8112-500B-DAB5-F77A809D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19D1A-187F-9421-3BFB-5CF26A57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FCC97-176D-16B1-5476-E8D061C9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0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4061-FA16-412E-BD82-D3C4A9C1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299F7-329B-FCFC-1BCA-0D1D1AE5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642F9-CA05-D558-D8EB-820BEF55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19320-3F08-0679-7116-699F5F2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6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77A20-D891-F500-CCE5-53855673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B480C-5BB6-DB42-E53D-46F44893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1C3AF-D67A-0263-0B92-9BEFA8A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8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C02D-8A05-2963-8B72-5B23CD2C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88D42-E09D-FC15-EF0E-CF3E10AA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3B9BA-3AB7-908E-844C-29006568F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E67A8-49A2-6BA4-0228-A02AB85B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22204-D324-5F8C-538B-DD7C9C45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CEC8A-3675-8860-B661-0555F370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9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02D0-B3A1-167A-3CE4-9A5627F3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E11CD-2A1C-F557-28A6-C828C91C6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8371E-9BF8-57AB-4D39-EADD399C7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2B865-B19E-3D50-98C3-9C6EE4E9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40C72-6735-12CA-5891-E739D1BF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7B67B-E3C7-E917-486A-638FD397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6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4379-8248-6667-6F64-90563F10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2140C-65C4-B302-3E74-1B3BD4998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0A43B-C749-75D9-1E1C-F4D10415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CE387-C0E5-3075-F774-E0798DBF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BD6A7-4EE8-989E-2D56-D43A2F7D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4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F9619-FC09-AA75-7620-1E6DC1468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8706C-58B1-DD75-CF4F-DB6384093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3A5C3-F946-83E7-11A6-99DD17B5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87AA6-1B9A-098E-6081-9F16AF0C0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2EA41-8A73-BD38-63F3-AE299B11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0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3BB65-2DEC-7745-4C49-E1855B83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18844-7953-E7E3-C18A-00F90C9C8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0A2E-C0A9-237F-4477-8858BC26F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BE8DF-62CB-4305-AD88-3B58229E2C9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3EC10-3228-034F-8E6D-ED4E8DA19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1301C-AD3C-4EDA-6A8A-A8CD3985D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11B41-DAA7-4E03-9AEB-2C6D0195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ak.gov/products/tak-serv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B6EB0B1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A738F23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3ABC92AA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A51C428E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B47AAAB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takadmin@192.168.76.246:~/admin.p12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192.168.76.246:9100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ailto:takadmin@192.168.1.123:~/ca.pe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8FCA262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6AAB-09F6-BE1A-AEC3-7B0B98BB7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TAK Server - Federation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537B1-AFD0-ACC5-BA9E-F7F657EDB9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0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71BA-15A2-56D6-0F2F-04E4F8B61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Federation Hub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63B9B-E50B-F1F6-C3A3-65A0FD6A1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356"/>
            <a:ext cx="10515600" cy="4572607"/>
          </a:xfrm>
        </p:spPr>
        <p:txBody>
          <a:bodyPr/>
          <a:lstStyle/>
          <a:p>
            <a:r>
              <a:rPr lang="en-US" dirty="0"/>
              <a:t>You should have your TAK Server already installed and running.</a:t>
            </a:r>
          </a:p>
          <a:p>
            <a:r>
              <a:rPr lang="en-US" dirty="0"/>
              <a:t>Download Federation Hub from the following link: </a:t>
            </a:r>
          </a:p>
          <a:p>
            <a:pPr lvl="1"/>
            <a:r>
              <a:rPr lang="en-US" dirty="0">
                <a:hlinkClick r:id="rId2"/>
              </a:rPr>
              <a:t>https://tak.gov/products/tak-server</a:t>
            </a:r>
            <a:endParaRPr lang="en-US" dirty="0"/>
          </a:p>
          <a:p>
            <a:r>
              <a:rPr lang="en-US" dirty="0"/>
              <a:t>Update package manager: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yum update –y</a:t>
            </a:r>
            <a:endParaRPr lang="en-US" dirty="0"/>
          </a:p>
          <a:p>
            <a:r>
              <a:rPr lang="en-US" dirty="0"/>
              <a:t>Ensure you are running Java version 17:</a:t>
            </a:r>
          </a:p>
          <a:p>
            <a:pPr lvl="1"/>
            <a:r>
              <a:rPr lang="en-US" b="1" dirty="0"/>
              <a:t>java --version</a:t>
            </a:r>
          </a:p>
          <a:p>
            <a:pPr lvl="1"/>
            <a:r>
              <a:rPr lang="en-US" dirty="0"/>
              <a:t>To install java 17: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dnf</a:t>
            </a:r>
            <a:r>
              <a:rPr lang="en-US" b="1" dirty="0"/>
              <a:t> install java-17-openjdk-devel –y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6DAB0-430F-DED9-4A58-86E524E6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931" y="4523427"/>
            <a:ext cx="5077412" cy="579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815355-4FA4-10E5-039E-D1FF04B05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356" y="2639974"/>
            <a:ext cx="3845221" cy="5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38D6-E164-DFDF-9327-B5692880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Federation Hub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D66AB-A1F1-3842-B53D-BF9EC1CF4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8"/>
            <a:ext cx="10515600" cy="4597545"/>
          </a:xfrm>
        </p:spPr>
        <p:txBody>
          <a:bodyPr/>
          <a:lstStyle/>
          <a:p>
            <a:r>
              <a:rPr lang="en-US" dirty="0"/>
              <a:t>Copy the Federation Hub file over to the server: </a:t>
            </a:r>
          </a:p>
          <a:p>
            <a:pPr lvl="1"/>
            <a:r>
              <a:rPr lang="en-US" dirty="0"/>
              <a:t>On your local machines terminal: </a:t>
            </a:r>
          </a:p>
          <a:p>
            <a:pPr lvl="2"/>
            <a:r>
              <a:rPr lang="en-US" b="1" dirty="0" err="1"/>
              <a:t>scp</a:t>
            </a:r>
            <a:r>
              <a:rPr lang="en-US" b="1" dirty="0"/>
              <a:t> </a:t>
            </a:r>
            <a:r>
              <a:rPr lang="en-US" b="1" dirty="0" err="1"/>
              <a:t>takserver</a:t>
            </a:r>
            <a:r>
              <a:rPr lang="en-US" b="1" dirty="0"/>
              <a:t>-fed-hub-*.rpm &lt;username&gt;@&lt;IP address&gt;:~/</a:t>
            </a:r>
          </a:p>
          <a:p>
            <a:pPr lvl="3"/>
            <a:r>
              <a:rPr lang="en-US" dirty="0"/>
              <a:t>Example: </a:t>
            </a:r>
            <a:r>
              <a:rPr lang="en-US" b="1" dirty="0" err="1"/>
              <a:t>scp</a:t>
            </a:r>
            <a:r>
              <a:rPr lang="en-US" b="1" dirty="0"/>
              <a:t> </a:t>
            </a:r>
            <a:r>
              <a:rPr lang="en-US" b="1" dirty="0" err="1"/>
              <a:t>takserver</a:t>
            </a:r>
            <a:r>
              <a:rPr lang="en-US" b="1" dirty="0"/>
              <a:t>-fed-hub.*.rpm takadmin@192.168.1.123:~/ </a:t>
            </a:r>
          </a:p>
          <a:p>
            <a:pPr lvl="3"/>
            <a:r>
              <a:rPr lang="en-US" dirty="0"/>
              <a:t>You can use the entire file name if you have multiple versions downloaded. </a:t>
            </a:r>
          </a:p>
          <a:p>
            <a:r>
              <a:rPr lang="en-US" dirty="0"/>
              <a:t>Install the RPM: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dnf</a:t>
            </a:r>
            <a:r>
              <a:rPr lang="en-US" b="1" dirty="0"/>
              <a:t> install </a:t>
            </a:r>
            <a:r>
              <a:rPr lang="en-US" b="1" dirty="0" err="1"/>
              <a:t>takserver</a:t>
            </a:r>
            <a:r>
              <a:rPr lang="en-US" b="1" dirty="0"/>
              <a:t>-fed-hub-*.</a:t>
            </a:r>
            <a:r>
              <a:rPr lang="en-US" b="1" dirty="0" err="1"/>
              <a:t>noarch.rpm</a:t>
            </a:r>
            <a:r>
              <a:rPr lang="en-US" b="1" dirty="0"/>
              <a:t> -y</a:t>
            </a:r>
          </a:p>
          <a:p>
            <a:r>
              <a:rPr lang="en-US" dirty="0"/>
              <a:t>Add and Apply </a:t>
            </a:r>
            <a:r>
              <a:rPr lang="en-US" dirty="0" err="1"/>
              <a:t>SELinux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dnf</a:t>
            </a:r>
            <a:r>
              <a:rPr lang="en-US" b="1" dirty="0"/>
              <a:t> install </a:t>
            </a:r>
            <a:r>
              <a:rPr lang="en-US" b="1" dirty="0" err="1"/>
              <a:t>checkpolicy</a:t>
            </a:r>
            <a:endParaRPr lang="en-US" b="1" dirty="0"/>
          </a:p>
          <a:p>
            <a:pPr lvl="1"/>
            <a:r>
              <a:rPr lang="en-US" b="1" dirty="0"/>
              <a:t>cd /opt/</a:t>
            </a:r>
            <a:r>
              <a:rPr lang="en-US" b="1" dirty="0" err="1"/>
              <a:t>tak</a:t>
            </a:r>
            <a:r>
              <a:rPr lang="en-US" b="1" dirty="0"/>
              <a:t>/federation-hub &amp;&amp; </a:t>
            </a:r>
            <a:r>
              <a:rPr lang="en-US" b="1" dirty="0" err="1"/>
              <a:t>sudo</a:t>
            </a:r>
            <a:r>
              <a:rPr lang="en-US" b="1" dirty="0"/>
              <a:t> ./apply-selinux.sh &amp;&amp; </a:t>
            </a:r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semodule</a:t>
            </a:r>
            <a:r>
              <a:rPr lang="en-US" b="1" dirty="0"/>
              <a:t> –l | grep </a:t>
            </a:r>
            <a:r>
              <a:rPr lang="en-US" b="1" dirty="0" err="1"/>
              <a:t>takserver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88571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9C75-9DAA-7F4B-947B-C2D2BF9E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Federation Hub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328E6-5076-89D4-F124-BD7605978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65293"/>
          </a:xfrm>
        </p:spPr>
        <p:txBody>
          <a:bodyPr/>
          <a:lstStyle/>
          <a:p>
            <a:r>
              <a:rPr lang="en-US" dirty="0"/>
              <a:t>Add database credentials (otherwise the default will be generated): </a:t>
            </a:r>
          </a:p>
          <a:p>
            <a:pPr lvl="1"/>
            <a:r>
              <a:rPr lang="en-US" dirty="0"/>
              <a:t>Open the federation hub broker file as the </a:t>
            </a:r>
            <a:r>
              <a:rPr lang="en-US" dirty="0" err="1"/>
              <a:t>tak</a:t>
            </a:r>
            <a:r>
              <a:rPr lang="en-US" dirty="0"/>
              <a:t> bash user: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2"/>
            <a:r>
              <a:rPr lang="en-US" b="1" dirty="0"/>
              <a:t>vim /opt/tak/federation-hub/configs/federation-hub-</a:t>
            </a:r>
            <a:r>
              <a:rPr lang="en-US" b="1" dirty="0" err="1"/>
              <a:t>broker.yml</a:t>
            </a:r>
            <a:endParaRPr lang="en-US" dirty="0"/>
          </a:p>
          <a:p>
            <a:pPr lvl="2"/>
            <a:r>
              <a:rPr lang="en-US" dirty="0"/>
              <a:t>Scroll down to “</a:t>
            </a:r>
            <a:r>
              <a:rPr lang="en-US" dirty="0" err="1"/>
              <a:t>dbPassword</a:t>
            </a:r>
            <a:r>
              <a:rPr lang="en-US" dirty="0"/>
              <a:t>” and enter in a valid password:</a:t>
            </a:r>
          </a:p>
          <a:p>
            <a:r>
              <a:rPr lang="en-US" dirty="0"/>
              <a:t>Optionally install Mongo: (cannot be done as the bash user </a:t>
            </a:r>
            <a:r>
              <a:rPr lang="en-US" b="1" dirty="0"/>
              <a:t>“exit</a:t>
            </a:r>
            <a:r>
              <a:rPr lang="en-US" dirty="0"/>
              <a:t>”)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E9733-5640-3C29-03B6-97F63D63A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082" y="2447813"/>
            <a:ext cx="3219899" cy="8002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8EF156-A308-42FF-5FFA-C971E2BA1A89}"/>
              </a:ext>
            </a:extLst>
          </p:cNvPr>
          <p:cNvSpPr/>
          <p:nvPr/>
        </p:nvSpPr>
        <p:spPr>
          <a:xfrm>
            <a:off x="9048082" y="2757626"/>
            <a:ext cx="1857375" cy="228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EB5917-F2C1-EEA8-12A7-4B1F5022A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1529"/>
              </p:ext>
            </p:extLst>
          </p:nvPr>
        </p:nvGraphicFramePr>
        <p:xfrm>
          <a:off x="1230941" y="4476308"/>
          <a:ext cx="10287000" cy="2296632"/>
        </p:xfrm>
        <a:graphic>
          <a:graphicData uri="http://schemas.openxmlformats.org/drawingml/2006/table">
            <a:tbl>
              <a:tblPr/>
              <a:tblGrid>
                <a:gridCol w="10287000">
                  <a:extLst>
                    <a:ext uri="{9D8B030D-6E8A-4147-A177-3AD203B41FA5}">
                      <a16:colId xmlns:a16="http://schemas.microsoft.com/office/drawing/2014/main" val="3748207397"/>
                    </a:ext>
                  </a:extLst>
                </a:gridCol>
              </a:tblGrid>
              <a:tr h="2296632">
                <a:tc>
                  <a:txBody>
                    <a:bodyPr/>
                    <a:lstStyle/>
                    <a:p>
                      <a:pPr marL="342900" indent="-34290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dirty="0" err="1">
                          <a:effectLst/>
                          <a:latin typeface="+mj-lt"/>
                        </a:rPr>
                        <a:t>sudo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cp /opt/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tak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/federation-hub/scripts/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db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/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mongodb-org.repo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/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etc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/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yum.repos.d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/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mongodb-org.repo</a:t>
                      </a:r>
                      <a:endParaRPr lang="en-US" sz="2000" b="1" i="0" dirty="0">
                        <a:effectLst/>
                        <a:latin typeface="+mj-lt"/>
                      </a:endParaRP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dirty="0" err="1">
                          <a:effectLst/>
                          <a:latin typeface="+mj-lt"/>
                        </a:rPr>
                        <a:t>sudo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yum install -y 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mongodb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-org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dirty="0" err="1">
                          <a:effectLst/>
                          <a:latin typeface="+mj-lt"/>
                        </a:rPr>
                        <a:t>sudo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systemctl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daemon-reload</a:t>
                      </a: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dirty="0" err="1">
                          <a:effectLst/>
                          <a:latin typeface="+mj-lt"/>
                        </a:rPr>
                        <a:t>sudo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systemctl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enable 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mongod</a:t>
                      </a:r>
                      <a:endParaRPr lang="en-US" sz="2000" b="1" i="0" dirty="0">
                        <a:effectLst/>
                        <a:latin typeface="+mj-lt"/>
                      </a:endParaRP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dirty="0" err="1">
                          <a:effectLst/>
                          <a:latin typeface="+mj-lt"/>
                        </a:rPr>
                        <a:t>sudo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systemctl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restart </a:t>
                      </a:r>
                      <a:r>
                        <a:rPr lang="en-US" sz="2000" b="1" i="0" dirty="0" err="1">
                          <a:effectLst/>
                          <a:latin typeface="+mj-lt"/>
                        </a:rPr>
                        <a:t>mongod</a:t>
                      </a:r>
                      <a:endParaRPr lang="en-US" sz="2000" b="1" i="0" dirty="0">
                        <a:effectLst/>
                        <a:latin typeface="+mj-lt"/>
                      </a:endParaRPr>
                    </a:p>
                    <a:p>
                      <a:pPr marL="285750" indent="-28575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dirty="0" err="1">
                          <a:effectLst/>
                          <a:latin typeface="+mj-lt"/>
                        </a:rPr>
                        <a:t>sudo</a:t>
                      </a:r>
                      <a:r>
                        <a:rPr lang="en-US" sz="2000" b="1" i="0" dirty="0">
                          <a:effectLst/>
                          <a:latin typeface="+mj-lt"/>
                        </a:rPr>
                        <a:t> /opt/tak/federation-hub/scripts/db/configure.sh</a:t>
                      </a:r>
                    </a:p>
                  </a:txBody>
                  <a:tcPr marL="104046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02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5270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A00B-B016-3CD3-9E95-3CE22BF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Federation Hub Firewall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3B95B-5EE7-4687-537A-ED8F34981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Configure the necessary ports: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--zone=public --add-port 9100/</a:t>
            </a:r>
            <a:r>
              <a:rPr lang="en-US" b="1" dirty="0" err="1"/>
              <a:t>tcp</a:t>
            </a:r>
            <a:r>
              <a:rPr lang="en-US" b="1" dirty="0"/>
              <a:t> --permanent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--zone=public --add-port 9102/</a:t>
            </a:r>
            <a:r>
              <a:rPr lang="en-US" b="1" dirty="0" err="1"/>
              <a:t>tcp</a:t>
            </a:r>
            <a:r>
              <a:rPr lang="en-US" b="1" dirty="0"/>
              <a:t> --permanent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--reload </a:t>
            </a:r>
          </a:p>
          <a:p>
            <a:pPr lvl="1"/>
            <a:r>
              <a:rPr lang="en-US" dirty="0"/>
              <a:t>You can view the current port configurations by running the following: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firewall-</a:t>
            </a:r>
            <a:r>
              <a:rPr lang="en-US" b="1" dirty="0" err="1"/>
              <a:t>cmd</a:t>
            </a:r>
            <a:r>
              <a:rPr lang="en-US" b="1" dirty="0"/>
              <a:t> --list-all </a:t>
            </a:r>
          </a:p>
          <a:p>
            <a:pPr lvl="2"/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05607-16FC-1A6A-E4BA-4487937A7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3864393"/>
            <a:ext cx="3962804" cy="277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3D15-74AC-E3B6-FCB0-49A5CFB9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TAK Server – Federation Hub Configuration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8553-1F6C-1C4B-88D2-76320A1F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097"/>
            <a:ext cx="10515600" cy="559490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Create your certificates:</a:t>
            </a:r>
          </a:p>
          <a:p>
            <a:pPr lvl="2"/>
            <a:r>
              <a:rPr lang="en-US" dirty="0"/>
              <a:t>Switch to the </a:t>
            </a:r>
            <a:r>
              <a:rPr lang="en-US" dirty="0" err="1"/>
              <a:t>tak</a:t>
            </a:r>
            <a:r>
              <a:rPr lang="en-US" dirty="0"/>
              <a:t> bash user:</a:t>
            </a:r>
          </a:p>
          <a:p>
            <a:pPr lvl="3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2"/>
            <a:r>
              <a:rPr lang="en-US" dirty="0"/>
              <a:t>Navigate to the cert directory:</a:t>
            </a:r>
          </a:p>
          <a:p>
            <a:pPr lvl="3"/>
            <a:r>
              <a:rPr lang="en-US" b="1" dirty="0"/>
              <a:t>cd /opt/</a:t>
            </a:r>
            <a:r>
              <a:rPr lang="en-US" b="1" dirty="0" err="1"/>
              <a:t>tak</a:t>
            </a:r>
            <a:r>
              <a:rPr lang="en-US" b="1" dirty="0"/>
              <a:t>/federation-hub/certs</a:t>
            </a:r>
            <a:endParaRPr lang="en-US" dirty="0"/>
          </a:p>
          <a:p>
            <a:pPr lvl="2"/>
            <a:r>
              <a:rPr lang="en-US" dirty="0"/>
              <a:t>Modify the meta data file:</a:t>
            </a:r>
          </a:p>
          <a:p>
            <a:pPr lvl="3"/>
            <a:r>
              <a:rPr lang="en-US" b="1" dirty="0"/>
              <a:t>vim cert-metadata.sh</a:t>
            </a:r>
            <a:endParaRPr lang="en-US" dirty="0"/>
          </a:p>
          <a:p>
            <a:pPr lvl="3"/>
            <a:r>
              <a:rPr lang="en-US" dirty="0"/>
              <a:t>Update the values for the following: </a:t>
            </a:r>
          </a:p>
          <a:p>
            <a:pPr lvl="4"/>
            <a:r>
              <a:rPr lang="en-US" b="1" dirty="0"/>
              <a:t>COUNTRY: </a:t>
            </a:r>
            <a:r>
              <a:rPr lang="en-US" dirty="0"/>
              <a:t>XX</a:t>
            </a:r>
          </a:p>
          <a:p>
            <a:pPr lvl="4"/>
            <a:r>
              <a:rPr lang="en-US" b="1" dirty="0"/>
              <a:t>STATE: </a:t>
            </a:r>
            <a:r>
              <a:rPr lang="en-US" dirty="0"/>
              <a:t>XX</a:t>
            </a:r>
          </a:p>
          <a:p>
            <a:pPr lvl="4"/>
            <a:r>
              <a:rPr lang="en-US" b="1" dirty="0"/>
              <a:t>CITY: </a:t>
            </a:r>
            <a:r>
              <a:rPr lang="en-US" dirty="0"/>
              <a:t>XX</a:t>
            </a:r>
          </a:p>
          <a:p>
            <a:pPr lvl="4"/>
            <a:r>
              <a:rPr lang="en-US" b="1" dirty="0"/>
              <a:t>ORGANIZATION:</a:t>
            </a:r>
            <a:r>
              <a:rPr lang="en-US" dirty="0"/>
              <a:t> XX</a:t>
            </a:r>
          </a:p>
          <a:p>
            <a:pPr lvl="4"/>
            <a:r>
              <a:rPr lang="en-US" b="1" dirty="0"/>
              <a:t>ORGANIZATIONALUNIT: </a:t>
            </a:r>
            <a:r>
              <a:rPr lang="en-US" dirty="0"/>
              <a:t>XX</a:t>
            </a:r>
          </a:p>
          <a:p>
            <a:pPr lvl="2"/>
            <a:r>
              <a:rPr lang="en-US" dirty="0"/>
              <a:t>Save and exit: press </a:t>
            </a:r>
            <a:r>
              <a:rPr lang="en-US" b="1" dirty="0"/>
              <a:t>esc </a:t>
            </a:r>
          </a:p>
          <a:p>
            <a:pPr lvl="3"/>
            <a:r>
              <a:rPr lang="en-US" dirty="0"/>
              <a:t>type: </a:t>
            </a:r>
            <a:r>
              <a:rPr lang="en-US" b="1" dirty="0"/>
              <a:t>:</a:t>
            </a:r>
            <a:r>
              <a:rPr lang="en-US" b="1" dirty="0" err="1"/>
              <a:t>wq</a:t>
            </a:r>
            <a:r>
              <a:rPr lang="en-US" b="1" dirty="0"/>
              <a:t>!</a:t>
            </a:r>
          </a:p>
          <a:p>
            <a:pPr lvl="3"/>
            <a:r>
              <a:rPr lang="en-US" dirty="0"/>
              <a:t>press enter</a:t>
            </a:r>
          </a:p>
          <a:p>
            <a:pPr lvl="2"/>
            <a:endParaRPr lang="en-US" b="1" dirty="0"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3B0E653-2425-085C-6155-18BF12F5B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004" y="2129148"/>
            <a:ext cx="5781156" cy="310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368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3D15-74AC-E3B6-FCB0-49A5CFB9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TAK Server – Federation Hub Configuration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8553-1F6C-1C4B-88D2-76320A1F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860"/>
            <a:ext cx="10515600" cy="4772690"/>
          </a:xfrm>
        </p:spPr>
        <p:txBody>
          <a:bodyPr/>
          <a:lstStyle/>
          <a:p>
            <a:r>
              <a:rPr lang="en-US" dirty="0"/>
              <a:t>Create the certificates needed for federation hub:</a:t>
            </a:r>
          </a:p>
          <a:p>
            <a:pPr lvl="1"/>
            <a:r>
              <a:rPr lang="en-US" dirty="0"/>
              <a:t>Create the root certificate: </a:t>
            </a:r>
          </a:p>
          <a:p>
            <a:pPr lvl="2"/>
            <a:r>
              <a:rPr lang="en-US" b="1" dirty="0"/>
              <a:t>./makeRootCa.sh --ca-name &lt;name&gt;</a:t>
            </a:r>
          </a:p>
          <a:p>
            <a:pPr lvl="3"/>
            <a:r>
              <a:rPr lang="en-US" dirty="0"/>
              <a:t>Example: </a:t>
            </a:r>
            <a:r>
              <a:rPr lang="en-US" b="1" dirty="0"/>
              <a:t>./makeRootCa.sh --ca-name </a:t>
            </a:r>
            <a:r>
              <a:rPr lang="en-US" b="1" dirty="0" err="1"/>
              <a:t>truststore</a:t>
            </a:r>
            <a:r>
              <a:rPr lang="en-US" b="1" dirty="0"/>
              <a:t>-root</a:t>
            </a:r>
          </a:p>
          <a:p>
            <a:pPr lvl="1"/>
            <a:r>
              <a:rPr lang="en-US" dirty="0"/>
              <a:t>Create the server certificate: </a:t>
            </a:r>
          </a:p>
          <a:p>
            <a:pPr lvl="2"/>
            <a:r>
              <a:rPr lang="en-US" b="1" dirty="0"/>
              <a:t>./makeCert.sh server &lt;name&gt;</a:t>
            </a:r>
          </a:p>
          <a:p>
            <a:pPr lvl="3"/>
            <a:r>
              <a:rPr lang="en-US" dirty="0"/>
              <a:t>Example: </a:t>
            </a:r>
            <a:r>
              <a:rPr lang="en-US" b="1" dirty="0"/>
              <a:t>./makeCert.sh server </a:t>
            </a:r>
            <a:r>
              <a:rPr lang="en-US" b="1" dirty="0" err="1"/>
              <a:t>takserver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00926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3D15-74AC-E3B6-FCB0-49A5CFB9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TAK Server – Federation Hub Configuration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8553-1F6C-1C4B-88D2-76320A1F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0"/>
            <a:ext cx="10515600" cy="53549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Verify and update the file paths for the certificates: </a:t>
            </a:r>
          </a:p>
          <a:p>
            <a:pPr lvl="1"/>
            <a:r>
              <a:rPr lang="en-US" dirty="0"/>
              <a:t>Switch to the </a:t>
            </a:r>
            <a:r>
              <a:rPr lang="en-US" dirty="0" err="1"/>
              <a:t>tak</a:t>
            </a:r>
            <a:r>
              <a:rPr lang="en-US" dirty="0"/>
              <a:t> bash user: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dirty="0"/>
              <a:t>Update the path for the root certificate file if not the default 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dirty="0" err="1"/>
              <a:t>truststore</a:t>
            </a:r>
            <a:r>
              <a:rPr lang="en-US" b="1" dirty="0"/>
              <a:t>-root</a:t>
            </a:r>
            <a:r>
              <a:rPr lang="en-US" dirty="0"/>
              <a:t>): </a:t>
            </a:r>
          </a:p>
          <a:p>
            <a:pPr lvl="2"/>
            <a:r>
              <a:rPr lang="en-US" b="1" dirty="0"/>
              <a:t>sed -</a:t>
            </a:r>
            <a:r>
              <a:rPr lang="en-US" b="1" dirty="0" err="1"/>
              <a:t>i</a:t>
            </a:r>
            <a:r>
              <a:rPr lang="en-US" b="1" dirty="0"/>
              <a:t> 's/</a:t>
            </a:r>
            <a:r>
              <a:rPr lang="en-US" b="1" dirty="0" err="1"/>
              <a:t>truststore</a:t>
            </a:r>
            <a:r>
              <a:rPr lang="en-US" b="1" dirty="0"/>
              <a:t>-root/</a:t>
            </a:r>
            <a:r>
              <a:rPr lang="en-US" b="1" dirty="0" err="1"/>
              <a:t>truststore</a:t>
            </a:r>
            <a:r>
              <a:rPr lang="en-US" b="1" dirty="0"/>
              <a:t>-&lt;</a:t>
            </a:r>
            <a:r>
              <a:rPr lang="en-US" b="1" dirty="0" err="1"/>
              <a:t>CACommonName</a:t>
            </a:r>
            <a:r>
              <a:rPr lang="en-US" b="1" dirty="0"/>
              <a:t>&gt;/g' /opt/</a:t>
            </a:r>
            <a:r>
              <a:rPr lang="en-US" b="1" dirty="0" err="1"/>
              <a:t>tak</a:t>
            </a:r>
            <a:r>
              <a:rPr lang="en-US" b="1" dirty="0"/>
              <a:t>/CoreConfig.example.xml</a:t>
            </a:r>
          </a:p>
          <a:p>
            <a:pPr lvl="3"/>
            <a:r>
              <a:rPr lang="en-US" dirty="0"/>
              <a:t>Example: </a:t>
            </a:r>
            <a:r>
              <a:rPr lang="en-US" b="1" dirty="0"/>
              <a:t>sed -</a:t>
            </a:r>
            <a:r>
              <a:rPr lang="en-US" b="1" dirty="0" err="1"/>
              <a:t>i</a:t>
            </a:r>
            <a:r>
              <a:rPr lang="en-US" b="1" dirty="0"/>
              <a:t> 's/</a:t>
            </a:r>
            <a:r>
              <a:rPr lang="en-US" b="1" dirty="0" err="1"/>
              <a:t>truststore</a:t>
            </a:r>
            <a:r>
              <a:rPr lang="en-US" b="1" dirty="0"/>
              <a:t>-root/truststore-ROOT-CA-01/g' /opt/</a:t>
            </a:r>
            <a:r>
              <a:rPr lang="en-US" b="1" dirty="0" err="1"/>
              <a:t>tak</a:t>
            </a:r>
            <a:r>
              <a:rPr lang="en-US" b="1" dirty="0"/>
              <a:t>/federation-hub/configs/federation-hub-</a:t>
            </a:r>
            <a:r>
              <a:rPr lang="en-US" b="1" dirty="0" err="1"/>
              <a:t>ui.yml</a:t>
            </a:r>
            <a:endParaRPr lang="en-US" b="1" dirty="0"/>
          </a:p>
          <a:p>
            <a:pPr lvl="1"/>
            <a:endParaRPr lang="en-US" dirty="0"/>
          </a:p>
          <a:p>
            <a:pPr lvl="1"/>
            <a:r>
              <a:rPr lang="en-US" dirty="0"/>
              <a:t>Update both of the paths for the server certificate file if not the default </a:t>
            </a:r>
            <a:r>
              <a:rPr lang="en-US" b="1" dirty="0"/>
              <a:t>(</a:t>
            </a:r>
            <a:r>
              <a:rPr lang="en-US" b="1" dirty="0" err="1"/>
              <a:t>takserver</a:t>
            </a:r>
            <a:r>
              <a:rPr lang="en-US" dirty="0"/>
              <a:t>): </a:t>
            </a:r>
          </a:p>
          <a:p>
            <a:pPr lvl="2"/>
            <a:r>
              <a:rPr lang="en-US" b="1" dirty="0"/>
              <a:t>sed -</a:t>
            </a:r>
            <a:r>
              <a:rPr lang="en-US" b="1" dirty="0" err="1"/>
              <a:t>i</a:t>
            </a:r>
            <a:r>
              <a:rPr lang="en-US" b="1" dirty="0"/>
              <a:t> 's/</a:t>
            </a:r>
            <a:r>
              <a:rPr lang="en-US" b="1" dirty="0" err="1"/>
              <a:t>takserver</a:t>
            </a:r>
            <a:r>
              <a:rPr lang="en-US" b="1" dirty="0"/>
              <a:t>/&lt;</a:t>
            </a:r>
            <a:r>
              <a:rPr lang="en-US" b="1" dirty="0" err="1"/>
              <a:t>TAKServerName</a:t>
            </a:r>
            <a:r>
              <a:rPr lang="en-US" b="1" dirty="0"/>
              <a:t>&gt;/g' /opt/</a:t>
            </a:r>
            <a:r>
              <a:rPr lang="en-US" b="1" dirty="0" err="1"/>
              <a:t>tak</a:t>
            </a:r>
            <a:r>
              <a:rPr lang="en-US" b="1" dirty="0"/>
              <a:t>/federation-hub/configs/federation-hub-</a:t>
            </a:r>
            <a:r>
              <a:rPr lang="en-US" b="1" dirty="0" err="1"/>
              <a:t>broker.yml</a:t>
            </a:r>
            <a:endParaRPr lang="en-US" b="1" dirty="0"/>
          </a:p>
          <a:p>
            <a:pPr lvl="2"/>
            <a:r>
              <a:rPr lang="en-US" b="1" dirty="0"/>
              <a:t>sed -</a:t>
            </a:r>
            <a:r>
              <a:rPr lang="en-US" b="1" dirty="0" err="1"/>
              <a:t>i</a:t>
            </a:r>
            <a:r>
              <a:rPr lang="en-US" b="1" dirty="0"/>
              <a:t> 's/</a:t>
            </a:r>
            <a:r>
              <a:rPr lang="en-US" b="1" dirty="0" err="1"/>
              <a:t>takserver</a:t>
            </a:r>
            <a:r>
              <a:rPr lang="en-US" b="1" dirty="0"/>
              <a:t>/&lt;</a:t>
            </a:r>
            <a:r>
              <a:rPr lang="en-US" b="1" dirty="0" err="1"/>
              <a:t>TAKServerName</a:t>
            </a:r>
            <a:r>
              <a:rPr lang="en-US" b="1" dirty="0"/>
              <a:t>&gt;/g' /opt/</a:t>
            </a:r>
            <a:r>
              <a:rPr lang="en-US" b="1" dirty="0" err="1"/>
              <a:t>tak</a:t>
            </a:r>
            <a:r>
              <a:rPr lang="en-US" b="1" dirty="0"/>
              <a:t>/federation-hub/configs/federation-hub-</a:t>
            </a:r>
            <a:r>
              <a:rPr lang="en-US" b="1" dirty="0" err="1"/>
              <a:t>ui.yml</a:t>
            </a:r>
            <a:endParaRPr lang="en-US" b="1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79379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486C-E339-8243-D3D0-A2B37CEA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Configuring Authorized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73C4-F284-813A-CAC6-B9583456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authorized users are written to </a:t>
            </a:r>
            <a:r>
              <a:rPr lang="en-US" b="1" dirty="0"/>
              <a:t>/opt/</a:t>
            </a:r>
            <a:r>
              <a:rPr lang="en-US" b="1" dirty="0" err="1"/>
              <a:t>tak</a:t>
            </a:r>
            <a:r>
              <a:rPr lang="en-US" b="1" dirty="0"/>
              <a:t>/federation-hub/</a:t>
            </a:r>
            <a:r>
              <a:rPr lang="en-US" b="1" dirty="0" err="1"/>
              <a:t>authroized_users.yml</a:t>
            </a:r>
            <a:r>
              <a:rPr lang="en-US" b="1" dirty="0"/>
              <a:t> </a:t>
            </a:r>
            <a:r>
              <a:rPr lang="en-US" dirty="0"/>
              <a:t>but can be written to an alternative location by running the following: </a:t>
            </a:r>
          </a:p>
          <a:p>
            <a:pPr lvl="1"/>
            <a:r>
              <a:rPr lang="en-US" b="1" dirty="0"/>
              <a:t>java -jar /opt/</a:t>
            </a:r>
            <a:r>
              <a:rPr lang="en-US" b="1" dirty="0" err="1"/>
              <a:t>tak</a:t>
            </a:r>
            <a:r>
              <a:rPr lang="en-US" b="1" dirty="0"/>
              <a:t>/federation-hub/jars/federation-hub-manager.jar &lt;path to certs&gt;/</a:t>
            </a:r>
            <a:r>
              <a:rPr lang="en-US" b="1" dirty="0" err="1"/>
              <a:t>cert.pem</a:t>
            </a:r>
            <a:r>
              <a:rPr lang="en-US" b="1" dirty="0"/>
              <a:t>  &lt;path&gt;/</a:t>
            </a:r>
            <a:r>
              <a:rPr lang="en-US" b="1" dirty="0" err="1"/>
              <a:t>authorized_users.yml</a:t>
            </a:r>
            <a:endParaRPr lang="en-US" b="1" dirty="0"/>
          </a:p>
          <a:p>
            <a:pPr lvl="1"/>
            <a:r>
              <a:rPr lang="en-US" dirty="0"/>
              <a:t>Note: If you change  the location of where the file is saved you will also need to update this location within the admin UI microservice: </a:t>
            </a:r>
          </a:p>
          <a:p>
            <a:pPr lvl="2"/>
            <a:r>
              <a:rPr lang="en-US" b="1" dirty="0"/>
              <a:t>/opt/</a:t>
            </a:r>
            <a:r>
              <a:rPr lang="en-US" b="1" dirty="0" err="1"/>
              <a:t>tak</a:t>
            </a:r>
            <a:r>
              <a:rPr lang="en-US" b="1" dirty="0"/>
              <a:t>/federation-hub/configs/federation-hub-</a:t>
            </a:r>
            <a:r>
              <a:rPr lang="en-US" b="1" dirty="0" err="1"/>
              <a:t>ui.yml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26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D4F4-869D-5B78-3B0F-ECB1900B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Configuring Authorized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7D27-9D40-136B-81B3-9F3676E29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815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Federation hub authenticates clients using TLS (Transport Layer Security) with X509 client certificates. </a:t>
            </a:r>
          </a:p>
          <a:p>
            <a:r>
              <a:rPr lang="en-US" dirty="0"/>
              <a:t>If you need to create a new certificate you can run the following first: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b="1" dirty="0"/>
              <a:t>cd /opt/</a:t>
            </a:r>
            <a:r>
              <a:rPr lang="en-US" b="1" dirty="0" err="1"/>
              <a:t>tak</a:t>
            </a:r>
            <a:r>
              <a:rPr lang="en-US" b="1" dirty="0"/>
              <a:t>/federation-hub/certs</a:t>
            </a:r>
            <a:endParaRPr lang="en-US" dirty="0"/>
          </a:p>
          <a:p>
            <a:pPr lvl="1"/>
            <a:r>
              <a:rPr lang="en-US" b="1" dirty="0"/>
              <a:t>./makeCert.sh client admin</a:t>
            </a:r>
            <a:endParaRPr lang="en-US" dirty="0"/>
          </a:p>
          <a:p>
            <a:r>
              <a:rPr lang="en-US" dirty="0"/>
              <a:t>To authorize clients to act as administrators and enable access to the admin UI run the following: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1"/>
            <a:r>
              <a:rPr lang="en-US" b="1" dirty="0"/>
              <a:t>java -jar /opt/</a:t>
            </a:r>
            <a:r>
              <a:rPr lang="en-US" b="1" dirty="0" err="1"/>
              <a:t>tak</a:t>
            </a:r>
            <a:r>
              <a:rPr lang="en-US" b="1" dirty="0"/>
              <a:t>/federation-hub/jars/federation-hub-manager.jar &lt;path to certs&gt;/</a:t>
            </a:r>
            <a:r>
              <a:rPr lang="en-US" b="1" dirty="0" err="1"/>
              <a:t>cert.pem</a:t>
            </a:r>
            <a:endParaRPr lang="en-US" b="1" dirty="0"/>
          </a:p>
          <a:p>
            <a:pPr lvl="2"/>
            <a:r>
              <a:rPr lang="en-US" dirty="0"/>
              <a:t>Example: </a:t>
            </a:r>
            <a:r>
              <a:rPr lang="en-US" b="1" dirty="0"/>
              <a:t>java -jar /opt/</a:t>
            </a:r>
            <a:r>
              <a:rPr lang="en-US" b="1" dirty="0" err="1"/>
              <a:t>tak</a:t>
            </a:r>
            <a:r>
              <a:rPr lang="en-US" b="1" dirty="0"/>
              <a:t>/federation-hub/jars/federation-hub-manager.jar /opt/</a:t>
            </a:r>
            <a:r>
              <a:rPr lang="en-US" b="1" dirty="0" err="1"/>
              <a:t>tak</a:t>
            </a:r>
            <a:r>
              <a:rPr lang="en-US" b="1" dirty="0"/>
              <a:t>/federation-hub/certs/files/</a:t>
            </a:r>
            <a:r>
              <a:rPr lang="en-US" b="1" dirty="0" err="1"/>
              <a:t>admin.pem</a:t>
            </a:r>
            <a:r>
              <a:rPr lang="en-US" b="1" dirty="0"/>
              <a:t> </a:t>
            </a:r>
          </a:p>
          <a:p>
            <a:pPr lvl="1"/>
            <a:r>
              <a:rPr lang="en-US" b="1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148239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0A0D-4CD9-10A4-AAAA-B17899EB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Federation Hub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8F90-491D-085F-2245-DAB195DEC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Start and enable the system service: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daemon-reload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restart federation-hub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enable federation-hub</a:t>
            </a:r>
          </a:p>
          <a:p>
            <a:r>
              <a:rPr lang="en-US" dirty="0"/>
              <a:t>You can also stop the service by running the following: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stop federation-hub</a:t>
            </a:r>
          </a:p>
        </p:txBody>
      </p:sp>
    </p:spTree>
    <p:extLst>
      <p:ext uri="{BB962C8B-B14F-4D97-AF65-F5344CB8AC3E}">
        <p14:creationId xmlns:p14="http://schemas.microsoft.com/office/powerpoint/2010/main" val="59583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D4F4-869D-5B78-3B0F-ECB1900B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Configuring Authorized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7D27-9D40-136B-81B3-9F3676E29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815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Downloading admin certificate: </a:t>
            </a:r>
          </a:p>
          <a:p>
            <a:pPr lvl="1"/>
            <a:r>
              <a:rPr lang="en-US" dirty="0"/>
              <a:t>Ensure you are not in the </a:t>
            </a:r>
            <a:r>
              <a:rPr lang="en-US" dirty="0" err="1"/>
              <a:t>tak</a:t>
            </a:r>
            <a:r>
              <a:rPr lang="en-US" dirty="0"/>
              <a:t> user anymore: </a:t>
            </a:r>
          </a:p>
          <a:p>
            <a:pPr lvl="2"/>
            <a:r>
              <a:rPr lang="en-US" b="1" dirty="0"/>
              <a:t>exit</a:t>
            </a:r>
          </a:p>
          <a:p>
            <a:pPr lvl="1"/>
            <a:r>
              <a:rPr lang="en-US" dirty="0"/>
              <a:t>Return to the home directory: </a:t>
            </a:r>
          </a:p>
          <a:p>
            <a:pPr lvl="2"/>
            <a:r>
              <a:rPr lang="en-US" b="1" dirty="0"/>
              <a:t>cd ~</a:t>
            </a:r>
            <a:endParaRPr lang="en-US" dirty="0"/>
          </a:p>
          <a:p>
            <a:pPr lvl="1"/>
            <a:r>
              <a:rPr lang="en-US" dirty="0"/>
              <a:t>Copy the user certificate to your home directory: 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/federation-hub/certs/files/&lt;name&gt;.p12 . </a:t>
            </a:r>
          </a:p>
          <a:p>
            <a:pPr lvl="3"/>
            <a:r>
              <a:rPr lang="en-US" dirty="0"/>
              <a:t>Example: </a:t>
            </a:r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/federation-hub/certs/files/admin.p12 .</a:t>
            </a:r>
          </a:p>
          <a:p>
            <a:pPr lvl="1"/>
            <a:r>
              <a:rPr lang="en-US" dirty="0"/>
              <a:t>Change the ownership to our Linux user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chown</a:t>
            </a:r>
            <a:r>
              <a:rPr lang="en-US" b="1" dirty="0"/>
              <a:t> -R &lt;username&gt;:&lt;</a:t>
            </a:r>
            <a:r>
              <a:rPr lang="en-US" b="1" dirty="0" err="1"/>
              <a:t>usergroup</a:t>
            </a:r>
            <a:r>
              <a:rPr lang="en-US" b="1" dirty="0"/>
              <a:t>&gt; /home/&lt;username&gt; </a:t>
            </a:r>
          </a:p>
          <a:p>
            <a:pPr lvl="3"/>
            <a:r>
              <a:rPr lang="en-US" dirty="0"/>
              <a:t>Example: </a:t>
            </a:r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chown</a:t>
            </a:r>
            <a:r>
              <a:rPr lang="en-US" b="1" dirty="0"/>
              <a:t> -R </a:t>
            </a:r>
            <a:r>
              <a:rPr lang="en-US" b="1" dirty="0" err="1"/>
              <a:t>takadmin:takadmin</a:t>
            </a:r>
            <a:r>
              <a:rPr lang="en-US" b="1" dirty="0"/>
              <a:t> /home/</a:t>
            </a:r>
            <a:r>
              <a:rPr lang="en-US" b="1" dirty="0" err="1"/>
              <a:t>takadmin</a:t>
            </a:r>
            <a:endParaRPr lang="en-US" b="1" dirty="0"/>
          </a:p>
          <a:p>
            <a:pPr lvl="1"/>
            <a:r>
              <a:rPr lang="en-US" dirty="0"/>
              <a:t>Download the certificate to our local machine: </a:t>
            </a:r>
          </a:p>
          <a:p>
            <a:pPr lvl="2"/>
            <a:r>
              <a:rPr lang="en-US" dirty="0"/>
              <a:t>From a new terminal on our local machine run the following: </a:t>
            </a:r>
          </a:p>
          <a:p>
            <a:pPr lvl="3"/>
            <a:r>
              <a:rPr lang="en-US" b="1" dirty="0" err="1"/>
              <a:t>scp</a:t>
            </a:r>
            <a:r>
              <a:rPr lang="en-US" b="1" dirty="0"/>
              <a:t> &lt;username&gt;@&lt;ipaddress&gt;:~/&lt;user&gt;.p12 .</a:t>
            </a:r>
          </a:p>
          <a:p>
            <a:pPr lvl="4"/>
            <a:r>
              <a:rPr lang="en-US" dirty="0"/>
              <a:t>Example: 	</a:t>
            </a:r>
            <a:r>
              <a:rPr lang="en-US" b="1" dirty="0" err="1"/>
              <a:t>scp</a:t>
            </a:r>
            <a:r>
              <a:rPr lang="en-US" b="1" dirty="0"/>
              <a:t> </a:t>
            </a:r>
            <a:r>
              <a:rPr lang="en-US" b="1" dirty="0">
                <a:hlinkClick r:id="rId2"/>
              </a:rPr>
              <a:t>takadmin@192.168.76.246:~/admin.p12</a:t>
            </a:r>
            <a:r>
              <a:rPr lang="en-US" b="1" dirty="0"/>
              <a:t> .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43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D4F4-869D-5B78-3B0F-ECB1900B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Configuring Authorized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7D27-9D40-136B-81B3-9F3676E29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81586"/>
          </a:xfrm>
        </p:spPr>
        <p:txBody>
          <a:bodyPr>
            <a:normAutofit/>
          </a:bodyPr>
          <a:lstStyle/>
          <a:p>
            <a:r>
              <a:rPr lang="en-US" dirty="0"/>
              <a:t>Import the user certificate into your browser of choice: </a:t>
            </a:r>
          </a:p>
          <a:p>
            <a:pPr lvl="1"/>
            <a:r>
              <a:rPr lang="en-US" dirty="0"/>
              <a:t>Open chrome/edge and navigate to the browser settings. </a:t>
            </a:r>
          </a:p>
          <a:p>
            <a:pPr lvl="1"/>
            <a:r>
              <a:rPr lang="en-US" dirty="0"/>
              <a:t>Search for “Manage Certificates” and select the setting. </a:t>
            </a:r>
          </a:p>
          <a:p>
            <a:pPr lvl="1"/>
            <a:r>
              <a:rPr lang="en-US" dirty="0"/>
              <a:t>Select “Import”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Select “Next”. </a:t>
            </a:r>
          </a:p>
          <a:p>
            <a:pPr lvl="1"/>
            <a:r>
              <a:rPr lang="en-US" dirty="0"/>
              <a:t>Select Browse and navigate to the downloaded certificate.</a:t>
            </a:r>
          </a:p>
          <a:p>
            <a:pPr lvl="1"/>
            <a:r>
              <a:rPr lang="en-US" dirty="0"/>
              <a:t>Open the certificate </a:t>
            </a:r>
            <a:r>
              <a:rPr lang="en-US" dirty="0">
                <a:sym typeface="Wingdings" panose="05000000000000000000" pitchFamily="2" charset="2"/>
              </a:rPr>
              <a:t> Select “Next”.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Enter the password: default if “</a:t>
            </a:r>
            <a:r>
              <a:rPr lang="en-US" dirty="0" err="1">
                <a:sym typeface="Wingdings" panose="05000000000000000000" pitchFamily="2" charset="2"/>
              </a:rPr>
              <a:t>atakatak</a:t>
            </a:r>
            <a:r>
              <a:rPr lang="en-US" dirty="0">
                <a:sym typeface="Wingdings" panose="05000000000000000000" pitchFamily="2" charset="2"/>
              </a:rPr>
              <a:t>”.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Select “Next”  Select “Next”  Select “Finish”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66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D8F9-8939-451F-28EE-562DD0BA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</a:t>
            </a:r>
            <a:r>
              <a:rPr lang="en-US" dirty="0" err="1"/>
              <a:t>Keycloak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E688F-86D5-5043-083D-A606A2564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/>
          <a:lstStyle/>
          <a:p>
            <a:r>
              <a:rPr lang="en-US" dirty="0"/>
              <a:t>Federation Hub supports </a:t>
            </a:r>
            <a:r>
              <a:rPr lang="en-US" dirty="0" err="1"/>
              <a:t>Oauth</a:t>
            </a:r>
            <a:r>
              <a:rPr lang="en-US" dirty="0"/>
              <a:t> admin authentication using </a:t>
            </a:r>
            <a:r>
              <a:rPr lang="en-US" dirty="0" err="1"/>
              <a:t>keycloak</a:t>
            </a:r>
            <a:r>
              <a:rPr lang="en-US" dirty="0"/>
              <a:t>, which can be configured by adding the following to the </a:t>
            </a:r>
            <a:r>
              <a:rPr lang="en-US" b="1" dirty="0"/>
              <a:t>federation-hub-</a:t>
            </a:r>
            <a:r>
              <a:rPr lang="en-US" b="1" dirty="0" err="1"/>
              <a:t>ui.yaml</a:t>
            </a:r>
            <a:r>
              <a:rPr lang="en-US" dirty="0"/>
              <a:t> file:</a:t>
            </a:r>
          </a:p>
          <a:p>
            <a:pPr lvl="1"/>
            <a:r>
              <a:rPr lang="en-US" b="1" dirty="0"/>
              <a:t>vim /opt/</a:t>
            </a:r>
            <a:r>
              <a:rPr lang="en-US" b="1" dirty="0" err="1"/>
              <a:t>tak</a:t>
            </a:r>
            <a:r>
              <a:rPr lang="en-US" b="1" dirty="0"/>
              <a:t>/federation-hub/configs/federation-hub-</a:t>
            </a:r>
            <a:r>
              <a:rPr lang="en-US" b="1" dirty="0" err="1"/>
              <a:t>ui.yml</a:t>
            </a:r>
            <a:endParaRPr lang="en-US" b="1" dirty="0"/>
          </a:p>
          <a:p>
            <a:pPr lvl="1"/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4C0EC-CFD7-945F-F9CC-5D53A6FC4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36" y="3365686"/>
            <a:ext cx="7535327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2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E177-18C4-ED1D-1977-17410DCE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FA9A-7DF4-1BD8-A5F8-E4526425B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/>
          <a:lstStyle/>
          <a:p>
            <a:r>
              <a:rPr lang="en-US" dirty="0"/>
              <a:t>In a web browser navigate to https://&lt;server </a:t>
            </a:r>
            <a:r>
              <a:rPr lang="en-US" dirty="0" err="1"/>
              <a:t>ip</a:t>
            </a:r>
            <a:r>
              <a:rPr lang="en-US" dirty="0"/>
              <a:t>&gt;:9100 (you can also use “localhost” is you are accessing this from the server).</a:t>
            </a:r>
          </a:p>
          <a:p>
            <a:pPr lvl="1"/>
            <a:r>
              <a:rPr lang="en-US" dirty="0"/>
              <a:t>Example: </a:t>
            </a:r>
            <a:r>
              <a:rPr lang="en-US" b="1" dirty="0">
                <a:hlinkClick r:id="rId2"/>
              </a:rPr>
              <a:t>https://192.168.76.246:9100</a:t>
            </a:r>
            <a:r>
              <a:rPr lang="en-US" b="1" dirty="0"/>
              <a:t> 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 authenticate to the Federation Hub, you should be using the same certificate that was authorized in the “Configuring Authorized Users” section. </a:t>
            </a:r>
          </a:p>
          <a:p>
            <a:r>
              <a:rPr lang="en-US" dirty="0"/>
              <a:t>When you successfully connect you will see the following page: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AA215-2170-9D76-6149-489075BDB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" y="4402667"/>
            <a:ext cx="11820525" cy="233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24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57DF-D4E9-32BE-E924-8FF2EA5A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7FD45-1AD1-FB5E-ABCC-17F69581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Select “New” and fill in the required information.</a:t>
            </a:r>
          </a:p>
          <a:p>
            <a:pPr lvl="1"/>
            <a:r>
              <a:rPr lang="en-US" dirty="0"/>
              <a:t>Select “OK” when done.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90847-991C-8E57-ABEE-C67F15F8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656" y="2838293"/>
            <a:ext cx="5333919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27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1EEE-C7D0-B0C2-6695-CA57F13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38C0-BF8B-DEC8-6B35-B149AE9F9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43438"/>
          </a:xfrm>
        </p:spPr>
        <p:txBody>
          <a:bodyPr/>
          <a:lstStyle/>
          <a:p>
            <a:r>
              <a:rPr lang="en-US" dirty="0"/>
              <a:t>Adding CA Groups: </a:t>
            </a:r>
          </a:p>
          <a:p>
            <a:pPr lvl="1"/>
            <a:r>
              <a:rPr lang="en-US" dirty="0"/>
              <a:t>Add a CA (Certificate Authority) to the empty policy, this will be the CA of a TAK Server that we want to connect to the Federation Hub.</a:t>
            </a:r>
          </a:p>
          <a:p>
            <a:pPr lvl="2"/>
            <a:r>
              <a:rPr lang="en-US" dirty="0"/>
              <a:t>To do this we will need the </a:t>
            </a:r>
            <a:r>
              <a:rPr lang="en-US" b="1" dirty="0" err="1"/>
              <a:t>ca.pem</a:t>
            </a:r>
            <a:r>
              <a:rPr lang="en-US" b="1" dirty="0"/>
              <a:t> </a:t>
            </a:r>
            <a:r>
              <a:rPr lang="en-US" dirty="0"/>
              <a:t> file form the TAK Server:</a:t>
            </a:r>
          </a:p>
          <a:p>
            <a:pPr lvl="3"/>
            <a:r>
              <a:rPr lang="en-US" dirty="0"/>
              <a:t>From the server: </a:t>
            </a:r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  <a:r>
              <a:rPr lang="en-US" b="1" dirty="0" err="1"/>
              <a:t>ca.pem</a:t>
            </a:r>
            <a:r>
              <a:rPr lang="en-US" b="1" dirty="0"/>
              <a:t> .</a:t>
            </a:r>
          </a:p>
          <a:p>
            <a:pPr lvl="4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chown</a:t>
            </a:r>
            <a:r>
              <a:rPr lang="en-US" b="1" dirty="0"/>
              <a:t> -R </a:t>
            </a:r>
            <a:r>
              <a:rPr lang="en-US" b="1" dirty="0" err="1"/>
              <a:t>takadmin:takadmin</a:t>
            </a:r>
            <a:r>
              <a:rPr lang="en-US" b="1" dirty="0"/>
              <a:t> /home/</a:t>
            </a:r>
            <a:r>
              <a:rPr lang="en-US" b="1" dirty="0" err="1"/>
              <a:t>takadmin</a:t>
            </a:r>
            <a:endParaRPr lang="en-US" b="1" dirty="0"/>
          </a:p>
          <a:p>
            <a:pPr lvl="3"/>
            <a:r>
              <a:rPr lang="en-US" dirty="0"/>
              <a:t>From your local machine: </a:t>
            </a:r>
            <a:r>
              <a:rPr lang="en-US" b="1" dirty="0" err="1"/>
              <a:t>scp</a:t>
            </a:r>
            <a:r>
              <a:rPr lang="en-US" b="1" dirty="0"/>
              <a:t> </a:t>
            </a:r>
            <a:r>
              <a:rPr lang="en-US" b="1" dirty="0">
                <a:hlinkClick r:id="rId2"/>
              </a:rPr>
              <a:t>takadmin@192.168.1.123:~/</a:t>
            </a:r>
            <a:r>
              <a:rPr lang="en-US" b="1" dirty="0" err="1">
                <a:hlinkClick r:id="rId2"/>
              </a:rPr>
              <a:t>ca.pem</a:t>
            </a:r>
            <a:r>
              <a:rPr lang="en-US" b="1" dirty="0"/>
              <a:t> .</a:t>
            </a:r>
          </a:p>
          <a:p>
            <a:pPr lvl="2"/>
            <a:r>
              <a:rPr lang="en-US" dirty="0"/>
              <a:t>You can also copy the file from you local machine by running the following:</a:t>
            </a:r>
          </a:p>
          <a:p>
            <a:pPr lvl="3"/>
            <a:r>
              <a:rPr lang="en-US" b="1" dirty="0" err="1"/>
              <a:t>scp</a:t>
            </a:r>
            <a:r>
              <a:rPr lang="en-US" b="1" dirty="0"/>
              <a:t> takadmin@192.168.1.123:/opt/</a:t>
            </a:r>
            <a:r>
              <a:rPr lang="en-US" b="1" dirty="0" err="1"/>
              <a:t>tak</a:t>
            </a:r>
            <a:r>
              <a:rPr lang="en-US" b="1" dirty="0"/>
              <a:t>/certs/files/</a:t>
            </a:r>
            <a:r>
              <a:rPr lang="en-US" b="1" dirty="0" err="1"/>
              <a:t>ca.pem</a:t>
            </a:r>
            <a:r>
              <a:rPr lang="en-US" b="1" dirty="0"/>
              <a:t>  .</a:t>
            </a:r>
          </a:p>
          <a:p>
            <a:pPr lvl="1"/>
            <a:r>
              <a:rPr lang="en-US" dirty="0"/>
              <a:t>In the Federation Hub editor drag and drop the group icon to the canvas: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51181-CC88-AAF8-030F-636568BF0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75" y="5288871"/>
            <a:ext cx="1739699" cy="156709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0CF5B3A-BFBB-E998-95E8-D6A55F11397B}"/>
              </a:ext>
            </a:extLst>
          </p:cNvPr>
          <p:cNvSpPr/>
          <p:nvPr/>
        </p:nvSpPr>
        <p:spPr>
          <a:xfrm rot="8144346">
            <a:off x="6104640" y="5293633"/>
            <a:ext cx="571500" cy="25717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27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2FF2-4342-827E-4301-80EA478B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955"/>
            <a:ext cx="10515600" cy="1325563"/>
          </a:xfrm>
        </p:spPr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B4384-F17C-5B1E-4D9A-F22E389E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423988"/>
            <a:ext cx="11210925" cy="50244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the form that popped up, fill in the following:</a:t>
            </a:r>
          </a:p>
          <a:p>
            <a:pPr lvl="1"/>
            <a:r>
              <a:rPr lang="en-US" dirty="0"/>
              <a:t>Select “Browse” and select the </a:t>
            </a:r>
            <a:r>
              <a:rPr lang="en-US" dirty="0" err="1"/>
              <a:t>ca.pem</a:t>
            </a:r>
            <a:r>
              <a:rPr lang="en-US" dirty="0"/>
              <a:t> file you copied over from the TAK Server.</a:t>
            </a:r>
          </a:p>
          <a:p>
            <a:pPr lvl="1"/>
            <a:r>
              <a:rPr lang="en-US" dirty="0"/>
              <a:t>Once selected press “Save”</a:t>
            </a:r>
          </a:p>
          <a:p>
            <a:pPr lvl="1"/>
            <a:r>
              <a:rPr lang="en-US" dirty="0"/>
              <a:t>Select the drop-down option for “CA Group </a:t>
            </a:r>
            <a:br>
              <a:rPr lang="en-US" dirty="0"/>
            </a:br>
            <a:r>
              <a:rPr lang="en-US" dirty="0"/>
              <a:t>(issuer)” and select the group corresponding </a:t>
            </a:r>
            <a:br>
              <a:rPr lang="en-US" dirty="0"/>
            </a:br>
            <a:r>
              <a:rPr lang="en-US" dirty="0"/>
              <a:t>to your CA. This will populate the other fields. </a:t>
            </a:r>
          </a:p>
          <a:p>
            <a:pPr lvl="1"/>
            <a:r>
              <a:rPr lang="en-US" dirty="0"/>
              <a:t>You will also want to enable the </a:t>
            </a:r>
            <a:br>
              <a:rPr lang="en-US" dirty="0"/>
            </a:br>
            <a:r>
              <a:rPr lang="en-US" dirty="0"/>
              <a:t>“Interconnected” check box option, </a:t>
            </a:r>
            <a:br>
              <a:rPr lang="en-US" dirty="0"/>
            </a:br>
            <a:r>
              <a:rPr lang="en-US" dirty="0"/>
              <a:t>which allow TAK Servers within the same</a:t>
            </a:r>
            <a:br>
              <a:rPr lang="en-US" dirty="0"/>
            </a:br>
            <a:r>
              <a:rPr lang="en-US" dirty="0"/>
              <a:t> group to communicate with each other. </a:t>
            </a:r>
          </a:p>
          <a:p>
            <a:pPr lvl="1"/>
            <a:r>
              <a:rPr lang="en-US" dirty="0"/>
              <a:t>You may also provide a graph name and </a:t>
            </a:r>
            <a:br>
              <a:rPr lang="en-US" dirty="0"/>
            </a:br>
            <a:r>
              <a:rPr lang="en-US" dirty="0"/>
              <a:t>short description. </a:t>
            </a:r>
          </a:p>
          <a:p>
            <a:pPr lvl="1"/>
            <a:r>
              <a:rPr lang="en-US" dirty="0"/>
              <a:t>Select “OK” when you are done to add the </a:t>
            </a:r>
            <a:br>
              <a:rPr lang="en-US" dirty="0"/>
            </a:br>
            <a:r>
              <a:rPr lang="en-US" dirty="0"/>
              <a:t>group policy.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3A63F-22E6-2FA2-5C3E-1C34119D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439" y="2934752"/>
            <a:ext cx="5298561" cy="363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38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8622-10CA-00D6-77EE-96271A46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04293-F896-767B-34FD-3B912D384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the previous steps to add an additional CA.</a:t>
            </a:r>
          </a:p>
          <a:p>
            <a:pPr lvl="1"/>
            <a:r>
              <a:rPr lang="en-US" dirty="0"/>
              <a:t>If done correctly it should</a:t>
            </a:r>
            <a:br>
              <a:rPr lang="en-US" dirty="0"/>
            </a:br>
            <a:r>
              <a:rPr lang="en-US" dirty="0"/>
              <a:t>look like </a:t>
            </a:r>
            <a:r>
              <a:rPr lang="en-US" dirty="0">
                <a:sym typeface="Wingdings" panose="05000000000000000000" pitchFamily="2" charset="2"/>
              </a:rPr>
              <a:t>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sz="2000" dirty="0">
              <a:sym typeface="Wingdings" panose="05000000000000000000" pitchFamily="2" charset="2"/>
            </a:endParaRP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Note: You can also add 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individual federates too the 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policy using the federates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identity but it is not 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recommended. </a:t>
            </a:r>
            <a:r>
              <a:rPr lang="en-US" sz="2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2A1DD-2149-B0DA-0712-89A6D9C9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563" y="2247900"/>
            <a:ext cx="6243061" cy="283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43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751B-B83C-5B8E-F0F3-488E24D3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1325563"/>
          </a:xfrm>
        </p:spPr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93E1-4F8A-8002-9AE5-EDD495E9F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5372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connect CA Groups, click on either of the groups once to select it, showing a small arrow icon on the right of the select group. </a:t>
            </a:r>
          </a:p>
          <a:p>
            <a:r>
              <a:rPr lang="en-US" dirty="0"/>
              <a:t>Click and drag the icon to anther group to connect them both, which will open a form “Add Federate Policy”</a:t>
            </a:r>
          </a:p>
          <a:p>
            <a:pPr lvl="1"/>
            <a:r>
              <a:rPr lang="en-US" dirty="0"/>
              <a:t>From here, group filtering can be configured for messages going from one node to another if the originator of the message has group mapping enabled on their TAK Server. </a:t>
            </a:r>
          </a:p>
          <a:p>
            <a:pPr lvl="1"/>
            <a:r>
              <a:rPr lang="en-US" dirty="0"/>
              <a:t>Filtering Options:</a:t>
            </a:r>
          </a:p>
          <a:p>
            <a:pPr lvl="2"/>
            <a:r>
              <a:rPr lang="en-US" b="1" dirty="0"/>
              <a:t>Allow All Messages:</a:t>
            </a:r>
            <a:r>
              <a:rPr lang="en-US" dirty="0"/>
              <a:t> must be used for all V1 connections and any V2 connections that aren’t running group mapping. </a:t>
            </a:r>
          </a:p>
          <a:p>
            <a:pPr lvl="2"/>
            <a:r>
              <a:rPr lang="en-US" b="1" dirty="0"/>
              <a:t>Allowed Groups: </a:t>
            </a:r>
            <a:r>
              <a:rPr lang="en-US" dirty="0"/>
              <a:t>allow any message containing one of these groups. </a:t>
            </a:r>
          </a:p>
          <a:p>
            <a:pPr lvl="2"/>
            <a:r>
              <a:rPr lang="en-US" b="1" dirty="0"/>
              <a:t>Disallowed Groups: </a:t>
            </a:r>
            <a:r>
              <a:rPr lang="en-US" dirty="0"/>
              <a:t>block any message containing one of these groups. </a:t>
            </a:r>
          </a:p>
          <a:p>
            <a:pPr lvl="2"/>
            <a:r>
              <a:rPr lang="en-US" b="1" dirty="0"/>
              <a:t>Allowed and Disallowed Groups: </a:t>
            </a:r>
            <a:r>
              <a:rPr lang="en-US" dirty="0"/>
              <a:t>allow messages that contains an allowed group and contains no disallowed  groups. </a:t>
            </a:r>
          </a:p>
          <a:p>
            <a:pPr lvl="1"/>
            <a:r>
              <a:rPr lang="en-US" dirty="0"/>
              <a:t>You can double click on the connection to change the group filtering options. </a:t>
            </a:r>
          </a:p>
        </p:txBody>
      </p:sp>
    </p:spTree>
    <p:extLst>
      <p:ext uri="{BB962C8B-B14F-4D97-AF65-F5344CB8AC3E}">
        <p14:creationId xmlns:p14="http://schemas.microsoft.com/office/powerpoint/2010/main" val="2312597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4086-02D1-3E90-BCC4-A62866D1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1B6F7-29B4-A217-033B-1D964154B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5"/>
            <a:ext cx="10515600" cy="4567238"/>
          </a:xfrm>
        </p:spPr>
        <p:txBody>
          <a:bodyPr/>
          <a:lstStyle/>
          <a:p>
            <a:r>
              <a:rPr lang="en-US" dirty="0"/>
              <a:t>To upload the policy to the Federation Hub select the “Set as Active Policy and Save to Server” icon in the top right. (cloud icon)</a:t>
            </a:r>
          </a:p>
          <a:p>
            <a:pPr lvl="1"/>
            <a:r>
              <a:rPr lang="en-US" dirty="0"/>
              <a:t>This will make the configuration the active policy of the Hub and save it to the policy file that is used by the Hub located at: /opt/</a:t>
            </a:r>
            <a:r>
              <a:rPr lang="en-US" dirty="0" err="1"/>
              <a:t>tak</a:t>
            </a:r>
            <a:r>
              <a:rPr lang="en-US" dirty="0"/>
              <a:t>/federation-hub/</a:t>
            </a:r>
            <a:r>
              <a:rPr lang="en-US" dirty="0" err="1"/>
              <a:t>ui_generated_policy.json</a:t>
            </a:r>
            <a:endParaRPr lang="en-US" dirty="0"/>
          </a:p>
          <a:p>
            <a:r>
              <a:rPr lang="en-US" dirty="0"/>
              <a:t>If a certificate authority was added during a policy construction process you should restart the Federation Hub to load the latest </a:t>
            </a:r>
            <a:r>
              <a:rPr lang="en-US" dirty="0" err="1"/>
              <a:t>truststore</a:t>
            </a:r>
            <a:r>
              <a:rPr lang="en-US" dirty="0"/>
              <a:t>: 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service federation-hub restart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C8844-40F8-F26E-D9D7-C6F228E05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535" y="1791694"/>
            <a:ext cx="58110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1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BC8B-235C-6451-F31A-04B6C85D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Connecting Federates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4114B-FE05-71A6-0D9C-A9EF4FB50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71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Once the policy is configured, federates that are present in the policy can connect, while others will not be able to.</a:t>
            </a:r>
          </a:p>
          <a:p>
            <a:r>
              <a:rPr lang="en-US" dirty="0"/>
              <a:t>To add a federation connection to the Federation Hub you will need to use the IP address of the Hub instead of another TAK server and use the Federation Hub’s ports (9100 &amp; 9102 for v2).</a:t>
            </a:r>
          </a:p>
          <a:p>
            <a:r>
              <a:rPr lang="en-US" dirty="0"/>
              <a:t>When a successful connection to the Hub is made the group node will turn green.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FA7DC-251C-C43F-5CCC-335C885C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3956667"/>
            <a:ext cx="9505950" cy="27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7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F790-0ECC-E5D9-1E31-64598F73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Connection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046BE-3178-EE6E-CE92-F2751734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Download the </a:t>
            </a:r>
            <a:r>
              <a:rPr lang="en-US" b="1" dirty="0" err="1"/>
              <a:t>ca.pem</a:t>
            </a:r>
            <a:r>
              <a:rPr lang="en-US" b="1" dirty="0"/>
              <a:t> </a:t>
            </a:r>
            <a:r>
              <a:rPr lang="en-US" dirty="0"/>
              <a:t>certificate for the federation hub. </a:t>
            </a:r>
          </a:p>
          <a:p>
            <a:pPr lvl="1"/>
            <a:r>
              <a:rPr lang="en-US" dirty="0"/>
              <a:t>Server: </a:t>
            </a:r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/federation-hub/certs/files/</a:t>
            </a:r>
            <a:r>
              <a:rPr lang="en-US" b="1" dirty="0" err="1"/>
              <a:t>ca.pem</a:t>
            </a:r>
            <a:r>
              <a:rPr lang="en-US" b="1" dirty="0"/>
              <a:t> .</a:t>
            </a:r>
          </a:p>
          <a:p>
            <a:pPr lvl="1"/>
            <a:r>
              <a:rPr lang="en-US" dirty="0"/>
              <a:t>Local: </a:t>
            </a:r>
            <a:r>
              <a:rPr lang="en-US" b="1" dirty="0" err="1"/>
              <a:t>scp</a:t>
            </a:r>
            <a:r>
              <a:rPr lang="en-US" b="1" dirty="0"/>
              <a:t> &lt;username&gt;@&lt;ip address&gt;:~/</a:t>
            </a:r>
            <a:r>
              <a:rPr lang="en-US" b="1" dirty="0" err="1"/>
              <a:t>ca.pem</a:t>
            </a:r>
            <a:r>
              <a:rPr lang="en-US" b="1" dirty="0"/>
              <a:t> .</a:t>
            </a:r>
            <a:endParaRPr lang="en-US" dirty="0"/>
          </a:p>
          <a:p>
            <a:r>
              <a:rPr lang="en-US" dirty="0"/>
              <a:t>Open your TAK Server admin dashboard and go to the following: Hamburger menu </a:t>
            </a:r>
            <a:r>
              <a:rPr lang="en-US" dirty="0">
                <a:sym typeface="Wingdings" panose="05000000000000000000" pitchFamily="2" charset="2"/>
              </a:rPr>
              <a:t> Configuration  Federation Certificate Authority</a:t>
            </a:r>
          </a:p>
          <a:p>
            <a:r>
              <a:rPr lang="en-US" dirty="0">
                <a:sym typeface="Wingdings" panose="05000000000000000000" pitchFamily="2" charset="2"/>
              </a:rPr>
              <a:t>Select “Upload Federate Certificate Authority”.</a:t>
            </a:r>
          </a:p>
          <a:p>
            <a:r>
              <a:rPr lang="en-US" dirty="0">
                <a:sym typeface="Wingdings" panose="05000000000000000000" pitchFamily="2" charset="2"/>
              </a:rPr>
              <a:t>Select the file and save. </a:t>
            </a:r>
          </a:p>
        </p:txBody>
      </p:sp>
    </p:spTree>
    <p:extLst>
      <p:ext uri="{BB962C8B-B14F-4D97-AF65-F5344CB8AC3E}">
        <p14:creationId xmlns:p14="http://schemas.microsoft.com/office/powerpoint/2010/main" val="371452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F790-0ECC-E5D9-1E31-64598F73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Connection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046BE-3178-EE6E-CE92-F2751734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your TAK Server admin dashboard and go to the following: Hamburger menu </a:t>
            </a:r>
            <a:r>
              <a:rPr lang="en-US" dirty="0">
                <a:sym typeface="Wingdings" panose="05000000000000000000" pitchFamily="2" charset="2"/>
              </a:rPr>
              <a:t> Configuration  Federation</a:t>
            </a:r>
          </a:p>
          <a:p>
            <a:r>
              <a:rPr lang="en-US" dirty="0">
                <a:sym typeface="Wingdings" panose="05000000000000000000" pitchFamily="2" charset="2"/>
              </a:rPr>
              <a:t>From there select “Edit Configuration” and enable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“Federation Enabled:”.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Select Save at the bottom.</a:t>
            </a:r>
          </a:p>
          <a:p>
            <a:r>
              <a:rPr lang="en-US" dirty="0">
                <a:sym typeface="Wingdings" panose="05000000000000000000" pitchFamily="2" charset="2"/>
              </a:rPr>
              <a:t>The page should update, and you should now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see the following: 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E824A-5AA2-CB9A-F832-6BB432F2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2784764"/>
            <a:ext cx="3371850" cy="4073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BA17C8-BE9A-DB22-3D63-5EF6F934F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150" y="4233535"/>
            <a:ext cx="2778846" cy="262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22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1132-EDBB-CBD5-A4CF-9C1D353D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Connection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D6870-B827-021D-54BD-3823E1442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7"/>
            <a:ext cx="8280862" cy="4802187"/>
          </a:xfrm>
        </p:spPr>
        <p:txBody>
          <a:bodyPr>
            <a:normAutofit/>
          </a:bodyPr>
          <a:lstStyle/>
          <a:p>
            <a:r>
              <a:rPr lang="en-US" dirty="0"/>
              <a:t>From the page select “Create Outgoing Connection” and fill in the following: </a:t>
            </a:r>
          </a:p>
          <a:p>
            <a:pPr lvl="1"/>
            <a:r>
              <a:rPr lang="en-US" b="1" dirty="0"/>
              <a:t>Display Name: </a:t>
            </a:r>
            <a:r>
              <a:rPr lang="en-US" dirty="0"/>
              <a:t>&lt;your choice&gt;</a:t>
            </a:r>
          </a:p>
          <a:p>
            <a:pPr lvl="1"/>
            <a:r>
              <a:rPr lang="en-US" b="1" dirty="0"/>
              <a:t>Address: </a:t>
            </a:r>
            <a:r>
              <a:rPr lang="en-US" dirty="0"/>
              <a:t>&lt;IP of the Federation Hub&gt;</a:t>
            </a:r>
          </a:p>
          <a:p>
            <a:pPr lvl="1"/>
            <a:r>
              <a:rPr lang="en-US" b="1" dirty="0"/>
              <a:t>Port: </a:t>
            </a:r>
            <a:r>
              <a:rPr lang="en-US" dirty="0"/>
              <a:t>&lt;9100 or 9102 for V2&gt;</a:t>
            </a:r>
          </a:p>
          <a:p>
            <a:pPr lvl="1"/>
            <a:r>
              <a:rPr lang="en-US" dirty="0"/>
              <a:t>Select “Save” </a:t>
            </a:r>
          </a:p>
          <a:p>
            <a:r>
              <a:rPr lang="en-US" dirty="0"/>
              <a:t>If all done correctly, the connection status of the outgoing connection should say “CONNECTED” and the group should be green within the Federation Hub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360BE-52A0-B6E9-0E2B-EF8E430D7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952" y="2818015"/>
            <a:ext cx="3353025" cy="354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84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EE49-F059-FD6D-9D46-39F1443A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Connection Walkthrough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30DED2-6B5B-3657-9D77-CDFE84BB4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757" y="1690688"/>
            <a:ext cx="8989467" cy="27324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EE9B57-63E9-143D-C675-B73264C7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5" y="4347742"/>
            <a:ext cx="5381625" cy="237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15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9F04-2820-4CF8-D0E2-5E61FD11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Federation Hub - Outgoing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F522-88B3-FCC7-2ED7-0CB658BD6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720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Outgoing connection can be used to connect the federation hub to other hubs or TAK Servers.</a:t>
            </a:r>
          </a:p>
          <a:p>
            <a:r>
              <a:rPr lang="en-US" dirty="0"/>
              <a:t>To create an Outgoing connection, drag and drop the outgoing arrow onto the graph.</a:t>
            </a:r>
          </a:p>
          <a:p>
            <a:r>
              <a:rPr lang="en-US" dirty="0"/>
              <a:t>Once placed, you will be prompted to give it a name, host, port and enabled option. </a:t>
            </a:r>
          </a:p>
          <a:p>
            <a:r>
              <a:rPr lang="en-US" dirty="0"/>
              <a:t>There are three states for the connection status: </a:t>
            </a:r>
          </a:p>
          <a:p>
            <a:pPr lvl="1"/>
            <a:r>
              <a:rPr lang="en-US" b="1" dirty="0"/>
              <a:t>Grey: </a:t>
            </a:r>
            <a:r>
              <a:rPr lang="en-US" dirty="0"/>
              <a:t>Disabled</a:t>
            </a:r>
          </a:p>
          <a:p>
            <a:pPr lvl="1"/>
            <a:r>
              <a:rPr lang="en-US" b="1" dirty="0"/>
              <a:t>Red: </a:t>
            </a:r>
            <a:r>
              <a:rPr lang="en-US" dirty="0"/>
              <a:t>enabled but not connected</a:t>
            </a:r>
          </a:p>
          <a:p>
            <a:pPr lvl="1"/>
            <a:r>
              <a:rPr lang="en-US" b="1" dirty="0"/>
              <a:t>Green: </a:t>
            </a:r>
            <a:r>
              <a:rPr lang="en-US" dirty="0"/>
              <a:t>enabled and connected</a:t>
            </a:r>
          </a:p>
          <a:p>
            <a:r>
              <a:rPr lang="en-US" dirty="0"/>
              <a:t>To direct the flow, you can select the outgoing connection and use the arrow to connect nodes.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75BCE-665F-5A4F-5318-18F3CD8B0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194" y="2382743"/>
            <a:ext cx="981212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1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9266-3A9C-2837-CF52-A4CA0CE3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– Updating Federation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18D13-F185-5F4E-B8C0-7CA5BE2C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Before updating the hub, it is recommended that you back up the policy file and list of authorized users. </a:t>
            </a:r>
          </a:p>
          <a:p>
            <a:pPr lvl="1"/>
            <a:r>
              <a:rPr lang="en-US" b="1" dirty="0"/>
              <a:t>mv /opt/</a:t>
            </a:r>
            <a:r>
              <a:rPr lang="en-US" b="1" dirty="0" err="1"/>
              <a:t>tak</a:t>
            </a:r>
            <a:r>
              <a:rPr lang="en-US" b="1" dirty="0"/>
              <a:t>/federation-hub/</a:t>
            </a:r>
            <a:r>
              <a:rPr lang="en-US" b="1" dirty="0" err="1"/>
              <a:t>ui_generated_policy.json</a:t>
            </a:r>
            <a:r>
              <a:rPr lang="en-US" b="1" dirty="0"/>
              <a:t> /</a:t>
            </a:r>
            <a:r>
              <a:rPr lang="en-US" b="1" dirty="0" err="1"/>
              <a:t>tmp</a:t>
            </a:r>
            <a:endParaRPr lang="en-US" b="1" dirty="0"/>
          </a:p>
          <a:p>
            <a:pPr lvl="1"/>
            <a:r>
              <a:rPr lang="en-US" b="1" dirty="0"/>
              <a:t>mv /opt/</a:t>
            </a:r>
            <a:r>
              <a:rPr lang="en-US" b="1" dirty="0" err="1"/>
              <a:t>tak</a:t>
            </a:r>
            <a:r>
              <a:rPr lang="en-US" b="1" dirty="0"/>
              <a:t>/federation-hub/</a:t>
            </a:r>
            <a:r>
              <a:rPr lang="en-US" b="1" dirty="0" err="1"/>
              <a:t>authorized_users.yml</a:t>
            </a:r>
            <a:r>
              <a:rPr lang="en-US" b="1" dirty="0"/>
              <a:t> /</a:t>
            </a:r>
            <a:r>
              <a:rPr lang="en-US" b="1" dirty="0" err="1"/>
              <a:t>tmp</a:t>
            </a:r>
            <a:endParaRPr lang="en-US" b="1" dirty="0"/>
          </a:p>
          <a:p>
            <a:pPr lvl="1"/>
            <a:r>
              <a:rPr lang="en-US" dirty="0"/>
              <a:t>You can replace the files after the upgrade by running the following:</a:t>
            </a:r>
          </a:p>
          <a:p>
            <a:pPr lvl="2"/>
            <a:r>
              <a:rPr lang="en-US" b="1" dirty="0"/>
              <a:t>mv /</a:t>
            </a:r>
            <a:r>
              <a:rPr lang="en-US" b="1" dirty="0" err="1"/>
              <a:t>tmp</a:t>
            </a:r>
            <a:r>
              <a:rPr lang="en-US" b="1" dirty="0"/>
              <a:t>/</a:t>
            </a:r>
            <a:r>
              <a:rPr lang="en-US" b="1" dirty="0" err="1"/>
              <a:t>ui_generated_policy.json</a:t>
            </a:r>
            <a:r>
              <a:rPr lang="en-US" b="1" dirty="0"/>
              <a:t> /opt/</a:t>
            </a:r>
            <a:r>
              <a:rPr lang="en-US" b="1" dirty="0" err="1"/>
              <a:t>tak</a:t>
            </a:r>
            <a:r>
              <a:rPr lang="en-US" b="1" dirty="0"/>
              <a:t>/federation-hub/</a:t>
            </a:r>
          </a:p>
          <a:p>
            <a:pPr lvl="2"/>
            <a:r>
              <a:rPr lang="en-US" b="1" dirty="0"/>
              <a:t>mv /</a:t>
            </a:r>
            <a:r>
              <a:rPr lang="en-US" b="1" dirty="0" err="1"/>
              <a:t>tmp</a:t>
            </a:r>
            <a:r>
              <a:rPr lang="en-US" b="1" dirty="0"/>
              <a:t>/</a:t>
            </a:r>
            <a:r>
              <a:rPr lang="en-US" b="1" dirty="0" err="1"/>
              <a:t>authorized_users.yml</a:t>
            </a:r>
            <a:r>
              <a:rPr lang="en-US" b="1" dirty="0"/>
              <a:t> /opt/</a:t>
            </a:r>
            <a:r>
              <a:rPr lang="en-US" b="1" dirty="0" err="1"/>
              <a:t>tak</a:t>
            </a:r>
            <a:r>
              <a:rPr lang="en-US" b="1" dirty="0"/>
              <a:t>/federation-hub/</a:t>
            </a:r>
          </a:p>
          <a:p>
            <a:r>
              <a:rPr lang="en-US" dirty="0"/>
              <a:t>Update Federation Hub:</a:t>
            </a:r>
          </a:p>
          <a:p>
            <a:pPr lvl="1"/>
            <a:r>
              <a:rPr lang="en-US" dirty="0"/>
              <a:t>Download and copy over an update version of Federation Hub from your local machine to the server. </a:t>
            </a:r>
          </a:p>
          <a:p>
            <a:pPr lvl="1"/>
            <a:r>
              <a:rPr lang="en-US" dirty="0"/>
              <a:t>Run the following to update: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yum upgrade </a:t>
            </a:r>
            <a:r>
              <a:rPr lang="en-US" b="1" dirty="0" err="1"/>
              <a:t>takserver</a:t>
            </a:r>
            <a:r>
              <a:rPr lang="en-US" b="1" dirty="0"/>
              <a:t>-fed-hub-*.</a:t>
            </a:r>
            <a:r>
              <a:rPr lang="en-US" b="1" dirty="0" err="1"/>
              <a:t>noarch.rpm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23899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2852</TotalTime>
  <Words>2676</Words>
  <PresentationFormat>Widescreen</PresentationFormat>
  <Paragraphs>241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Segoe UI</vt:lpstr>
      <vt:lpstr>Wingdings</vt:lpstr>
      <vt:lpstr>Office Theme</vt:lpstr>
      <vt:lpstr>TAK Server - Federation Hub</vt:lpstr>
      <vt:lpstr>TAK Server – Federation Hub Installation</vt:lpstr>
      <vt:lpstr>TAK Server – Federation Hub Installation</vt:lpstr>
      <vt:lpstr>TAK Server – Federation Hub Installation</vt:lpstr>
      <vt:lpstr>TAK Server – Federation Hub Firewall Configuration</vt:lpstr>
      <vt:lpstr>TAK Server – Federation Hub Configuration</vt:lpstr>
      <vt:lpstr>TAK Server – Federation Hub Configuration</vt:lpstr>
      <vt:lpstr>TAK Server – Federation Hub Configuration</vt:lpstr>
      <vt:lpstr>TAK Server - Federation Hub - Configuring Authorized Users</vt:lpstr>
      <vt:lpstr>TAK Server - Federation Hub - Configuring Authorized Users</vt:lpstr>
      <vt:lpstr>TAK Server – Federation Hub Startup</vt:lpstr>
      <vt:lpstr>TAK Server - Federation Hub - Configuring Authorized Users</vt:lpstr>
      <vt:lpstr>TAK Server - Federation Hub - Configuring Authorized Users</vt:lpstr>
      <vt:lpstr>TAK Server - Federation Hub - Keycloak</vt:lpstr>
      <vt:lpstr>TAK Server - Federation Hub - How to Use</vt:lpstr>
      <vt:lpstr>TAK Server - Federation Hub - How to Use</vt:lpstr>
      <vt:lpstr>TAK Server - Federation Hub - How to Use</vt:lpstr>
      <vt:lpstr>TAK Server - Federation Hub - How to Use</vt:lpstr>
      <vt:lpstr>TAK Server - Federation Hub - How to Use</vt:lpstr>
      <vt:lpstr>TAK Server - Federation Hub - How to Use</vt:lpstr>
      <vt:lpstr>TAK Server - Federation Hub - How to Use</vt:lpstr>
      <vt:lpstr>TAK Server - Federation Hub - Connecting Federates</vt:lpstr>
      <vt:lpstr>TAK Server - Federation Hub - Connection Walkthrough</vt:lpstr>
      <vt:lpstr>TAK Server - Federation Hub - Connection Walkthrough</vt:lpstr>
      <vt:lpstr>TAK Server - Federation Hub - Connection Walkthrough</vt:lpstr>
      <vt:lpstr>TAK Server - Federation Hub - Connection Walkthrough</vt:lpstr>
      <vt:lpstr>TAK Server - Federation Hub - Outgoing Connections</vt:lpstr>
      <vt:lpstr>TAK Server – Updating Federation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2024-08-14T12:34:47Z</dcterms:created>
  <dcterms:modified xsi:type="dcterms:W3CDTF">2025-04-17T17:59:39Z</dcterms:modified>
</cp:coreProperties>
</file>
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6_9792CAF2.xml" ContentType="application/vnd.ms-powerpoint.comment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6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8FCC031-81A3-B21B-57EB-22115A932BF2}" name="Randall Hunt" initials="RH" userId="S::Randall_Hunt@partech.com::4c55b6c8-20fa-4fc5-ad69-633eabcdc40e"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94660"/>
  </p:normalViewPr>
  <p:slideViewPr>
    <p:cSldViewPr snapToGrid="0">
      <p:cViewPr varScale="1">
        <p:scale>
          <a:sx n="61" d="100"/>
          <a:sy n="61" d="100"/>
        </p:scale>
        <p:origin x="60" y="124"/>
      </p:cViewPr>
      <p:guideLst/>
    </p:cSldViewPr>
  </p:slideViewPr>
  <p:notesTextViewPr>
    <p:cViewPr>
      <p:scale>
        <a:sx n="1" d="1"/>
        <a:sy n="1" d="1"/>
      </p:scale>
      <p:origin x="0" y="-372"/>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ndall Hunt" userId="4c55b6c8-20fa-4fc5-ad69-633eabcdc40e" providerId="ADAL" clId="{A715B809-CBBC-44BC-9312-44D542DBDB99}"/>
    <pc:docChg chg="undo custSel addSld modSld">
      <pc:chgData name="Randall Hunt" userId="4c55b6c8-20fa-4fc5-ad69-633eabcdc40e" providerId="ADAL" clId="{A715B809-CBBC-44BC-9312-44D542DBDB99}" dt="2024-08-12T18:19:42.145" v="9134" actId="1076"/>
      <pc:docMkLst>
        <pc:docMk/>
      </pc:docMkLst>
      <pc:sldChg chg="modSp mod">
        <pc:chgData name="Randall Hunt" userId="4c55b6c8-20fa-4fc5-ad69-633eabcdc40e" providerId="ADAL" clId="{A715B809-CBBC-44BC-9312-44D542DBDB99}" dt="2024-08-12T16:51:15.610" v="258" actId="15"/>
        <pc:sldMkLst>
          <pc:docMk/>
          <pc:sldMk cId="4186459428" sldId="257"/>
        </pc:sldMkLst>
        <pc:spChg chg="mod">
          <ac:chgData name="Randall Hunt" userId="4c55b6c8-20fa-4fc5-ad69-633eabcdc40e" providerId="ADAL" clId="{A715B809-CBBC-44BC-9312-44D542DBDB99}" dt="2024-08-12T16:51:15.610" v="258" actId="15"/>
          <ac:spMkLst>
            <pc:docMk/>
            <pc:sldMk cId="4186459428" sldId="257"/>
            <ac:spMk id="3" creationId="{C878EECA-92A7-33A8-A4A2-28BFD4D1CA24}"/>
          </ac:spMkLst>
        </pc:spChg>
      </pc:sldChg>
      <pc:sldChg chg="modSp new mod">
        <pc:chgData name="Randall Hunt" userId="4c55b6c8-20fa-4fc5-ad69-633eabcdc40e" providerId="ADAL" clId="{A715B809-CBBC-44BC-9312-44D542DBDB99}" dt="2024-08-12T17:24:26.989" v="1405" actId="20577"/>
        <pc:sldMkLst>
          <pc:docMk/>
          <pc:sldMk cId="1754193526" sldId="258"/>
        </pc:sldMkLst>
        <pc:spChg chg="mod">
          <ac:chgData name="Randall Hunt" userId="4c55b6c8-20fa-4fc5-ad69-633eabcdc40e" providerId="ADAL" clId="{A715B809-CBBC-44BC-9312-44D542DBDB99}" dt="2024-08-12T17:24:26.989" v="1405" actId="20577"/>
          <ac:spMkLst>
            <pc:docMk/>
            <pc:sldMk cId="1754193526" sldId="258"/>
            <ac:spMk id="2" creationId="{4537B521-DB51-3191-A98F-D8BF8FDF254A}"/>
          </ac:spMkLst>
        </pc:spChg>
        <pc:spChg chg="mod">
          <ac:chgData name="Randall Hunt" userId="4c55b6c8-20fa-4fc5-ad69-633eabcdc40e" providerId="ADAL" clId="{A715B809-CBBC-44BC-9312-44D542DBDB99}" dt="2024-08-12T17:21:34.718" v="1096" actId="20577"/>
          <ac:spMkLst>
            <pc:docMk/>
            <pc:sldMk cId="1754193526" sldId="258"/>
            <ac:spMk id="3" creationId="{85249759-41A4-B284-B67D-943777DFA9DD}"/>
          </ac:spMkLst>
        </pc:spChg>
      </pc:sldChg>
      <pc:sldChg chg="addSp delSp modSp new mod">
        <pc:chgData name="Randall Hunt" userId="4c55b6c8-20fa-4fc5-ad69-633eabcdc40e" providerId="ADAL" clId="{A715B809-CBBC-44BC-9312-44D542DBDB99}" dt="2024-08-12T17:24:31.986" v="1418" actId="20577"/>
        <pc:sldMkLst>
          <pc:docMk/>
          <pc:sldMk cId="1502886651" sldId="259"/>
        </pc:sldMkLst>
        <pc:spChg chg="mod">
          <ac:chgData name="Randall Hunt" userId="4c55b6c8-20fa-4fc5-ad69-633eabcdc40e" providerId="ADAL" clId="{A715B809-CBBC-44BC-9312-44D542DBDB99}" dt="2024-08-12T17:24:31.986" v="1418" actId="20577"/>
          <ac:spMkLst>
            <pc:docMk/>
            <pc:sldMk cId="1502886651" sldId="259"/>
            <ac:spMk id="2" creationId="{614B94B0-C7D7-5C61-D4F5-47C384AB57CC}"/>
          </ac:spMkLst>
        </pc:spChg>
        <pc:spChg chg="mod">
          <ac:chgData name="Randall Hunt" userId="4c55b6c8-20fa-4fc5-ad69-633eabcdc40e" providerId="ADAL" clId="{A715B809-CBBC-44BC-9312-44D542DBDB99}" dt="2024-08-12T17:24:07.295" v="1382" actId="313"/>
          <ac:spMkLst>
            <pc:docMk/>
            <pc:sldMk cId="1502886651" sldId="259"/>
            <ac:spMk id="3" creationId="{5DFAA108-E86E-3ACC-4A80-16C81CC596B8}"/>
          </ac:spMkLst>
        </pc:spChg>
        <pc:spChg chg="add">
          <ac:chgData name="Randall Hunt" userId="4c55b6c8-20fa-4fc5-ad69-633eabcdc40e" providerId="ADAL" clId="{A715B809-CBBC-44BC-9312-44D542DBDB99}" dt="2024-08-12T17:22:12.302" v="1187"/>
          <ac:spMkLst>
            <pc:docMk/>
            <pc:sldMk cId="1502886651" sldId="259"/>
            <ac:spMk id="4" creationId="{72D81771-DF08-5327-95C2-5FE324AF2BC7}"/>
          </ac:spMkLst>
        </pc:spChg>
        <pc:spChg chg="add del">
          <ac:chgData name="Randall Hunt" userId="4c55b6c8-20fa-4fc5-ad69-633eabcdc40e" providerId="ADAL" clId="{A715B809-CBBC-44BC-9312-44D542DBDB99}" dt="2024-08-12T17:22:49.700" v="1194" actId="478"/>
          <ac:spMkLst>
            <pc:docMk/>
            <pc:sldMk cId="1502886651" sldId="259"/>
            <ac:spMk id="5" creationId="{3A533D69-397D-1615-A115-5FC581B1E13B}"/>
          </ac:spMkLst>
        </pc:spChg>
      </pc:sldChg>
      <pc:sldChg chg="modSp new mod">
        <pc:chgData name="Randall Hunt" userId="4c55b6c8-20fa-4fc5-ad69-633eabcdc40e" providerId="ADAL" clId="{A715B809-CBBC-44BC-9312-44D542DBDB99}" dt="2024-08-12T17:28:37.614" v="1930" actId="5793"/>
        <pc:sldMkLst>
          <pc:docMk/>
          <pc:sldMk cId="1116354676" sldId="260"/>
        </pc:sldMkLst>
        <pc:spChg chg="mod">
          <ac:chgData name="Randall Hunt" userId="4c55b6c8-20fa-4fc5-ad69-633eabcdc40e" providerId="ADAL" clId="{A715B809-CBBC-44BC-9312-44D542DBDB99}" dt="2024-08-12T17:24:43.555" v="1472" actId="20577"/>
          <ac:spMkLst>
            <pc:docMk/>
            <pc:sldMk cId="1116354676" sldId="260"/>
            <ac:spMk id="2" creationId="{FB9D6374-1B83-45E2-D7A9-FFE8EFE22DFB}"/>
          </ac:spMkLst>
        </pc:spChg>
        <pc:spChg chg="mod">
          <ac:chgData name="Randall Hunt" userId="4c55b6c8-20fa-4fc5-ad69-633eabcdc40e" providerId="ADAL" clId="{A715B809-CBBC-44BC-9312-44D542DBDB99}" dt="2024-08-12T17:28:37.614" v="1930" actId="5793"/>
          <ac:spMkLst>
            <pc:docMk/>
            <pc:sldMk cId="1116354676" sldId="260"/>
            <ac:spMk id="3" creationId="{D44F53D8-D95F-313B-24F3-80D29023AE04}"/>
          </ac:spMkLst>
        </pc:spChg>
      </pc:sldChg>
      <pc:sldChg chg="modSp new mod">
        <pc:chgData name="Randall Hunt" userId="4c55b6c8-20fa-4fc5-ad69-633eabcdc40e" providerId="ADAL" clId="{A715B809-CBBC-44BC-9312-44D542DBDB99}" dt="2024-08-12T17:25:39.283" v="1529" actId="14100"/>
        <pc:sldMkLst>
          <pc:docMk/>
          <pc:sldMk cId="3295752954" sldId="261"/>
        </pc:sldMkLst>
        <pc:spChg chg="mod">
          <ac:chgData name="Randall Hunt" userId="4c55b6c8-20fa-4fc5-ad69-633eabcdc40e" providerId="ADAL" clId="{A715B809-CBBC-44BC-9312-44D542DBDB99}" dt="2024-08-12T17:24:57.653" v="1488" actId="20577"/>
          <ac:spMkLst>
            <pc:docMk/>
            <pc:sldMk cId="3295752954" sldId="261"/>
            <ac:spMk id="2" creationId="{A8DA9538-D0C3-6DB3-D897-629847D6D7E8}"/>
          </ac:spMkLst>
        </pc:spChg>
        <pc:spChg chg="mod">
          <ac:chgData name="Randall Hunt" userId="4c55b6c8-20fa-4fc5-ad69-633eabcdc40e" providerId="ADAL" clId="{A715B809-CBBC-44BC-9312-44D542DBDB99}" dt="2024-08-12T17:25:39.283" v="1529" actId="14100"/>
          <ac:spMkLst>
            <pc:docMk/>
            <pc:sldMk cId="3295752954" sldId="261"/>
            <ac:spMk id="3" creationId="{104827AB-C7B5-D824-A999-629B1265E838}"/>
          </ac:spMkLst>
        </pc:spChg>
      </pc:sldChg>
      <pc:sldChg chg="addSp delSp modSp new mod">
        <pc:chgData name="Randall Hunt" userId="4c55b6c8-20fa-4fc5-ad69-633eabcdc40e" providerId="ADAL" clId="{A715B809-CBBC-44BC-9312-44D542DBDB99}" dt="2024-08-12T17:35:12.381" v="2915" actId="1076"/>
        <pc:sldMkLst>
          <pc:docMk/>
          <pc:sldMk cId="2542979826" sldId="262"/>
        </pc:sldMkLst>
        <pc:spChg chg="mod">
          <ac:chgData name="Randall Hunt" userId="4c55b6c8-20fa-4fc5-ad69-633eabcdc40e" providerId="ADAL" clId="{A715B809-CBBC-44BC-9312-44D542DBDB99}" dt="2024-08-12T17:28:49.189" v="1978" actId="20577"/>
          <ac:spMkLst>
            <pc:docMk/>
            <pc:sldMk cId="2542979826" sldId="262"/>
            <ac:spMk id="2" creationId="{0A2C0F6C-5BEA-FDC2-212D-351AE4B5121E}"/>
          </ac:spMkLst>
        </pc:spChg>
        <pc:spChg chg="mod">
          <ac:chgData name="Randall Hunt" userId="4c55b6c8-20fa-4fc5-ad69-633eabcdc40e" providerId="ADAL" clId="{A715B809-CBBC-44BC-9312-44D542DBDB99}" dt="2024-08-12T17:34:30.451" v="2905" actId="20577"/>
          <ac:spMkLst>
            <pc:docMk/>
            <pc:sldMk cId="2542979826" sldId="262"/>
            <ac:spMk id="3" creationId="{591EF761-5F2D-A598-A71B-0A148D5A4DA6}"/>
          </ac:spMkLst>
        </pc:spChg>
        <pc:spChg chg="add del mod">
          <ac:chgData name="Randall Hunt" userId="4c55b6c8-20fa-4fc5-ad69-633eabcdc40e" providerId="ADAL" clId="{A715B809-CBBC-44BC-9312-44D542DBDB99}" dt="2024-08-12T17:30:06.955" v="2101" actId="478"/>
          <ac:spMkLst>
            <pc:docMk/>
            <pc:sldMk cId="2542979826" sldId="262"/>
            <ac:spMk id="4" creationId="{F3A6701B-77EC-726E-2F38-39620B28CFE3}"/>
          </ac:spMkLst>
        </pc:spChg>
        <pc:spChg chg="add mod">
          <ac:chgData name="Randall Hunt" userId="4c55b6c8-20fa-4fc5-ad69-633eabcdc40e" providerId="ADAL" clId="{A715B809-CBBC-44BC-9312-44D542DBDB99}" dt="2024-08-12T17:35:12.381" v="2915" actId="1076"/>
          <ac:spMkLst>
            <pc:docMk/>
            <pc:sldMk cId="2542979826" sldId="262"/>
            <ac:spMk id="7" creationId="{4920947B-4859-EE81-518F-DFBA437DF8DD}"/>
          </ac:spMkLst>
        </pc:spChg>
        <pc:picChg chg="add mod">
          <ac:chgData name="Randall Hunt" userId="4c55b6c8-20fa-4fc5-ad69-633eabcdc40e" providerId="ADAL" clId="{A715B809-CBBC-44BC-9312-44D542DBDB99}" dt="2024-08-12T17:34:49.262" v="2909" actId="1076"/>
          <ac:picMkLst>
            <pc:docMk/>
            <pc:sldMk cId="2542979826" sldId="262"/>
            <ac:picMk id="6" creationId="{91CB8C14-2C28-1240-2A08-1A30736AD44F}"/>
          </ac:picMkLst>
        </pc:picChg>
      </pc:sldChg>
      <pc:sldChg chg="addSp modSp new mod">
        <pc:chgData name="Randall Hunt" userId="4c55b6c8-20fa-4fc5-ad69-633eabcdc40e" providerId="ADAL" clId="{A715B809-CBBC-44BC-9312-44D542DBDB99}" dt="2024-08-12T17:41:26.018" v="3778" actId="15"/>
        <pc:sldMkLst>
          <pc:docMk/>
          <pc:sldMk cId="1607282607" sldId="263"/>
        </pc:sldMkLst>
        <pc:spChg chg="mod">
          <ac:chgData name="Randall Hunt" userId="4c55b6c8-20fa-4fc5-ad69-633eabcdc40e" providerId="ADAL" clId="{A715B809-CBBC-44BC-9312-44D542DBDB99}" dt="2024-08-12T17:35:26.521" v="2917"/>
          <ac:spMkLst>
            <pc:docMk/>
            <pc:sldMk cId="1607282607" sldId="263"/>
            <ac:spMk id="2" creationId="{A276525E-F264-4EFC-F8A0-DFF38BC3FFF8}"/>
          </ac:spMkLst>
        </pc:spChg>
        <pc:spChg chg="mod">
          <ac:chgData name="Randall Hunt" userId="4c55b6c8-20fa-4fc5-ad69-633eabcdc40e" providerId="ADAL" clId="{A715B809-CBBC-44BC-9312-44D542DBDB99}" dt="2024-08-12T17:41:26.018" v="3778" actId="15"/>
          <ac:spMkLst>
            <pc:docMk/>
            <pc:sldMk cId="1607282607" sldId="263"/>
            <ac:spMk id="3" creationId="{A469DE73-42F3-2332-498A-63F18CACB542}"/>
          </ac:spMkLst>
        </pc:spChg>
        <pc:spChg chg="add mod">
          <ac:chgData name="Randall Hunt" userId="4c55b6c8-20fa-4fc5-ad69-633eabcdc40e" providerId="ADAL" clId="{A715B809-CBBC-44BC-9312-44D542DBDB99}" dt="2024-08-12T17:38:15.955" v="3277" actId="208"/>
          <ac:spMkLst>
            <pc:docMk/>
            <pc:sldMk cId="1607282607" sldId="263"/>
            <ac:spMk id="6" creationId="{2C41D580-48F5-B43A-FBC5-F39611A09167}"/>
          </ac:spMkLst>
        </pc:spChg>
        <pc:spChg chg="add mod">
          <ac:chgData name="Randall Hunt" userId="4c55b6c8-20fa-4fc5-ad69-633eabcdc40e" providerId="ADAL" clId="{A715B809-CBBC-44BC-9312-44D542DBDB99}" dt="2024-08-12T17:40:51.532" v="3772" actId="1076"/>
          <ac:spMkLst>
            <pc:docMk/>
            <pc:sldMk cId="1607282607" sldId="263"/>
            <ac:spMk id="9" creationId="{E087D264-B65A-0A87-F38E-369FE72EA092}"/>
          </ac:spMkLst>
        </pc:spChg>
        <pc:picChg chg="add mod">
          <ac:chgData name="Randall Hunt" userId="4c55b6c8-20fa-4fc5-ad69-633eabcdc40e" providerId="ADAL" clId="{A715B809-CBBC-44BC-9312-44D542DBDB99}" dt="2024-08-12T17:37:50.119" v="3270" actId="1076"/>
          <ac:picMkLst>
            <pc:docMk/>
            <pc:sldMk cId="1607282607" sldId="263"/>
            <ac:picMk id="5" creationId="{135AAA53-3AA8-5B14-E52C-9DF8A44236E3}"/>
          </ac:picMkLst>
        </pc:picChg>
        <pc:picChg chg="add mod">
          <ac:chgData name="Randall Hunt" userId="4c55b6c8-20fa-4fc5-ad69-633eabcdc40e" providerId="ADAL" clId="{A715B809-CBBC-44BC-9312-44D542DBDB99}" dt="2024-08-12T17:40:39.482" v="3768" actId="1076"/>
          <ac:picMkLst>
            <pc:docMk/>
            <pc:sldMk cId="1607282607" sldId="263"/>
            <ac:picMk id="8" creationId="{09794452-19A9-5B90-16DD-FFC0F8D6AB5F}"/>
          </ac:picMkLst>
        </pc:picChg>
      </pc:sldChg>
      <pc:sldChg chg="addSp delSp modSp new mod">
        <pc:chgData name="Randall Hunt" userId="4c55b6c8-20fa-4fc5-ad69-633eabcdc40e" providerId="ADAL" clId="{A715B809-CBBC-44BC-9312-44D542DBDB99}" dt="2024-08-12T17:46:09.983" v="4420" actId="1076"/>
        <pc:sldMkLst>
          <pc:docMk/>
          <pc:sldMk cId="66661469" sldId="264"/>
        </pc:sldMkLst>
        <pc:spChg chg="mod">
          <ac:chgData name="Randall Hunt" userId="4c55b6c8-20fa-4fc5-ad69-633eabcdc40e" providerId="ADAL" clId="{A715B809-CBBC-44BC-9312-44D542DBDB99}" dt="2024-08-12T17:41:50.907" v="3780"/>
          <ac:spMkLst>
            <pc:docMk/>
            <pc:sldMk cId="66661469" sldId="264"/>
            <ac:spMk id="2" creationId="{203A112A-C6F4-E697-1915-4FF0F927B309}"/>
          </ac:spMkLst>
        </pc:spChg>
        <pc:spChg chg="mod">
          <ac:chgData name="Randall Hunt" userId="4c55b6c8-20fa-4fc5-ad69-633eabcdc40e" providerId="ADAL" clId="{A715B809-CBBC-44BC-9312-44D542DBDB99}" dt="2024-08-12T17:45:51.269" v="4414" actId="14100"/>
          <ac:spMkLst>
            <pc:docMk/>
            <pc:sldMk cId="66661469" sldId="264"/>
            <ac:spMk id="3" creationId="{86458B3E-6E1E-21CA-012F-05203C27CC6A}"/>
          </ac:spMkLst>
        </pc:spChg>
        <pc:picChg chg="add del mod">
          <ac:chgData name="Randall Hunt" userId="4c55b6c8-20fa-4fc5-ad69-633eabcdc40e" providerId="ADAL" clId="{A715B809-CBBC-44BC-9312-44D542DBDB99}" dt="2024-08-12T17:45:56.549" v="4417" actId="478"/>
          <ac:picMkLst>
            <pc:docMk/>
            <pc:sldMk cId="66661469" sldId="264"/>
            <ac:picMk id="5" creationId="{CCCCB7CC-9483-9B83-8EDD-0E1ACB3B6CAF}"/>
          </ac:picMkLst>
        </pc:picChg>
        <pc:picChg chg="add mod">
          <ac:chgData name="Randall Hunt" userId="4c55b6c8-20fa-4fc5-ad69-633eabcdc40e" providerId="ADAL" clId="{A715B809-CBBC-44BC-9312-44D542DBDB99}" dt="2024-08-12T17:46:09.983" v="4420" actId="1076"/>
          <ac:picMkLst>
            <pc:docMk/>
            <pc:sldMk cId="66661469" sldId="264"/>
            <ac:picMk id="7" creationId="{87078811-8511-E2CB-5CE5-43360574046C}"/>
          </ac:picMkLst>
        </pc:picChg>
      </pc:sldChg>
      <pc:sldChg chg="addSp delSp modSp new mod">
        <pc:chgData name="Randall Hunt" userId="4c55b6c8-20fa-4fc5-ad69-633eabcdc40e" providerId="ADAL" clId="{A715B809-CBBC-44BC-9312-44D542DBDB99}" dt="2024-08-12T17:51:53.424" v="5153" actId="1076"/>
        <pc:sldMkLst>
          <pc:docMk/>
          <pc:sldMk cId="1104997032" sldId="265"/>
        </pc:sldMkLst>
        <pc:spChg chg="mod">
          <ac:chgData name="Randall Hunt" userId="4c55b6c8-20fa-4fc5-ad69-633eabcdc40e" providerId="ADAL" clId="{A715B809-CBBC-44BC-9312-44D542DBDB99}" dt="2024-08-12T17:51:53.424" v="5153" actId="1076"/>
          <ac:spMkLst>
            <pc:docMk/>
            <pc:sldMk cId="1104997032" sldId="265"/>
            <ac:spMk id="2" creationId="{6FDE4D02-56B5-E3BB-51DA-E41107F00B1D}"/>
          </ac:spMkLst>
        </pc:spChg>
        <pc:spChg chg="add del mod">
          <ac:chgData name="Randall Hunt" userId="4c55b6c8-20fa-4fc5-ad69-633eabcdc40e" providerId="ADAL" clId="{A715B809-CBBC-44BC-9312-44D542DBDB99}" dt="2024-08-12T17:51:45.294" v="5152" actId="27636"/>
          <ac:spMkLst>
            <pc:docMk/>
            <pc:sldMk cId="1104997032" sldId="265"/>
            <ac:spMk id="3" creationId="{64CE5E81-D93C-B05D-0515-F0B9A4FCB577}"/>
          </ac:spMkLst>
        </pc:spChg>
        <pc:spChg chg="add del mod">
          <ac:chgData name="Randall Hunt" userId="4c55b6c8-20fa-4fc5-ad69-633eabcdc40e" providerId="ADAL" clId="{A715B809-CBBC-44BC-9312-44D542DBDB99}" dt="2024-08-12T17:49:54.671" v="4924" actId="1076"/>
          <ac:spMkLst>
            <pc:docMk/>
            <pc:sldMk cId="1104997032" sldId="265"/>
            <ac:spMk id="4" creationId="{07CED057-EBCB-1459-EDDA-4E772B6722EE}"/>
          </ac:spMkLst>
        </pc:spChg>
        <pc:spChg chg="add mod">
          <ac:chgData name="Randall Hunt" userId="4c55b6c8-20fa-4fc5-ad69-633eabcdc40e" providerId="ADAL" clId="{A715B809-CBBC-44BC-9312-44D542DBDB99}" dt="2024-08-12T17:49:49.926" v="4921" actId="478"/>
          <ac:spMkLst>
            <pc:docMk/>
            <pc:sldMk cId="1104997032" sldId="265"/>
            <ac:spMk id="5" creationId="{88992C5A-D56D-8AB1-3BD5-F198BDF7008A}"/>
          </ac:spMkLst>
        </pc:spChg>
      </pc:sldChg>
      <pc:sldChg chg="modSp new mod">
        <pc:chgData name="Randall Hunt" userId="4c55b6c8-20fa-4fc5-ad69-633eabcdc40e" providerId="ADAL" clId="{A715B809-CBBC-44BC-9312-44D542DBDB99}" dt="2024-08-12T17:58:01.194" v="5759" actId="20577"/>
        <pc:sldMkLst>
          <pc:docMk/>
          <pc:sldMk cId="95330708" sldId="266"/>
        </pc:sldMkLst>
        <pc:spChg chg="mod">
          <ac:chgData name="Randall Hunt" userId="4c55b6c8-20fa-4fc5-ad69-633eabcdc40e" providerId="ADAL" clId="{A715B809-CBBC-44BC-9312-44D542DBDB99}" dt="2024-08-12T17:51:56.731" v="5155"/>
          <ac:spMkLst>
            <pc:docMk/>
            <pc:sldMk cId="95330708" sldId="266"/>
            <ac:spMk id="2" creationId="{7E00DA93-737D-DB49-0693-D579B36DD6B7}"/>
          </ac:spMkLst>
        </pc:spChg>
        <pc:spChg chg="mod">
          <ac:chgData name="Randall Hunt" userId="4c55b6c8-20fa-4fc5-ad69-633eabcdc40e" providerId="ADAL" clId="{A715B809-CBBC-44BC-9312-44D542DBDB99}" dt="2024-08-12T17:58:01.194" v="5759" actId="20577"/>
          <ac:spMkLst>
            <pc:docMk/>
            <pc:sldMk cId="95330708" sldId="266"/>
            <ac:spMk id="3" creationId="{0013D1B9-868D-71B5-53E6-31CF4B350DC4}"/>
          </ac:spMkLst>
        </pc:spChg>
      </pc:sldChg>
      <pc:sldChg chg="addSp modSp new mod">
        <pc:chgData name="Randall Hunt" userId="4c55b6c8-20fa-4fc5-ad69-633eabcdc40e" providerId="ADAL" clId="{A715B809-CBBC-44BC-9312-44D542DBDB99}" dt="2024-08-12T17:59:47.273" v="6051" actId="1076"/>
        <pc:sldMkLst>
          <pc:docMk/>
          <pc:sldMk cId="2568044675" sldId="267"/>
        </pc:sldMkLst>
        <pc:spChg chg="mod">
          <ac:chgData name="Randall Hunt" userId="4c55b6c8-20fa-4fc5-ad69-633eabcdc40e" providerId="ADAL" clId="{A715B809-CBBC-44BC-9312-44D542DBDB99}" dt="2024-08-12T17:58:10.530" v="5761"/>
          <ac:spMkLst>
            <pc:docMk/>
            <pc:sldMk cId="2568044675" sldId="267"/>
            <ac:spMk id="2" creationId="{5B15C396-3B58-3E5C-445B-FEFAFDCDDADF}"/>
          </ac:spMkLst>
        </pc:spChg>
        <pc:spChg chg="mod">
          <ac:chgData name="Randall Hunt" userId="4c55b6c8-20fa-4fc5-ad69-633eabcdc40e" providerId="ADAL" clId="{A715B809-CBBC-44BC-9312-44D542DBDB99}" dt="2024-08-12T17:59:31.857" v="6046" actId="20577"/>
          <ac:spMkLst>
            <pc:docMk/>
            <pc:sldMk cId="2568044675" sldId="267"/>
            <ac:spMk id="3" creationId="{E10874A4-A91E-8F53-D7AB-2B168FEF3CE4}"/>
          </ac:spMkLst>
        </pc:spChg>
        <pc:picChg chg="add mod">
          <ac:chgData name="Randall Hunt" userId="4c55b6c8-20fa-4fc5-ad69-633eabcdc40e" providerId="ADAL" clId="{A715B809-CBBC-44BC-9312-44D542DBDB99}" dt="2024-08-12T17:59:47.273" v="6051" actId="1076"/>
          <ac:picMkLst>
            <pc:docMk/>
            <pc:sldMk cId="2568044675" sldId="267"/>
            <ac:picMk id="5" creationId="{A5A9AB37-9E56-8E1B-9F7B-7591BED1C0C0}"/>
          </ac:picMkLst>
        </pc:picChg>
      </pc:sldChg>
      <pc:sldChg chg="addSp modSp new mod">
        <pc:chgData name="Randall Hunt" userId="4c55b6c8-20fa-4fc5-ad69-633eabcdc40e" providerId="ADAL" clId="{A715B809-CBBC-44BC-9312-44D542DBDB99}" dt="2024-08-12T18:05:29.432" v="6730" actId="1076"/>
        <pc:sldMkLst>
          <pc:docMk/>
          <pc:sldMk cId="16496376" sldId="268"/>
        </pc:sldMkLst>
        <pc:spChg chg="mod">
          <ac:chgData name="Randall Hunt" userId="4c55b6c8-20fa-4fc5-ad69-633eabcdc40e" providerId="ADAL" clId="{A715B809-CBBC-44BC-9312-44D542DBDB99}" dt="2024-08-12T18:01:54.741" v="6084" actId="20577"/>
          <ac:spMkLst>
            <pc:docMk/>
            <pc:sldMk cId="16496376" sldId="268"/>
            <ac:spMk id="2" creationId="{034D54D7-D704-4086-569C-085B2F7A46CD}"/>
          </ac:spMkLst>
        </pc:spChg>
        <pc:spChg chg="mod">
          <ac:chgData name="Randall Hunt" userId="4c55b6c8-20fa-4fc5-ad69-633eabcdc40e" providerId="ADAL" clId="{A715B809-CBBC-44BC-9312-44D542DBDB99}" dt="2024-08-12T18:05:25.340" v="6727" actId="15"/>
          <ac:spMkLst>
            <pc:docMk/>
            <pc:sldMk cId="16496376" sldId="268"/>
            <ac:spMk id="3" creationId="{5691D361-3CA6-73B6-0003-908E28266E96}"/>
          </ac:spMkLst>
        </pc:spChg>
        <pc:picChg chg="add mod">
          <ac:chgData name="Randall Hunt" userId="4c55b6c8-20fa-4fc5-ad69-633eabcdc40e" providerId="ADAL" clId="{A715B809-CBBC-44BC-9312-44D542DBDB99}" dt="2024-08-12T18:05:29.432" v="6730" actId="1076"/>
          <ac:picMkLst>
            <pc:docMk/>
            <pc:sldMk cId="16496376" sldId="268"/>
            <ac:picMk id="5" creationId="{88361EE9-3BDC-9549-CC18-9988BE35D8B4}"/>
          </ac:picMkLst>
        </pc:picChg>
      </pc:sldChg>
      <pc:sldChg chg="modSp new mod">
        <pc:chgData name="Randall Hunt" userId="4c55b6c8-20fa-4fc5-ad69-633eabcdc40e" providerId="ADAL" clId="{A715B809-CBBC-44BC-9312-44D542DBDB99}" dt="2024-08-12T18:11:49.264" v="7882" actId="27636"/>
        <pc:sldMkLst>
          <pc:docMk/>
          <pc:sldMk cId="522466219" sldId="269"/>
        </pc:sldMkLst>
        <pc:spChg chg="mod">
          <ac:chgData name="Randall Hunt" userId="4c55b6c8-20fa-4fc5-ad69-633eabcdc40e" providerId="ADAL" clId="{A715B809-CBBC-44BC-9312-44D542DBDB99}" dt="2024-08-12T18:07:16.033" v="6813" actId="20577"/>
          <ac:spMkLst>
            <pc:docMk/>
            <pc:sldMk cId="522466219" sldId="269"/>
            <ac:spMk id="2" creationId="{38E1047D-A910-ED67-3261-A4277BA98C48}"/>
          </ac:spMkLst>
        </pc:spChg>
        <pc:spChg chg="mod">
          <ac:chgData name="Randall Hunt" userId="4c55b6c8-20fa-4fc5-ad69-633eabcdc40e" providerId="ADAL" clId="{A715B809-CBBC-44BC-9312-44D542DBDB99}" dt="2024-08-12T18:11:49.264" v="7882" actId="27636"/>
          <ac:spMkLst>
            <pc:docMk/>
            <pc:sldMk cId="522466219" sldId="269"/>
            <ac:spMk id="3" creationId="{4C1617BB-5C86-56C6-5BA2-6BA3C72850E8}"/>
          </ac:spMkLst>
        </pc:spChg>
      </pc:sldChg>
      <pc:sldChg chg="modSp new mod">
        <pc:chgData name="Randall Hunt" userId="4c55b6c8-20fa-4fc5-ad69-633eabcdc40e" providerId="ADAL" clId="{A715B809-CBBC-44BC-9312-44D542DBDB99}" dt="2024-08-12T18:16:15.841" v="8684" actId="20577"/>
        <pc:sldMkLst>
          <pc:docMk/>
          <pc:sldMk cId="3188729061" sldId="270"/>
        </pc:sldMkLst>
        <pc:spChg chg="mod">
          <ac:chgData name="Randall Hunt" userId="4c55b6c8-20fa-4fc5-ad69-633eabcdc40e" providerId="ADAL" clId="{A715B809-CBBC-44BC-9312-44D542DBDB99}" dt="2024-08-12T18:11:57.555" v="7884"/>
          <ac:spMkLst>
            <pc:docMk/>
            <pc:sldMk cId="3188729061" sldId="270"/>
            <ac:spMk id="2" creationId="{E253F102-0DC5-E51F-D0F7-48F0B4F63026}"/>
          </ac:spMkLst>
        </pc:spChg>
        <pc:spChg chg="mod">
          <ac:chgData name="Randall Hunt" userId="4c55b6c8-20fa-4fc5-ad69-633eabcdc40e" providerId="ADAL" clId="{A715B809-CBBC-44BC-9312-44D542DBDB99}" dt="2024-08-12T18:16:15.841" v="8684" actId="20577"/>
          <ac:spMkLst>
            <pc:docMk/>
            <pc:sldMk cId="3188729061" sldId="270"/>
            <ac:spMk id="3" creationId="{42D02043-DE51-28D8-6AE8-91E05C5F1B20}"/>
          </ac:spMkLst>
        </pc:spChg>
      </pc:sldChg>
      <pc:sldChg chg="addSp modSp new mod">
        <pc:chgData name="Randall Hunt" userId="4c55b6c8-20fa-4fc5-ad69-633eabcdc40e" providerId="ADAL" clId="{A715B809-CBBC-44BC-9312-44D542DBDB99}" dt="2024-08-12T18:19:42.145" v="9134" actId="1076"/>
        <pc:sldMkLst>
          <pc:docMk/>
          <pc:sldMk cId="363618562" sldId="271"/>
        </pc:sldMkLst>
        <pc:spChg chg="mod">
          <ac:chgData name="Randall Hunt" userId="4c55b6c8-20fa-4fc5-ad69-633eabcdc40e" providerId="ADAL" clId="{A715B809-CBBC-44BC-9312-44D542DBDB99}" dt="2024-08-12T18:16:20.247" v="8686"/>
          <ac:spMkLst>
            <pc:docMk/>
            <pc:sldMk cId="363618562" sldId="271"/>
            <ac:spMk id="2" creationId="{4DA92A46-E6FD-7994-3DEE-42726DCD8DB7}"/>
          </ac:spMkLst>
        </pc:spChg>
        <pc:spChg chg="mod">
          <ac:chgData name="Randall Hunt" userId="4c55b6c8-20fa-4fc5-ad69-633eabcdc40e" providerId="ADAL" clId="{A715B809-CBBC-44BC-9312-44D542DBDB99}" dt="2024-08-12T18:19:24.082" v="9129" actId="20577"/>
          <ac:spMkLst>
            <pc:docMk/>
            <pc:sldMk cId="363618562" sldId="271"/>
            <ac:spMk id="3" creationId="{3C9111CB-A6BD-E064-6D0C-0DC55AE7F9B4}"/>
          </ac:spMkLst>
        </pc:spChg>
        <pc:picChg chg="add mod">
          <ac:chgData name="Randall Hunt" userId="4c55b6c8-20fa-4fc5-ad69-633eabcdc40e" providerId="ADAL" clId="{A715B809-CBBC-44BC-9312-44D542DBDB99}" dt="2024-08-12T18:19:42.145" v="9134" actId="1076"/>
          <ac:picMkLst>
            <pc:docMk/>
            <pc:sldMk cId="363618562" sldId="271"/>
            <ac:picMk id="5" creationId="{50A33C5F-3319-BD7A-C05A-6A56B619BC52}"/>
          </ac:picMkLst>
        </pc:picChg>
      </pc:sldChg>
    </pc:docChg>
  </pc:docChgLst>
  <pc:docChgLst>
    <pc:chgData name="Hunt, Randall [USA]" userId="89bfa2a9-2144-4bd6-ba22-d79ad510780c" providerId="ADAL" clId="{2FD5CCC1-4E8F-4850-AB92-1B19BD7773B4}"/>
    <pc:docChg chg="modSld">
      <pc:chgData name="Hunt, Randall [USA]" userId="89bfa2a9-2144-4bd6-ba22-d79ad510780c" providerId="ADAL" clId="{2FD5CCC1-4E8F-4850-AB92-1B19BD7773B4}" dt="2024-09-06T12:29:07.090" v="12"/>
      <pc:docMkLst>
        <pc:docMk/>
      </pc:docMkLst>
      <pc:sldChg chg="modSp mod modNotesTx">
        <pc:chgData name="Hunt, Randall [USA]" userId="89bfa2a9-2144-4bd6-ba22-d79ad510780c" providerId="ADAL" clId="{2FD5CCC1-4E8F-4850-AB92-1B19BD7773B4}" dt="2024-09-06T12:29:07.090" v="12"/>
        <pc:sldMkLst>
          <pc:docMk/>
          <pc:sldMk cId="2542979826" sldId="262"/>
        </pc:sldMkLst>
        <pc:spChg chg="mod">
          <ac:chgData name="Hunt, Randall [USA]" userId="89bfa2a9-2144-4bd6-ba22-d79ad510780c" providerId="ADAL" clId="{2FD5CCC1-4E8F-4850-AB92-1B19BD7773B4}" dt="2024-08-13T17:19:43.553" v="2" actId="20577"/>
          <ac:spMkLst>
            <pc:docMk/>
            <pc:sldMk cId="2542979826" sldId="262"/>
            <ac:spMk id="3" creationId="{591EF761-5F2D-A598-A71B-0A148D5A4DA6}"/>
          </ac:spMkLst>
        </pc:spChg>
        <pc:spChg chg="mod">
          <ac:chgData name="Hunt, Randall [USA]" userId="89bfa2a9-2144-4bd6-ba22-d79ad510780c" providerId="ADAL" clId="{2FD5CCC1-4E8F-4850-AB92-1B19BD7773B4}" dt="2024-08-13T17:19:49.690" v="5" actId="1076"/>
          <ac:spMkLst>
            <pc:docMk/>
            <pc:sldMk cId="2542979826" sldId="262"/>
            <ac:spMk id="7" creationId="{4920947B-4859-EE81-518F-DFBA437DF8DD}"/>
          </ac:spMkLst>
        </pc:spChg>
        <pc:picChg chg="mod">
          <ac:chgData name="Hunt, Randall [USA]" userId="89bfa2a9-2144-4bd6-ba22-d79ad510780c" providerId="ADAL" clId="{2FD5CCC1-4E8F-4850-AB92-1B19BD7773B4}" dt="2024-08-13T17:19:44.830" v="3" actId="1076"/>
          <ac:picMkLst>
            <pc:docMk/>
            <pc:sldMk cId="2542979826" sldId="262"/>
            <ac:picMk id="6" creationId="{91CB8C14-2C28-1240-2A08-1A30736AD44F}"/>
          </ac:picMkLst>
        </pc:picChg>
      </pc:sldChg>
    </pc:docChg>
  </pc:docChgLst>
</pc:chgInfo>
</file>

<file path=ppt/comments/modernComment_106_9792CAF2.xml><?xml version="1.0" encoding="utf-8"?>
<p188:cmLst xmlns:a="http://schemas.openxmlformats.org/drawingml/2006/main" xmlns:r="http://schemas.openxmlformats.org/officeDocument/2006/relationships" xmlns:p188="http://schemas.microsoft.com/office/powerpoint/2018/8/main">
  <p188:cm id="{ED00AE30-724B-4338-BE53-94AC675DD40F}" authorId="{F8FCC031-81A3-B21B-57EB-22115A932BF2}" created="2024-08-12T18:01:30.071">
    <pc:sldMkLst xmlns:pc="http://schemas.microsoft.com/office/powerpoint/2013/main/command">
      <pc:docMk/>
      <pc:sldMk cId="2542979826" sldId="262"/>
    </pc:sldMkLst>
    <p188:txBody>
      <a:bodyPr/>
      <a:lstStyle/>
      <a:p>
        <a:r>
          <a:rPr lang="en-US"/>
          <a:t>If you have issues with the ports you can kill the process using the port needed or omit it from server. I had port 9000 running into issues and wasn’t able to kill it so I omitted it. </a:t>
        </a:r>
      </a:p>
    </p188:txBody>
  </p188:cm>
  <p188:cm id="{97C88F3C-BC00-4767-86BE-420B4E2A21DB}" authorId="{F8FCC031-81A3-B21B-57EB-22115A932BF2}" created="2024-08-12T18:06:52.171">
    <pc:sldMkLst xmlns:pc="http://schemas.microsoft.com/office/powerpoint/2013/main/command">
      <pc:docMk/>
      <pc:sldMk cId="2542979826" sldId="262"/>
    </pc:sldMkLst>
    <p188:txBody>
      <a:bodyPr/>
      <a:lstStyle/>
      <a:p>
        <a:r>
          <a:rPr lang="en-US"/>
          <a:t>You can see whats running on the ports by running: 
netstat -a -b</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8521D8-4122-4C96-BAFE-A2501E48340B}" type="datetimeFigureOut">
              <a:rPr lang="en-US" smtClean="0"/>
              <a:t>9/6/2024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CEC112-25B3-4C8A-A533-37972EDD3499}" type="slidenum">
              <a:rPr lang="en-US" smtClean="0"/>
              <a:t>‹#›</a:t>
            </a:fld>
            <a:endParaRPr lang="en-US"/>
          </a:p>
        </p:txBody>
      </p:sp>
    </p:spTree>
    <p:extLst>
      <p:ext uri="{BB962C8B-B14F-4D97-AF65-F5344CB8AC3E}">
        <p14:creationId xmlns:p14="http://schemas.microsoft.com/office/powerpoint/2010/main" val="30204403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Segoe UI" panose="020B0502040204020203" pitchFamily="34" charset="0"/>
              </a:rPr>
              <a:t># If you have issues with the ports you can kill the process using the port needed or omit it from server. I had port 9000 running into issues and wasn’t able to kill it so I omitted it.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Segoe UI" panose="020B0502040204020203" pitchFamily="34" charset="0"/>
              </a:rPr>
              <a:t># You can see </a:t>
            </a:r>
            <a:r>
              <a:rPr lang="en-US" sz="1800" dirty="0" err="1">
                <a:effectLst/>
                <a:latin typeface="Segoe UI" panose="020B0502040204020203" pitchFamily="34" charset="0"/>
              </a:rPr>
              <a:t>whats</a:t>
            </a:r>
            <a:r>
              <a:rPr lang="en-US" sz="1800" dirty="0">
                <a:effectLst/>
                <a:latin typeface="Segoe UI" panose="020B0502040204020203" pitchFamily="34" charset="0"/>
              </a:rPr>
              <a:t> running on the ports by running: </a:t>
            </a:r>
            <a:br>
              <a:rPr lang="en-US" sz="1800" dirty="0">
                <a:effectLst/>
                <a:latin typeface="Segoe UI" panose="020B0502040204020203" pitchFamily="34" charset="0"/>
              </a:rPr>
            </a:br>
            <a:r>
              <a:rPr lang="en-US" sz="1800" dirty="0">
                <a:effectLst/>
                <a:latin typeface="Segoe UI" panose="020B0502040204020203" pitchFamily="34" charset="0"/>
              </a:rPr>
              <a:t>netstat -a -b</a:t>
            </a:r>
            <a:endParaRPr lang="en-US" sz="1800" dirty="0">
              <a:effectLst/>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CBCEC112-25B3-4C8A-A533-37972EDD3499}" type="slidenum">
              <a:rPr lang="en-US" smtClean="0"/>
              <a:t>6</a:t>
            </a:fld>
            <a:endParaRPr lang="en-US"/>
          </a:p>
        </p:txBody>
      </p:sp>
    </p:spTree>
    <p:extLst>
      <p:ext uri="{BB962C8B-B14F-4D97-AF65-F5344CB8AC3E}">
        <p14:creationId xmlns:p14="http://schemas.microsoft.com/office/powerpoint/2010/main" val="41250861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4B5EC-73D6-2E79-7CBC-AD25083F079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69509A3-572E-239B-400F-F806D0D140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E360DBC-4FE6-D02A-B625-E5200F599066}"/>
              </a:ext>
            </a:extLst>
          </p:cNvPr>
          <p:cNvSpPr>
            <a:spLocks noGrp="1"/>
          </p:cNvSpPr>
          <p:nvPr>
            <p:ph type="dt" sz="half" idx="10"/>
          </p:nvPr>
        </p:nvSpPr>
        <p:spPr/>
        <p:txBody>
          <a:bodyPr/>
          <a:lstStyle/>
          <a:p>
            <a:fld id="{15688B71-8880-492E-ABCF-7447B6087735}" type="datetimeFigureOut">
              <a:rPr lang="en-US" smtClean="0"/>
              <a:t>9/6/2024</a:t>
            </a:fld>
            <a:endParaRPr lang="en-US"/>
          </a:p>
        </p:txBody>
      </p:sp>
      <p:sp>
        <p:nvSpPr>
          <p:cNvPr id="5" name="Footer Placeholder 4">
            <a:extLst>
              <a:ext uri="{FF2B5EF4-FFF2-40B4-BE49-F238E27FC236}">
                <a16:creationId xmlns:a16="http://schemas.microsoft.com/office/drawing/2014/main" id="{3FE63CDE-3965-2D54-ECFA-F63797E73D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4D55D5-43B1-F52E-C093-0D90CE1042E0}"/>
              </a:ext>
            </a:extLst>
          </p:cNvPr>
          <p:cNvSpPr>
            <a:spLocks noGrp="1"/>
          </p:cNvSpPr>
          <p:nvPr>
            <p:ph type="sldNum" sz="quarter" idx="12"/>
          </p:nvPr>
        </p:nvSpPr>
        <p:spPr/>
        <p:txBody>
          <a:bodyPr/>
          <a:lstStyle/>
          <a:p>
            <a:fld id="{767C8102-2D17-4AC3-AA8E-9B364271C0F6}" type="slidenum">
              <a:rPr lang="en-US" smtClean="0"/>
              <a:t>‹#›</a:t>
            </a:fld>
            <a:endParaRPr lang="en-US"/>
          </a:p>
        </p:txBody>
      </p:sp>
    </p:spTree>
    <p:extLst>
      <p:ext uri="{BB962C8B-B14F-4D97-AF65-F5344CB8AC3E}">
        <p14:creationId xmlns:p14="http://schemas.microsoft.com/office/powerpoint/2010/main" val="2919768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3E58D-8C81-08C0-3AB1-A37E709046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487A4A-23B0-50E0-09A8-88B3B32234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E957A5-4088-9D85-049F-2DD6E9C6C2FF}"/>
              </a:ext>
            </a:extLst>
          </p:cNvPr>
          <p:cNvSpPr>
            <a:spLocks noGrp="1"/>
          </p:cNvSpPr>
          <p:nvPr>
            <p:ph type="dt" sz="half" idx="10"/>
          </p:nvPr>
        </p:nvSpPr>
        <p:spPr/>
        <p:txBody>
          <a:bodyPr/>
          <a:lstStyle/>
          <a:p>
            <a:fld id="{15688B71-8880-492E-ABCF-7447B6087735}" type="datetimeFigureOut">
              <a:rPr lang="en-US" smtClean="0"/>
              <a:t>9/6/2024</a:t>
            </a:fld>
            <a:endParaRPr lang="en-US"/>
          </a:p>
        </p:txBody>
      </p:sp>
      <p:sp>
        <p:nvSpPr>
          <p:cNvPr id="5" name="Footer Placeholder 4">
            <a:extLst>
              <a:ext uri="{FF2B5EF4-FFF2-40B4-BE49-F238E27FC236}">
                <a16:creationId xmlns:a16="http://schemas.microsoft.com/office/drawing/2014/main" id="{EA92E7CF-7793-7EA9-0E5B-630B7825BF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D84822-BC50-8026-5678-8316E47BA6BB}"/>
              </a:ext>
            </a:extLst>
          </p:cNvPr>
          <p:cNvSpPr>
            <a:spLocks noGrp="1"/>
          </p:cNvSpPr>
          <p:nvPr>
            <p:ph type="sldNum" sz="quarter" idx="12"/>
          </p:nvPr>
        </p:nvSpPr>
        <p:spPr/>
        <p:txBody>
          <a:bodyPr/>
          <a:lstStyle/>
          <a:p>
            <a:fld id="{767C8102-2D17-4AC3-AA8E-9B364271C0F6}" type="slidenum">
              <a:rPr lang="en-US" smtClean="0"/>
              <a:t>‹#›</a:t>
            </a:fld>
            <a:endParaRPr lang="en-US"/>
          </a:p>
        </p:txBody>
      </p:sp>
    </p:spTree>
    <p:extLst>
      <p:ext uri="{BB962C8B-B14F-4D97-AF65-F5344CB8AC3E}">
        <p14:creationId xmlns:p14="http://schemas.microsoft.com/office/powerpoint/2010/main" val="40588353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AFB6C-BE8C-4694-80F8-4B8350FEB8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0F438D-C325-ABD7-743D-5A041FDA58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3815AD-BF60-1617-B272-489708786C50}"/>
              </a:ext>
            </a:extLst>
          </p:cNvPr>
          <p:cNvSpPr>
            <a:spLocks noGrp="1"/>
          </p:cNvSpPr>
          <p:nvPr>
            <p:ph type="dt" sz="half" idx="10"/>
          </p:nvPr>
        </p:nvSpPr>
        <p:spPr/>
        <p:txBody>
          <a:bodyPr/>
          <a:lstStyle/>
          <a:p>
            <a:fld id="{15688B71-8880-492E-ABCF-7447B6087735}" type="datetimeFigureOut">
              <a:rPr lang="en-US" smtClean="0"/>
              <a:t>9/6/2024</a:t>
            </a:fld>
            <a:endParaRPr lang="en-US"/>
          </a:p>
        </p:txBody>
      </p:sp>
      <p:sp>
        <p:nvSpPr>
          <p:cNvPr id="5" name="Footer Placeholder 4">
            <a:extLst>
              <a:ext uri="{FF2B5EF4-FFF2-40B4-BE49-F238E27FC236}">
                <a16:creationId xmlns:a16="http://schemas.microsoft.com/office/drawing/2014/main" id="{971FE786-21E3-F486-A776-BA6FE272D1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13FFFC-3782-70F2-B056-1EF2E3633437}"/>
              </a:ext>
            </a:extLst>
          </p:cNvPr>
          <p:cNvSpPr>
            <a:spLocks noGrp="1"/>
          </p:cNvSpPr>
          <p:nvPr>
            <p:ph type="sldNum" sz="quarter" idx="12"/>
          </p:nvPr>
        </p:nvSpPr>
        <p:spPr/>
        <p:txBody>
          <a:bodyPr/>
          <a:lstStyle/>
          <a:p>
            <a:fld id="{767C8102-2D17-4AC3-AA8E-9B364271C0F6}" type="slidenum">
              <a:rPr lang="en-US" smtClean="0"/>
              <a:t>‹#›</a:t>
            </a:fld>
            <a:endParaRPr lang="en-US"/>
          </a:p>
        </p:txBody>
      </p:sp>
    </p:spTree>
    <p:extLst>
      <p:ext uri="{BB962C8B-B14F-4D97-AF65-F5344CB8AC3E}">
        <p14:creationId xmlns:p14="http://schemas.microsoft.com/office/powerpoint/2010/main" val="2083893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4320C-D206-B0D8-478F-45A72ED09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5620BC-A76C-8629-C8FE-F8CAC9C279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944DB1-228A-0403-B3A9-F1BA78D6DD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6EC8D4-F476-FD3D-76B3-C3085EBA87C4}"/>
              </a:ext>
            </a:extLst>
          </p:cNvPr>
          <p:cNvSpPr>
            <a:spLocks noGrp="1"/>
          </p:cNvSpPr>
          <p:nvPr>
            <p:ph type="dt" sz="half" idx="10"/>
          </p:nvPr>
        </p:nvSpPr>
        <p:spPr/>
        <p:txBody>
          <a:bodyPr/>
          <a:lstStyle/>
          <a:p>
            <a:fld id="{15688B71-8880-492E-ABCF-7447B6087735}" type="datetimeFigureOut">
              <a:rPr lang="en-US" smtClean="0"/>
              <a:t>9/6/2024</a:t>
            </a:fld>
            <a:endParaRPr lang="en-US"/>
          </a:p>
        </p:txBody>
      </p:sp>
      <p:sp>
        <p:nvSpPr>
          <p:cNvPr id="6" name="Footer Placeholder 5">
            <a:extLst>
              <a:ext uri="{FF2B5EF4-FFF2-40B4-BE49-F238E27FC236}">
                <a16:creationId xmlns:a16="http://schemas.microsoft.com/office/drawing/2014/main" id="{38650AD6-EF62-8AB5-9E9E-972B98CFAD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99A0A5-B891-1DD4-355E-B4B43B6C2DD9}"/>
              </a:ext>
            </a:extLst>
          </p:cNvPr>
          <p:cNvSpPr>
            <a:spLocks noGrp="1"/>
          </p:cNvSpPr>
          <p:nvPr>
            <p:ph type="sldNum" sz="quarter" idx="12"/>
          </p:nvPr>
        </p:nvSpPr>
        <p:spPr/>
        <p:txBody>
          <a:bodyPr/>
          <a:lstStyle/>
          <a:p>
            <a:fld id="{767C8102-2D17-4AC3-AA8E-9B364271C0F6}" type="slidenum">
              <a:rPr lang="en-US" smtClean="0"/>
              <a:t>‹#›</a:t>
            </a:fld>
            <a:endParaRPr lang="en-US"/>
          </a:p>
        </p:txBody>
      </p:sp>
    </p:spTree>
    <p:extLst>
      <p:ext uri="{BB962C8B-B14F-4D97-AF65-F5344CB8AC3E}">
        <p14:creationId xmlns:p14="http://schemas.microsoft.com/office/powerpoint/2010/main" val="1593825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CBB3D-FA93-FEB3-7DA6-91FE1BB10A8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AFD040F-D27E-8AD4-5A61-C41BF52378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BE931F-D2C6-251E-9BF4-610D94A3BB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DE8396-01CD-DF75-4152-D6B870298B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3DEDF1-BE2E-5C8E-4900-6809FDEA3A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2B96220-A2AF-E2E5-19D3-E166B822F86C}"/>
              </a:ext>
            </a:extLst>
          </p:cNvPr>
          <p:cNvSpPr>
            <a:spLocks noGrp="1"/>
          </p:cNvSpPr>
          <p:nvPr>
            <p:ph type="dt" sz="half" idx="10"/>
          </p:nvPr>
        </p:nvSpPr>
        <p:spPr/>
        <p:txBody>
          <a:bodyPr/>
          <a:lstStyle/>
          <a:p>
            <a:fld id="{15688B71-8880-492E-ABCF-7447B6087735}" type="datetimeFigureOut">
              <a:rPr lang="en-US" smtClean="0"/>
              <a:t>9/6/2024</a:t>
            </a:fld>
            <a:endParaRPr lang="en-US"/>
          </a:p>
        </p:txBody>
      </p:sp>
      <p:sp>
        <p:nvSpPr>
          <p:cNvPr id="8" name="Footer Placeholder 7">
            <a:extLst>
              <a:ext uri="{FF2B5EF4-FFF2-40B4-BE49-F238E27FC236}">
                <a16:creationId xmlns:a16="http://schemas.microsoft.com/office/drawing/2014/main" id="{AA2EAF0C-C4A1-A0B3-661D-7E9690FB9B5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9AF1B87-CB8D-D546-B9E5-BB7F410B744D}"/>
              </a:ext>
            </a:extLst>
          </p:cNvPr>
          <p:cNvSpPr>
            <a:spLocks noGrp="1"/>
          </p:cNvSpPr>
          <p:nvPr>
            <p:ph type="sldNum" sz="quarter" idx="12"/>
          </p:nvPr>
        </p:nvSpPr>
        <p:spPr/>
        <p:txBody>
          <a:bodyPr/>
          <a:lstStyle/>
          <a:p>
            <a:fld id="{767C8102-2D17-4AC3-AA8E-9B364271C0F6}" type="slidenum">
              <a:rPr lang="en-US" smtClean="0"/>
              <a:t>‹#›</a:t>
            </a:fld>
            <a:endParaRPr lang="en-US"/>
          </a:p>
        </p:txBody>
      </p:sp>
    </p:spTree>
    <p:extLst>
      <p:ext uri="{BB962C8B-B14F-4D97-AF65-F5344CB8AC3E}">
        <p14:creationId xmlns:p14="http://schemas.microsoft.com/office/powerpoint/2010/main" val="3532493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52BE4-DF8D-D888-73B6-379B2635035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2DB9730-C405-7F52-6D81-4DEEEFB222CC}"/>
              </a:ext>
            </a:extLst>
          </p:cNvPr>
          <p:cNvSpPr>
            <a:spLocks noGrp="1"/>
          </p:cNvSpPr>
          <p:nvPr>
            <p:ph type="dt" sz="half" idx="10"/>
          </p:nvPr>
        </p:nvSpPr>
        <p:spPr/>
        <p:txBody>
          <a:bodyPr/>
          <a:lstStyle/>
          <a:p>
            <a:fld id="{15688B71-8880-492E-ABCF-7447B6087735}" type="datetimeFigureOut">
              <a:rPr lang="en-US" smtClean="0"/>
              <a:t>9/6/2024</a:t>
            </a:fld>
            <a:endParaRPr lang="en-US"/>
          </a:p>
        </p:txBody>
      </p:sp>
      <p:sp>
        <p:nvSpPr>
          <p:cNvPr id="4" name="Footer Placeholder 3">
            <a:extLst>
              <a:ext uri="{FF2B5EF4-FFF2-40B4-BE49-F238E27FC236}">
                <a16:creationId xmlns:a16="http://schemas.microsoft.com/office/drawing/2014/main" id="{3DD1F9CD-8775-AA82-561A-ED9FF88BA9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F3D55FA-5049-4A35-07F6-6D318859F57D}"/>
              </a:ext>
            </a:extLst>
          </p:cNvPr>
          <p:cNvSpPr>
            <a:spLocks noGrp="1"/>
          </p:cNvSpPr>
          <p:nvPr>
            <p:ph type="sldNum" sz="quarter" idx="12"/>
          </p:nvPr>
        </p:nvSpPr>
        <p:spPr/>
        <p:txBody>
          <a:bodyPr/>
          <a:lstStyle/>
          <a:p>
            <a:fld id="{767C8102-2D17-4AC3-AA8E-9B364271C0F6}" type="slidenum">
              <a:rPr lang="en-US" smtClean="0"/>
              <a:t>‹#›</a:t>
            </a:fld>
            <a:endParaRPr lang="en-US"/>
          </a:p>
        </p:txBody>
      </p:sp>
    </p:spTree>
    <p:extLst>
      <p:ext uri="{BB962C8B-B14F-4D97-AF65-F5344CB8AC3E}">
        <p14:creationId xmlns:p14="http://schemas.microsoft.com/office/powerpoint/2010/main" val="2787806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22901E-6CCA-40CC-811F-59295510CA0A}"/>
              </a:ext>
            </a:extLst>
          </p:cNvPr>
          <p:cNvSpPr>
            <a:spLocks noGrp="1"/>
          </p:cNvSpPr>
          <p:nvPr>
            <p:ph type="dt" sz="half" idx="10"/>
          </p:nvPr>
        </p:nvSpPr>
        <p:spPr/>
        <p:txBody>
          <a:bodyPr/>
          <a:lstStyle/>
          <a:p>
            <a:fld id="{15688B71-8880-492E-ABCF-7447B6087735}" type="datetimeFigureOut">
              <a:rPr lang="en-US" smtClean="0"/>
              <a:t>9/6/2024</a:t>
            </a:fld>
            <a:endParaRPr lang="en-US"/>
          </a:p>
        </p:txBody>
      </p:sp>
      <p:sp>
        <p:nvSpPr>
          <p:cNvPr id="3" name="Footer Placeholder 2">
            <a:extLst>
              <a:ext uri="{FF2B5EF4-FFF2-40B4-BE49-F238E27FC236}">
                <a16:creationId xmlns:a16="http://schemas.microsoft.com/office/drawing/2014/main" id="{0FE5A14B-0F2A-9A98-0971-864613E6F1A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6F5929E-33F8-2642-DB4A-54CD3AE335D2}"/>
              </a:ext>
            </a:extLst>
          </p:cNvPr>
          <p:cNvSpPr>
            <a:spLocks noGrp="1"/>
          </p:cNvSpPr>
          <p:nvPr>
            <p:ph type="sldNum" sz="quarter" idx="12"/>
          </p:nvPr>
        </p:nvSpPr>
        <p:spPr/>
        <p:txBody>
          <a:bodyPr/>
          <a:lstStyle/>
          <a:p>
            <a:fld id="{767C8102-2D17-4AC3-AA8E-9B364271C0F6}" type="slidenum">
              <a:rPr lang="en-US" smtClean="0"/>
              <a:t>‹#›</a:t>
            </a:fld>
            <a:endParaRPr lang="en-US"/>
          </a:p>
        </p:txBody>
      </p:sp>
    </p:spTree>
    <p:extLst>
      <p:ext uri="{BB962C8B-B14F-4D97-AF65-F5344CB8AC3E}">
        <p14:creationId xmlns:p14="http://schemas.microsoft.com/office/powerpoint/2010/main" val="394398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C766B-ED7C-FE3A-0E53-ECA12A0DD7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2E03E77-5C32-F60F-9B55-D6A6DDB81D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C39D7C-0004-AAA8-E2E5-088EE07A3F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63819B-6529-7E2F-C670-C29FCC911577}"/>
              </a:ext>
            </a:extLst>
          </p:cNvPr>
          <p:cNvSpPr>
            <a:spLocks noGrp="1"/>
          </p:cNvSpPr>
          <p:nvPr>
            <p:ph type="dt" sz="half" idx="10"/>
          </p:nvPr>
        </p:nvSpPr>
        <p:spPr/>
        <p:txBody>
          <a:bodyPr/>
          <a:lstStyle/>
          <a:p>
            <a:fld id="{15688B71-8880-492E-ABCF-7447B6087735}" type="datetimeFigureOut">
              <a:rPr lang="en-US" smtClean="0"/>
              <a:t>9/6/2024</a:t>
            </a:fld>
            <a:endParaRPr lang="en-US"/>
          </a:p>
        </p:txBody>
      </p:sp>
      <p:sp>
        <p:nvSpPr>
          <p:cNvPr id="6" name="Footer Placeholder 5">
            <a:extLst>
              <a:ext uri="{FF2B5EF4-FFF2-40B4-BE49-F238E27FC236}">
                <a16:creationId xmlns:a16="http://schemas.microsoft.com/office/drawing/2014/main" id="{A8B94A8B-E7F4-C570-732D-A2666803C3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63D12C-6BE7-3193-273D-81606DF833D6}"/>
              </a:ext>
            </a:extLst>
          </p:cNvPr>
          <p:cNvSpPr>
            <a:spLocks noGrp="1"/>
          </p:cNvSpPr>
          <p:nvPr>
            <p:ph type="sldNum" sz="quarter" idx="12"/>
          </p:nvPr>
        </p:nvSpPr>
        <p:spPr/>
        <p:txBody>
          <a:bodyPr/>
          <a:lstStyle/>
          <a:p>
            <a:fld id="{767C8102-2D17-4AC3-AA8E-9B364271C0F6}" type="slidenum">
              <a:rPr lang="en-US" smtClean="0"/>
              <a:t>‹#›</a:t>
            </a:fld>
            <a:endParaRPr lang="en-US"/>
          </a:p>
        </p:txBody>
      </p:sp>
    </p:spTree>
    <p:extLst>
      <p:ext uri="{BB962C8B-B14F-4D97-AF65-F5344CB8AC3E}">
        <p14:creationId xmlns:p14="http://schemas.microsoft.com/office/powerpoint/2010/main" val="874462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0FFA5-E991-A6DC-2258-0D40DFE5C4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65A5859-7CAC-2075-DB97-FA0C3B07A3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651C277-1A76-E42B-88B0-714F0C5886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1A6671-0B07-3216-028F-17F280E8BD89}"/>
              </a:ext>
            </a:extLst>
          </p:cNvPr>
          <p:cNvSpPr>
            <a:spLocks noGrp="1"/>
          </p:cNvSpPr>
          <p:nvPr>
            <p:ph type="dt" sz="half" idx="10"/>
          </p:nvPr>
        </p:nvSpPr>
        <p:spPr/>
        <p:txBody>
          <a:bodyPr/>
          <a:lstStyle/>
          <a:p>
            <a:fld id="{15688B71-8880-492E-ABCF-7447B6087735}" type="datetimeFigureOut">
              <a:rPr lang="en-US" smtClean="0"/>
              <a:t>9/6/2024</a:t>
            </a:fld>
            <a:endParaRPr lang="en-US"/>
          </a:p>
        </p:txBody>
      </p:sp>
      <p:sp>
        <p:nvSpPr>
          <p:cNvPr id="6" name="Footer Placeholder 5">
            <a:extLst>
              <a:ext uri="{FF2B5EF4-FFF2-40B4-BE49-F238E27FC236}">
                <a16:creationId xmlns:a16="http://schemas.microsoft.com/office/drawing/2014/main" id="{48FAB978-8587-7A3F-8BB5-5CF2735D9D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5429E4-79A8-D55B-FDBE-5DD604FA848B}"/>
              </a:ext>
            </a:extLst>
          </p:cNvPr>
          <p:cNvSpPr>
            <a:spLocks noGrp="1"/>
          </p:cNvSpPr>
          <p:nvPr>
            <p:ph type="sldNum" sz="quarter" idx="12"/>
          </p:nvPr>
        </p:nvSpPr>
        <p:spPr/>
        <p:txBody>
          <a:bodyPr/>
          <a:lstStyle/>
          <a:p>
            <a:fld id="{767C8102-2D17-4AC3-AA8E-9B364271C0F6}" type="slidenum">
              <a:rPr lang="en-US" smtClean="0"/>
              <a:t>‹#›</a:t>
            </a:fld>
            <a:endParaRPr lang="en-US"/>
          </a:p>
        </p:txBody>
      </p:sp>
    </p:spTree>
    <p:extLst>
      <p:ext uri="{BB962C8B-B14F-4D97-AF65-F5344CB8AC3E}">
        <p14:creationId xmlns:p14="http://schemas.microsoft.com/office/powerpoint/2010/main" val="361045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59441-A20E-50F6-6DE7-8F5BB0D6A2A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7790FE9-EC6C-FD85-709F-F56329FF6D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A31645-F967-8E6B-EB03-9AD6F858008E}"/>
              </a:ext>
            </a:extLst>
          </p:cNvPr>
          <p:cNvSpPr>
            <a:spLocks noGrp="1"/>
          </p:cNvSpPr>
          <p:nvPr>
            <p:ph type="dt" sz="half" idx="10"/>
          </p:nvPr>
        </p:nvSpPr>
        <p:spPr/>
        <p:txBody>
          <a:bodyPr/>
          <a:lstStyle/>
          <a:p>
            <a:fld id="{15688B71-8880-492E-ABCF-7447B6087735}" type="datetimeFigureOut">
              <a:rPr lang="en-US" smtClean="0"/>
              <a:t>9/6/2024</a:t>
            </a:fld>
            <a:endParaRPr lang="en-US"/>
          </a:p>
        </p:txBody>
      </p:sp>
      <p:sp>
        <p:nvSpPr>
          <p:cNvPr id="5" name="Footer Placeholder 4">
            <a:extLst>
              <a:ext uri="{FF2B5EF4-FFF2-40B4-BE49-F238E27FC236}">
                <a16:creationId xmlns:a16="http://schemas.microsoft.com/office/drawing/2014/main" id="{AF90094C-25B7-6A10-28E8-394F0721E8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A7AE19-5DA8-065D-BFB1-E738A90BDEB6}"/>
              </a:ext>
            </a:extLst>
          </p:cNvPr>
          <p:cNvSpPr>
            <a:spLocks noGrp="1"/>
          </p:cNvSpPr>
          <p:nvPr>
            <p:ph type="sldNum" sz="quarter" idx="12"/>
          </p:nvPr>
        </p:nvSpPr>
        <p:spPr/>
        <p:txBody>
          <a:bodyPr/>
          <a:lstStyle/>
          <a:p>
            <a:fld id="{767C8102-2D17-4AC3-AA8E-9B364271C0F6}" type="slidenum">
              <a:rPr lang="en-US" smtClean="0"/>
              <a:t>‹#›</a:t>
            </a:fld>
            <a:endParaRPr lang="en-US"/>
          </a:p>
        </p:txBody>
      </p:sp>
    </p:spTree>
    <p:extLst>
      <p:ext uri="{BB962C8B-B14F-4D97-AF65-F5344CB8AC3E}">
        <p14:creationId xmlns:p14="http://schemas.microsoft.com/office/powerpoint/2010/main" val="4123542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E0E741-3B1E-0300-CEAF-5116F50D261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68CCE-A3B4-AF60-335D-318E6A6CAB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36B86E-543E-ED0C-D5C1-22EE976CE581}"/>
              </a:ext>
            </a:extLst>
          </p:cNvPr>
          <p:cNvSpPr>
            <a:spLocks noGrp="1"/>
          </p:cNvSpPr>
          <p:nvPr>
            <p:ph type="dt" sz="half" idx="10"/>
          </p:nvPr>
        </p:nvSpPr>
        <p:spPr/>
        <p:txBody>
          <a:bodyPr/>
          <a:lstStyle/>
          <a:p>
            <a:fld id="{15688B71-8880-492E-ABCF-7447B6087735}" type="datetimeFigureOut">
              <a:rPr lang="en-US" smtClean="0"/>
              <a:t>9/6/2024</a:t>
            </a:fld>
            <a:endParaRPr lang="en-US"/>
          </a:p>
        </p:txBody>
      </p:sp>
      <p:sp>
        <p:nvSpPr>
          <p:cNvPr id="5" name="Footer Placeholder 4">
            <a:extLst>
              <a:ext uri="{FF2B5EF4-FFF2-40B4-BE49-F238E27FC236}">
                <a16:creationId xmlns:a16="http://schemas.microsoft.com/office/drawing/2014/main" id="{23436B8F-FE81-6E34-4C02-3FDB23E077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39F354-714D-AD0F-3E0A-DCDA9FC35EC9}"/>
              </a:ext>
            </a:extLst>
          </p:cNvPr>
          <p:cNvSpPr>
            <a:spLocks noGrp="1"/>
          </p:cNvSpPr>
          <p:nvPr>
            <p:ph type="sldNum" sz="quarter" idx="12"/>
          </p:nvPr>
        </p:nvSpPr>
        <p:spPr/>
        <p:txBody>
          <a:bodyPr/>
          <a:lstStyle/>
          <a:p>
            <a:fld id="{767C8102-2D17-4AC3-AA8E-9B364271C0F6}" type="slidenum">
              <a:rPr lang="en-US" smtClean="0"/>
              <a:t>‹#›</a:t>
            </a:fld>
            <a:endParaRPr lang="en-US"/>
          </a:p>
        </p:txBody>
      </p:sp>
    </p:spTree>
    <p:extLst>
      <p:ext uri="{BB962C8B-B14F-4D97-AF65-F5344CB8AC3E}">
        <p14:creationId xmlns:p14="http://schemas.microsoft.com/office/powerpoint/2010/main" val="3753036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F846F0-5088-F5AB-C06C-8C24B4888C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92A89B-A193-35D0-C675-6DFC2B4918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806DF4-F518-F3EC-08A9-90FB026E92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688B71-8880-492E-ABCF-7447B6087735}" type="datetimeFigureOut">
              <a:rPr lang="en-US" smtClean="0"/>
              <a:t>9/6/2024</a:t>
            </a:fld>
            <a:endParaRPr lang="en-US"/>
          </a:p>
        </p:txBody>
      </p:sp>
      <p:sp>
        <p:nvSpPr>
          <p:cNvPr id="5" name="Footer Placeholder 4">
            <a:extLst>
              <a:ext uri="{FF2B5EF4-FFF2-40B4-BE49-F238E27FC236}">
                <a16:creationId xmlns:a16="http://schemas.microsoft.com/office/drawing/2014/main" id="{932C2C6B-2D7A-793F-26F4-8D061C1DB2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EC76E64-FE58-0518-E189-6D637D670C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7C8102-2D17-4AC3-AA8E-9B364271C0F6}" type="slidenum">
              <a:rPr lang="en-US" smtClean="0"/>
              <a:t>‹#›</a:t>
            </a:fld>
            <a:endParaRPr lang="en-US"/>
          </a:p>
        </p:txBody>
      </p:sp>
    </p:spTree>
    <p:extLst>
      <p:ext uri="{BB962C8B-B14F-4D97-AF65-F5344CB8AC3E}">
        <p14:creationId xmlns:p14="http://schemas.microsoft.com/office/powerpoint/2010/main" val="37376555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registry1.dso.mil/account/sign-in?redirect_url=%2Fharbor%2Fprojects" TargetMode="External"/><Relationship Id="rId2" Type="http://schemas.openxmlformats.org/officeDocument/2006/relationships/hyperlink" Target="https://docs.docker.com/desktop/install/windows-instal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registry1.dso.mil/account/sign-in?redirect_url=%2Fharbor%2Fproject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06_9792CAF2.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repo1.dso.mil/dsop/tpc/tak/tak-server/-/blob/development/README.md?ref_type=heads" TargetMode="External"/><Relationship Id="rId2" Type="http://schemas.openxmlformats.org/officeDocument/2006/relationships/hyperlink" Target="https://ironbank.dso.mil/repomap/details;registry1Path=tpc%252Ftak%252Ftak-server-db" TargetMode="External"/><Relationship Id="rId1" Type="http://schemas.openxmlformats.org/officeDocument/2006/relationships/slideLayout" Target="../slideLayouts/slideLayout2.xml"/><Relationship Id="rId4" Type="http://schemas.openxmlformats.org/officeDocument/2006/relationships/hyperlink" Target="https://registry1.dso.mil/account/sign-in?redirect_url=%2Fharbor%2Fproject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A14EF-0AA6-B8C3-F501-628BF6A2D516}"/>
              </a:ext>
            </a:extLst>
          </p:cNvPr>
          <p:cNvSpPr>
            <a:spLocks noGrp="1"/>
          </p:cNvSpPr>
          <p:nvPr>
            <p:ph type="ctrTitle"/>
          </p:nvPr>
        </p:nvSpPr>
        <p:spPr/>
        <p:txBody>
          <a:bodyPr/>
          <a:lstStyle/>
          <a:p>
            <a:r>
              <a:rPr lang="en-US" dirty="0"/>
              <a:t>TAK Server - Docker Installation</a:t>
            </a:r>
          </a:p>
        </p:txBody>
      </p:sp>
      <p:sp>
        <p:nvSpPr>
          <p:cNvPr id="3" name="Subtitle 2">
            <a:extLst>
              <a:ext uri="{FF2B5EF4-FFF2-40B4-BE49-F238E27FC236}">
                <a16:creationId xmlns:a16="http://schemas.microsoft.com/office/drawing/2014/main" id="{ED3BC605-EA69-B312-77AD-650D5F50082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725523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8AD63-589F-3B83-E22A-45AC567406B9}"/>
              </a:ext>
            </a:extLst>
          </p:cNvPr>
          <p:cNvSpPr>
            <a:spLocks noGrp="1"/>
          </p:cNvSpPr>
          <p:nvPr>
            <p:ph type="title"/>
          </p:nvPr>
        </p:nvSpPr>
        <p:spPr/>
        <p:txBody>
          <a:bodyPr/>
          <a:lstStyle/>
          <a:p>
            <a:r>
              <a:rPr lang="en-US" dirty="0"/>
              <a:t>TAK Server - Docker Installation</a:t>
            </a:r>
          </a:p>
        </p:txBody>
      </p:sp>
      <p:sp>
        <p:nvSpPr>
          <p:cNvPr id="3" name="Content Placeholder 2">
            <a:extLst>
              <a:ext uri="{FF2B5EF4-FFF2-40B4-BE49-F238E27FC236}">
                <a16:creationId xmlns:a16="http://schemas.microsoft.com/office/drawing/2014/main" id="{C878EECA-92A7-33A8-A4A2-28BFD4D1CA24}"/>
              </a:ext>
            </a:extLst>
          </p:cNvPr>
          <p:cNvSpPr>
            <a:spLocks noGrp="1"/>
          </p:cNvSpPr>
          <p:nvPr>
            <p:ph idx="1"/>
          </p:nvPr>
        </p:nvSpPr>
        <p:spPr>
          <a:xfrm>
            <a:off x="838200" y="1567543"/>
            <a:ext cx="10515600" cy="4609420"/>
          </a:xfrm>
        </p:spPr>
        <p:txBody>
          <a:bodyPr/>
          <a:lstStyle/>
          <a:p>
            <a:r>
              <a:rPr lang="en-US" dirty="0"/>
              <a:t>If you don’t have docker downloaded, then go to the following link and install it:</a:t>
            </a:r>
          </a:p>
          <a:p>
            <a:pPr lvl="1"/>
            <a:r>
              <a:rPr lang="en-US" dirty="0">
                <a:hlinkClick r:id="rId2"/>
              </a:rPr>
              <a:t>https://docs.docker.com/desktop/install/windows-install/</a:t>
            </a:r>
            <a:endParaRPr lang="en-US" dirty="0"/>
          </a:p>
          <a:p>
            <a:pPr lvl="1"/>
            <a:r>
              <a:rPr lang="en-US" dirty="0"/>
              <a:t>Once downloaded open docker and a terminal on your local machine. </a:t>
            </a:r>
          </a:p>
          <a:p>
            <a:r>
              <a:rPr lang="en-US" dirty="0"/>
              <a:t>Go to the following link, you don’t have an account create one:</a:t>
            </a:r>
          </a:p>
          <a:p>
            <a:pPr lvl="1"/>
            <a:r>
              <a:rPr lang="en-US" dirty="0">
                <a:hlinkClick r:id="rId3"/>
              </a:rPr>
              <a:t>https://registry1.dso.mil/account/sign-in?redirect_url=%2Fharbor%2Fprojects</a:t>
            </a:r>
            <a:r>
              <a:rPr lang="en-US" dirty="0"/>
              <a:t>	</a:t>
            </a:r>
          </a:p>
          <a:p>
            <a:pPr lvl="1"/>
            <a:endParaRPr lang="en-US" dirty="0"/>
          </a:p>
        </p:txBody>
      </p:sp>
    </p:spTree>
    <p:extLst>
      <p:ext uri="{BB962C8B-B14F-4D97-AF65-F5344CB8AC3E}">
        <p14:creationId xmlns:p14="http://schemas.microsoft.com/office/powerpoint/2010/main" val="41864594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7B521-DB51-3191-A98F-D8BF8FDF254A}"/>
              </a:ext>
            </a:extLst>
          </p:cNvPr>
          <p:cNvSpPr>
            <a:spLocks noGrp="1"/>
          </p:cNvSpPr>
          <p:nvPr>
            <p:ph type="title"/>
          </p:nvPr>
        </p:nvSpPr>
        <p:spPr/>
        <p:txBody>
          <a:bodyPr/>
          <a:lstStyle/>
          <a:p>
            <a:r>
              <a:rPr lang="en-US" dirty="0"/>
              <a:t>TAK Server - Docker Deployment - Database</a:t>
            </a:r>
          </a:p>
        </p:txBody>
      </p:sp>
      <p:sp>
        <p:nvSpPr>
          <p:cNvPr id="3" name="Content Placeholder 2">
            <a:extLst>
              <a:ext uri="{FF2B5EF4-FFF2-40B4-BE49-F238E27FC236}">
                <a16:creationId xmlns:a16="http://schemas.microsoft.com/office/drawing/2014/main" id="{85249759-41A4-B284-B67D-943777DFA9DD}"/>
              </a:ext>
            </a:extLst>
          </p:cNvPr>
          <p:cNvSpPr>
            <a:spLocks noGrp="1"/>
          </p:cNvSpPr>
          <p:nvPr>
            <p:ph idx="1"/>
          </p:nvPr>
        </p:nvSpPr>
        <p:spPr>
          <a:xfrm>
            <a:off x="838200" y="1511559"/>
            <a:ext cx="10515600" cy="4665404"/>
          </a:xfrm>
        </p:spPr>
        <p:txBody>
          <a:bodyPr/>
          <a:lstStyle/>
          <a:p>
            <a:r>
              <a:rPr lang="en-US" dirty="0"/>
              <a:t>The setup for the TAK Server on Docker is a double server setup, where one server runs the database and the other runs the core. </a:t>
            </a:r>
          </a:p>
          <a:p>
            <a:r>
              <a:rPr lang="en-US" dirty="0"/>
              <a:t>We need to setup the database first: </a:t>
            </a:r>
          </a:p>
          <a:p>
            <a:pPr lvl="1"/>
            <a:r>
              <a:rPr lang="en-US" dirty="0"/>
              <a:t>Login into registry1:</a:t>
            </a:r>
          </a:p>
          <a:p>
            <a:pPr lvl="2"/>
            <a:r>
              <a:rPr lang="en-US" b="1" dirty="0"/>
              <a:t>docker login registry1.dso.mil	</a:t>
            </a:r>
          </a:p>
          <a:p>
            <a:pPr lvl="2"/>
            <a:r>
              <a:rPr lang="en-US" dirty="0"/>
              <a:t>The login credentials that will need are from here: </a:t>
            </a:r>
            <a:r>
              <a:rPr lang="en-US" dirty="0">
                <a:hlinkClick r:id="rId2"/>
              </a:rPr>
              <a:t>https://registry1.dso.mil/account/sign-in?redirect_url=%2Fharbor%2Fprojects</a:t>
            </a:r>
            <a:endParaRPr lang="en-US" dirty="0"/>
          </a:p>
          <a:p>
            <a:pPr lvl="1"/>
            <a:r>
              <a:rPr lang="en-US" dirty="0"/>
              <a:t>Pull the image from registry1 to the docker registry:</a:t>
            </a:r>
          </a:p>
          <a:p>
            <a:pPr lvl="2"/>
            <a:r>
              <a:rPr lang="en-US" b="1" dirty="0"/>
              <a:t>docker pull registry1.dso.mil/</a:t>
            </a:r>
            <a:r>
              <a:rPr lang="en-US" b="1" dirty="0" err="1"/>
              <a:t>ironbank</a:t>
            </a:r>
            <a:r>
              <a:rPr lang="en-US" b="1" dirty="0"/>
              <a:t>/</a:t>
            </a:r>
            <a:r>
              <a:rPr lang="en-US" b="1" dirty="0" err="1"/>
              <a:t>tcp</a:t>
            </a:r>
            <a:r>
              <a:rPr lang="en-US" b="1" dirty="0"/>
              <a:t>/</a:t>
            </a:r>
            <a:r>
              <a:rPr lang="en-US" b="1" dirty="0" err="1"/>
              <a:t>tak</a:t>
            </a:r>
            <a:r>
              <a:rPr lang="en-US" b="1" dirty="0"/>
              <a:t>/tak-server-db:5.0</a:t>
            </a:r>
          </a:p>
          <a:p>
            <a:pPr lvl="1"/>
            <a:r>
              <a:rPr lang="en-US" dirty="0"/>
              <a:t>Create the docker bridge network to run the TAK Server:</a:t>
            </a:r>
          </a:p>
          <a:p>
            <a:pPr lvl="2"/>
            <a:r>
              <a:rPr lang="en-US" b="1" dirty="0"/>
              <a:t>docker network create </a:t>
            </a:r>
            <a:r>
              <a:rPr lang="en-US" b="1" dirty="0" err="1"/>
              <a:t>takserver</a:t>
            </a:r>
            <a:r>
              <a:rPr lang="en-US" b="1" dirty="0"/>
              <a:t>-net-hardened</a:t>
            </a:r>
          </a:p>
        </p:txBody>
      </p:sp>
    </p:spTree>
    <p:extLst>
      <p:ext uri="{BB962C8B-B14F-4D97-AF65-F5344CB8AC3E}">
        <p14:creationId xmlns:p14="http://schemas.microsoft.com/office/powerpoint/2010/main" val="1754193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B94B0-C7D7-5C61-D4F5-47C384AB57CC}"/>
              </a:ext>
            </a:extLst>
          </p:cNvPr>
          <p:cNvSpPr>
            <a:spLocks noGrp="1"/>
          </p:cNvSpPr>
          <p:nvPr>
            <p:ph type="title"/>
          </p:nvPr>
        </p:nvSpPr>
        <p:spPr/>
        <p:txBody>
          <a:bodyPr/>
          <a:lstStyle/>
          <a:p>
            <a:r>
              <a:rPr lang="en-US" dirty="0"/>
              <a:t>TAK Server - Docker Deployment - Database</a:t>
            </a:r>
          </a:p>
        </p:txBody>
      </p:sp>
      <p:sp>
        <p:nvSpPr>
          <p:cNvPr id="3" name="Content Placeholder 2">
            <a:extLst>
              <a:ext uri="{FF2B5EF4-FFF2-40B4-BE49-F238E27FC236}">
                <a16:creationId xmlns:a16="http://schemas.microsoft.com/office/drawing/2014/main" id="{5DFAA108-E86E-3ACC-4A80-16C81CC596B8}"/>
              </a:ext>
            </a:extLst>
          </p:cNvPr>
          <p:cNvSpPr>
            <a:spLocks noGrp="1"/>
          </p:cNvSpPr>
          <p:nvPr>
            <p:ph idx="1"/>
          </p:nvPr>
        </p:nvSpPr>
        <p:spPr>
          <a:xfrm>
            <a:off x="188259" y="1595718"/>
            <a:ext cx="11573435" cy="4581245"/>
          </a:xfrm>
        </p:spPr>
        <p:txBody>
          <a:bodyPr/>
          <a:lstStyle/>
          <a:p>
            <a:r>
              <a:rPr lang="en-US" dirty="0"/>
              <a:t>Run the TAK Server DB container and connect it to the docker bridge network:</a:t>
            </a:r>
          </a:p>
          <a:p>
            <a:pPr lvl="1"/>
            <a:r>
              <a:rPr kumimoji="0" lang="en-US" altLang="en-US" sz="2000" b="1" i="0" u="none" strike="noStrike" cap="none" normalizeH="0" baseline="0" dirty="0">
                <a:ln>
                  <a:noFill/>
                </a:ln>
                <a:effectLst/>
                <a:cs typeface="Courier New" panose="02070309020205020404" pitchFamily="49" charset="0"/>
              </a:rPr>
              <a:t>docker run -d -it -p 5432:5432 --network </a:t>
            </a:r>
            <a:r>
              <a:rPr kumimoji="0" lang="en-US" altLang="en-US" sz="2000" b="1" i="0" u="none" strike="noStrike" cap="none" normalizeH="0" baseline="0" dirty="0" err="1">
                <a:ln>
                  <a:noFill/>
                </a:ln>
                <a:effectLst/>
                <a:cs typeface="Courier New" panose="02070309020205020404" pitchFamily="49" charset="0"/>
              </a:rPr>
              <a:t>takserver</a:t>
            </a:r>
            <a:r>
              <a:rPr kumimoji="0" lang="en-US" altLang="en-US" sz="2000" b="1" i="0" u="none" strike="noStrike" cap="none" normalizeH="0" baseline="0" dirty="0">
                <a:ln>
                  <a:noFill/>
                </a:ln>
                <a:effectLst/>
                <a:cs typeface="Courier New" panose="02070309020205020404" pitchFamily="49" charset="0"/>
              </a:rPr>
              <a:t>-net-hardened --network-alias </a:t>
            </a:r>
            <a:r>
              <a:rPr kumimoji="0" lang="en-US" altLang="en-US" sz="2000" b="1" i="0" u="none" strike="noStrike" cap="none" normalizeH="0" baseline="0" dirty="0" err="1">
                <a:ln>
                  <a:noFill/>
                </a:ln>
                <a:effectLst/>
                <a:cs typeface="Courier New" panose="02070309020205020404" pitchFamily="49" charset="0"/>
              </a:rPr>
              <a:t>tak</a:t>
            </a:r>
            <a:r>
              <a:rPr kumimoji="0" lang="en-US" altLang="en-US" sz="2000" b="1" i="0" u="none" strike="noStrike" cap="none" normalizeH="0" baseline="0" dirty="0">
                <a:ln>
                  <a:noFill/>
                </a:ln>
                <a:effectLst/>
                <a:cs typeface="Courier New" panose="02070309020205020404" pitchFamily="49" charset="0"/>
              </a:rPr>
              <a:t>-database --name takserver-db-5.0 --env </a:t>
            </a:r>
            <a:r>
              <a:rPr kumimoji="0" lang="en-US" altLang="en-US" sz="2000" b="1" i="0" u="none" strike="noStrike" cap="none" normalizeH="0" baseline="0" dirty="0" err="1">
                <a:ln>
                  <a:noFill/>
                </a:ln>
                <a:effectLst/>
                <a:cs typeface="Courier New" panose="02070309020205020404" pitchFamily="49" charset="0"/>
              </a:rPr>
              <a:t>envpass</a:t>
            </a:r>
            <a:r>
              <a:rPr kumimoji="0" lang="en-US" altLang="en-US" sz="2000" b="1" i="0" u="none" strike="noStrike" cap="none" normalizeH="0" baseline="0" dirty="0">
                <a:ln>
                  <a:noFill/>
                </a:ln>
                <a:effectLst/>
                <a:cs typeface="Courier New" panose="02070309020205020404" pitchFamily="49" charset="0"/>
              </a:rPr>
              <a:t>=</a:t>
            </a:r>
            <a:r>
              <a:rPr kumimoji="0" lang="en-US" altLang="en-US" sz="2000" b="1" i="0" u="none" strike="noStrike" cap="none" normalizeH="0" baseline="0" dirty="0" err="1">
                <a:ln>
                  <a:noFill/>
                </a:ln>
                <a:effectLst/>
                <a:cs typeface="Courier New" panose="02070309020205020404" pitchFamily="49" charset="0"/>
              </a:rPr>
              <a:t>atakatak</a:t>
            </a:r>
            <a:r>
              <a:rPr kumimoji="0" lang="en-US" altLang="en-US" sz="2000" b="1" i="0" u="none" strike="noStrike" cap="none" normalizeH="0" baseline="0" dirty="0">
                <a:ln>
                  <a:noFill/>
                </a:ln>
                <a:effectLst/>
                <a:cs typeface="Courier New" panose="02070309020205020404" pitchFamily="49" charset="0"/>
              </a:rPr>
              <a:t> registry1.dso.mil/</a:t>
            </a:r>
            <a:r>
              <a:rPr kumimoji="0" lang="en-US" altLang="en-US" sz="2000" b="1" i="0" u="none" strike="noStrike" cap="none" normalizeH="0" baseline="0" dirty="0" err="1">
                <a:ln>
                  <a:noFill/>
                </a:ln>
                <a:effectLst/>
                <a:cs typeface="Courier New" panose="02070309020205020404" pitchFamily="49" charset="0"/>
              </a:rPr>
              <a:t>ironbank</a:t>
            </a:r>
            <a:r>
              <a:rPr kumimoji="0" lang="en-US" altLang="en-US" sz="2000" b="1" i="0" u="none" strike="noStrike" cap="none" normalizeH="0" baseline="0" dirty="0">
                <a:ln>
                  <a:noFill/>
                </a:ln>
                <a:effectLst/>
                <a:cs typeface="Courier New" panose="02070309020205020404" pitchFamily="49" charset="0"/>
              </a:rPr>
              <a:t>/</a:t>
            </a:r>
            <a:r>
              <a:rPr kumimoji="0" lang="en-US" altLang="en-US" sz="2000" b="1" i="0" u="none" strike="noStrike" cap="none" normalizeH="0" baseline="0" dirty="0" err="1">
                <a:ln>
                  <a:noFill/>
                </a:ln>
                <a:effectLst/>
                <a:cs typeface="Courier New" panose="02070309020205020404" pitchFamily="49" charset="0"/>
              </a:rPr>
              <a:t>tpc</a:t>
            </a:r>
            <a:r>
              <a:rPr kumimoji="0" lang="en-US" altLang="en-US" sz="2000" b="1" i="0" u="none" strike="noStrike" cap="none" normalizeH="0" baseline="0" dirty="0">
                <a:ln>
                  <a:noFill/>
                </a:ln>
                <a:effectLst/>
                <a:cs typeface="Courier New" panose="02070309020205020404" pitchFamily="49" charset="0"/>
              </a:rPr>
              <a:t>/</a:t>
            </a:r>
            <a:r>
              <a:rPr kumimoji="0" lang="en-US" altLang="en-US" sz="2000" b="1" i="0" u="none" strike="noStrike" cap="none" normalizeH="0" baseline="0" dirty="0" err="1">
                <a:ln>
                  <a:noFill/>
                </a:ln>
                <a:effectLst/>
                <a:cs typeface="Courier New" panose="02070309020205020404" pitchFamily="49" charset="0"/>
              </a:rPr>
              <a:t>tak</a:t>
            </a:r>
            <a:r>
              <a:rPr kumimoji="0" lang="en-US" altLang="en-US" sz="2000" b="1" i="0" u="none" strike="noStrike" cap="none" normalizeH="0" baseline="0" dirty="0">
                <a:ln>
                  <a:noFill/>
                </a:ln>
                <a:effectLst/>
                <a:cs typeface="Courier New" panose="02070309020205020404" pitchFamily="49" charset="0"/>
              </a:rPr>
              <a:t>/tak-server-db:5.0</a:t>
            </a:r>
            <a:r>
              <a:rPr kumimoji="0" lang="en-US" altLang="en-US" sz="1800" b="1" i="0" u="none" strike="noStrike" cap="none" normalizeH="0" baseline="0" dirty="0">
                <a:ln>
                  <a:noFill/>
                </a:ln>
                <a:effectLst/>
              </a:rPr>
              <a:t> </a:t>
            </a:r>
            <a:endParaRPr kumimoji="0" lang="en-US" altLang="en-US" sz="4800" b="1" i="0" u="none" strike="noStrike" cap="none" normalizeH="0" baseline="0" dirty="0">
              <a:ln>
                <a:noFill/>
              </a:ln>
              <a:effectLst/>
            </a:endParaRPr>
          </a:p>
          <a:p>
            <a:r>
              <a:rPr lang="en-US" dirty="0"/>
              <a:t>To view the TAK Server database container startup log:</a:t>
            </a:r>
          </a:p>
          <a:p>
            <a:pPr lvl="1"/>
            <a:r>
              <a:rPr lang="en-US" b="1" dirty="0"/>
              <a:t>docker exec -it </a:t>
            </a:r>
            <a:r>
              <a:rPr lang="en-US" b="1" dirty="0" err="1"/>
              <a:t>takserver-db</a:t>
            </a:r>
            <a:r>
              <a:rPr lang="en-US" b="1" dirty="0"/>
              <a:t> bash -c “cd /var/lib/</a:t>
            </a:r>
            <a:r>
              <a:rPr lang="en-US" b="1" dirty="0" err="1"/>
              <a:t>postgresql</a:t>
            </a:r>
            <a:r>
              <a:rPr lang="en-US" b="1" dirty="0"/>
              <a:t> &amp;&amp; tail -f logfile”</a:t>
            </a:r>
          </a:p>
        </p:txBody>
      </p:sp>
    </p:spTree>
    <p:extLst>
      <p:ext uri="{BB962C8B-B14F-4D97-AF65-F5344CB8AC3E}">
        <p14:creationId xmlns:p14="http://schemas.microsoft.com/office/powerpoint/2010/main" val="1502886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D6374-1B83-45E2-D7A9-FFE8EFE22DFB}"/>
              </a:ext>
            </a:extLst>
          </p:cNvPr>
          <p:cNvSpPr>
            <a:spLocks noGrp="1"/>
          </p:cNvSpPr>
          <p:nvPr>
            <p:ph type="title"/>
          </p:nvPr>
        </p:nvSpPr>
        <p:spPr/>
        <p:txBody>
          <a:bodyPr/>
          <a:lstStyle/>
          <a:p>
            <a:r>
              <a:rPr lang="en-US" dirty="0"/>
              <a:t>TAK Server - Docker Deployment - Core</a:t>
            </a:r>
          </a:p>
        </p:txBody>
      </p:sp>
      <p:sp>
        <p:nvSpPr>
          <p:cNvPr id="3" name="Content Placeholder 2">
            <a:extLst>
              <a:ext uri="{FF2B5EF4-FFF2-40B4-BE49-F238E27FC236}">
                <a16:creationId xmlns:a16="http://schemas.microsoft.com/office/drawing/2014/main" id="{D44F53D8-D95F-313B-24F3-80D29023AE04}"/>
              </a:ext>
            </a:extLst>
          </p:cNvPr>
          <p:cNvSpPr>
            <a:spLocks noGrp="1"/>
          </p:cNvSpPr>
          <p:nvPr>
            <p:ph idx="1"/>
          </p:nvPr>
        </p:nvSpPr>
        <p:spPr>
          <a:xfrm>
            <a:off x="838200" y="1604682"/>
            <a:ext cx="10515600" cy="4572281"/>
          </a:xfrm>
        </p:spPr>
        <p:txBody>
          <a:bodyPr/>
          <a:lstStyle/>
          <a:p>
            <a:r>
              <a:rPr lang="en-US" dirty="0"/>
              <a:t>Note: you should have already setup the database before continuing.</a:t>
            </a:r>
          </a:p>
          <a:p>
            <a:r>
              <a:rPr lang="en-US" dirty="0"/>
              <a:t>If you are not logged into the registry1 already: </a:t>
            </a:r>
          </a:p>
          <a:p>
            <a:pPr lvl="1"/>
            <a:r>
              <a:rPr lang="en-US" b="1" dirty="0"/>
              <a:t>docker login registry1.dso.mil</a:t>
            </a:r>
            <a:endParaRPr lang="en-US" dirty="0"/>
          </a:p>
          <a:p>
            <a:r>
              <a:rPr lang="en-US" dirty="0"/>
              <a:t>Pull the image from registry1:</a:t>
            </a:r>
          </a:p>
          <a:p>
            <a:pPr lvl="1"/>
            <a:r>
              <a:rPr lang="en-US" b="1" dirty="0"/>
              <a:t>docker pull registry1.dso.mil/</a:t>
            </a:r>
            <a:r>
              <a:rPr lang="en-US" b="1" dirty="0" err="1"/>
              <a:t>ironbank</a:t>
            </a:r>
            <a:r>
              <a:rPr lang="en-US" b="1" dirty="0"/>
              <a:t>/</a:t>
            </a:r>
            <a:r>
              <a:rPr lang="en-US" b="1" dirty="0" err="1"/>
              <a:t>tpc</a:t>
            </a:r>
            <a:r>
              <a:rPr lang="en-US" b="1" dirty="0"/>
              <a:t>/tak-server:5.0</a:t>
            </a:r>
          </a:p>
          <a:p>
            <a:r>
              <a:rPr lang="en-US" dirty="0"/>
              <a:t>You should have already setup the bridge network.</a:t>
            </a:r>
          </a:p>
          <a:p>
            <a:pPr marL="0" indent="0">
              <a:buNone/>
            </a:pPr>
            <a:endParaRPr lang="en-US" dirty="0"/>
          </a:p>
        </p:txBody>
      </p:sp>
    </p:spTree>
    <p:extLst>
      <p:ext uri="{BB962C8B-B14F-4D97-AF65-F5344CB8AC3E}">
        <p14:creationId xmlns:p14="http://schemas.microsoft.com/office/powerpoint/2010/main" val="1116354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C0F6C-5BEA-FDC2-212D-351AE4B5121E}"/>
              </a:ext>
            </a:extLst>
          </p:cNvPr>
          <p:cNvSpPr>
            <a:spLocks noGrp="1"/>
          </p:cNvSpPr>
          <p:nvPr>
            <p:ph type="title"/>
          </p:nvPr>
        </p:nvSpPr>
        <p:spPr/>
        <p:txBody>
          <a:bodyPr/>
          <a:lstStyle/>
          <a:p>
            <a:r>
              <a:rPr lang="en-US" dirty="0"/>
              <a:t>TAK Server - Docker Deployment - Core</a:t>
            </a:r>
          </a:p>
        </p:txBody>
      </p:sp>
      <p:sp>
        <p:nvSpPr>
          <p:cNvPr id="3" name="Content Placeholder 2">
            <a:extLst>
              <a:ext uri="{FF2B5EF4-FFF2-40B4-BE49-F238E27FC236}">
                <a16:creationId xmlns:a16="http://schemas.microsoft.com/office/drawing/2014/main" id="{591EF761-5F2D-A598-A71B-0A148D5A4DA6}"/>
              </a:ext>
            </a:extLst>
          </p:cNvPr>
          <p:cNvSpPr>
            <a:spLocks noGrp="1"/>
          </p:cNvSpPr>
          <p:nvPr>
            <p:ph idx="1"/>
          </p:nvPr>
        </p:nvSpPr>
        <p:spPr>
          <a:xfrm>
            <a:off x="268941" y="1488141"/>
            <a:ext cx="11084859" cy="4688822"/>
          </a:xfrm>
        </p:spPr>
        <p:txBody>
          <a:bodyPr/>
          <a:lstStyle/>
          <a:p>
            <a:r>
              <a:rPr lang="en-US" dirty="0"/>
              <a:t>Run the TAK Server container and connect it to the bridge network: </a:t>
            </a:r>
          </a:p>
          <a:p>
            <a:pPr lvl="1"/>
            <a:r>
              <a:rPr lang="en-US" b="1" dirty="0"/>
              <a:t>docker run -d -it -p 8080:8080 -p 8443:8443 -p 8444:8444 -p 8087:8087/</a:t>
            </a:r>
            <a:r>
              <a:rPr lang="en-US" b="1" dirty="0" err="1"/>
              <a:t>udp</a:t>
            </a:r>
            <a:r>
              <a:rPr lang="en-US" b="1" dirty="0"/>
              <a:t> -p 8088:8088 -p 9000:9000 -p 9001:9001 --network </a:t>
            </a:r>
            <a:r>
              <a:rPr lang="en-US" b="1" dirty="0" err="1"/>
              <a:t>takserver</a:t>
            </a:r>
            <a:r>
              <a:rPr lang="en-US" b="1" dirty="0"/>
              <a:t>-net-hardened --name takserver-5.0 --env </a:t>
            </a:r>
            <a:r>
              <a:rPr lang="en-US" b="1" dirty="0" err="1"/>
              <a:t>envpass</a:t>
            </a:r>
            <a:r>
              <a:rPr lang="en-US" b="1" dirty="0"/>
              <a:t>=</a:t>
            </a:r>
            <a:r>
              <a:rPr lang="en-US" b="1" dirty="0" err="1"/>
              <a:t>atakatak</a:t>
            </a:r>
            <a:r>
              <a:rPr lang="en-US" b="1" dirty="0"/>
              <a:t> registry1.dso.mil/</a:t>
            </a:r>
            <a:r>
              <a:rPr lang="en-US" b="1" dirty="0" err="1"/>
              <a:t>ironbank</a:t>
            </a:r>
            <a:r>
              <a:rPr lang="en-US" b="1" dirty="0"/>
              <a:t>/</a:t>
            </a:r>
            <a:r>
              <a:rPr lang="en-US" b="1" dirty="0" err="1"/>
              <a:t>tpc</a:t>
            </a:r>
            <a:r>
              <a:rPr lang="en-US" b="1" dirty="0"/>
              <a:t>/</a:t>
            </a:r>
            <a:r>
              <a:rPr lang="en-US" b="1" dirty="0" err="1"/>
              <a:t>tak</a:t>
            </a:r>
            <a:r>
              <a:rPr lang="en-US" b="1" dirty="0"/>
              <a:t>/tak-server:5.0</a:t>
            </a:r>
          </a:p>
          <a:p>
            <a:pPr lvl="2"/>
            <a:r>
              <a:rPr lang="en-US" dirty="0"/>
              <a:t>Note the we are using the network created in the database steps so that the two containers are visible to each other. </a:t>
            </a:r>
          </a:p>
          <a:p>
            <a:r>
              <a:rPr lang="en-US" dirty="0"/>
              <a:t>The next couple command line steps can be done from a terminal opened within the docker container. </a:t>
            </a:r>
          </a:p>
        </p:txBody>
      </p:sp>
      <p:pic>
        <p:nvPicPr>
          <p:cNvPr id="6" name="Picture 5">
            <a:extLst>
              <a:ext uri="{FF2B5EF4-FFF2-40B4-BE49-F238E27FC236}">
                <a16:creationId xmlns:a16="http://schemas.microsoft.com/office/drawing/2014/main" id="{91CB8C14-2C28-1240-2A08-1A30736AD44F}"/>
              </a:ext>
            </a:extLst>
          </p:cNvPr>
          <p:cNvPicPr>
            <a:picLocks noChangeAspect="1"/>
          </p:cNvPicPr>
          <p:nvPr/>
        </p:nvPicPr>
        <p:blipFill>
          <a:blip r:embed="rId4"/>
          <a:stretch>
            <a:fillRect/>
          </a:stretch>
        </p:blipFill>
        <p:spPr>
          <a:xfrm>
            <a:off x="838200" y="4952446"/>
            <a:ext cx="10192871" cy="1132909"/>
          </a:xfrm>
          <a:prstGeom prst="rect">
            <a:avLst/>
          </a:prstGeom>
        </p:spPr>
      </p:pic>
      <p:sp>
        <p:nvSpPr>
          <p:cNvPr id="7" name="Arrow: Right 6">
            <a:extLst>
              <a:ext uri="{FF2B5EF4-FFF2-40B4-BE49-F238E27FC236}">
                <a16:creationId xmlns:a16="http://schemas.microsoft.com/office/drawing/2014/main" id="{4920947B-4859-EE81-518F-DFBA437DF8DD}"/>
              </a:ext>
            </a:extLst>
          </p:cNvPr>
          <p:cNvSpPr/>
          <p:nvPr/>
        </p:nvSpPr>
        <p:spPr>
          <a:xfrm rot="6759559">
            <a:off x="9390578" y="5424771"/>
            <a:ext cx="484094" cy="188259"/>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42979826"/>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6525E-F264-4EFC-F8A0-DFF38BC3FFF8}"/>
              </a:ext>
            </a:extLst>
          </p:cNvPr>
          <p:cNvSpPr>
            <a:spLocks noGrp="1"/>
          </p:cNvSpPr>
          <p:nvPr>
            <p:ph type="title"/>
          </p:nvPr>
        </p:nvSpPr>
        <p:spPr/>
        <p:txBody>
          <a:bodyPr/>
          <a:lstStyle/>
          <a:p>
            <a:r>
              <a:rPr lang="en-US" dirty="0"/>
              <a:t>TAK Server - Docker Deployment - Core</a:t>
            </a:r>
          </a:p>
        </p:txBody>
      </p:sp>
      <p:sp>
        <p:nvSpPr>
          <p:cNvPr id="3" name="Content Placeholder 2">
            <a:extLst>
              <a:ext uri="{FF2B5EF4-FFF2-40B4-BE49-F238E27FC236}">
                <a16:creationId xmlns:a16="http://schemas.microsoft.com/office/drawing/2014/main" id="{A469DE73-42F3-2332-498A-63F18CACB542}"/>
              </a:ext>
            </a:extLst>
          </p:cNvPr>
          <p:cNvSpPr>
            <a:spLocks noGrp="1"/>
          </p:cNvSpPr>
          <p:nvPr>
            <p:ph idx="1"/>
          </p:nvPr>
        </p:nvSpPr>
        <p:spPr>
          <a:xfrm>
            <a:off x="838200" y="1568824"/>
            <a:ext cx="10515600" cy="4608139"/>
          </a:xfrm>
        </p:spPr>
        <p:txBody>
          <a:bodyPr/>
          <a:lstStyle/>
          <a:p>
            <a:r>
              <a:rPr lang="en-US" dirty="0"/>
              <a:t>With the terminal open in the docker container run the following: </a:t>
            </a:r>
          </a:p>
          <a:p>
            <a:pPr lvl="1"/>
            <a:r>
              <a:rPr lang="en-US" dirty="0"/>
              <a:t>Set the password to connect to the database: </a:t>
            </a:r>
          </a:p>
          <a:p>
            <a:pPr lvl="2"/>
            <a:r>
              <a:rPr lang="en-US" dirty="0"/>
              <a:t>Open the Core Config file:</a:t>
            </a:r>
          </a:p>
          <a:p>
            <a:pPr lvl="3"/>
            <a:r>
              <a:rPr lang="en-US" b="1" dirty="0"/>
              <a:t>vim /opt/</a:t>
            </a:r>
            <a:r>
              <a:rPr lang="en-US" b="1" dirty="0" err="1"/>
              <a:t>tak</a:t>
            </a:r>
            <a:r>
              <a:rPr lang="en-US" b="1" dirty="0"/>
              <a:t>/CoreConfig.xml</a:t>
            </a:r>
          </a:p>
          <a:p>
            <a:pPr lvl="3"/>
            <a:r>
              <a:rPr lang="en-US" dirty="0"/>
              <a:t>Set the password value to that of the “</a:t>
            </a:r>
            <a:r>
              <a:rPr lang="en-US" b="1" dirty="0" err="1"/>
              <a:t>envpass</a:t>
            </a:r>
            <a:r>
              <a:rPr lang="en-US" dirty="0"/>
              <a:t>” value entered when creating the container: </a:t>
            </a:r>
          </a:p>
          <a:p>
            <a:pPr lvl="4"/>
            <a:r>
              <a:rPr lang="en-US" dirty="0"/>
              <a:t>If you did not change it the password is: </a:t>
            </a:r>
            <a:r>
              <a:rPr lang="en-US" dirty="0" err="1"/>
              <a:t>atakatak</a:t>
            </a:r>
            <a:endParaRPr lang="en-US" dirty="0"/>
          </a:p>
          <a:p>
            <a:pPr lvl="4"/>
            <a:r>
              <a:rPr lang="en-US" dirty="0"/>
              <a:t>Note: This password if for the database, if you change it in the database it needs to be update here. </a:t>
            </a:r>
          </a:p>
          <a:p>
            <a:pPr lvl="2"/>
            <a:r>
              <a:rPr lang="en-US" dirty="0"/>
              <a:t>Restart the docker container:</a:t>
            </a:r>
          </a:p>
        </p:txBody>
      </p:sp>
      <p:pic>
        <p:nvPicPr>
          <p:cNvPr id="5" name="Picture 4">
            <a:extLst>
              <a:ext uri="{FF2B5EF4-FFF2-40B4-BE49-F238E27FC236}">
                <a16:creationId xmlns:a16="http://schemas.microsoft.com/office/drawing/2014/main" id="{135AAA53-3AA8-5B14-E52C-9DF8A44236E3}"/>
              </a:ext>
            </a:extLst>
          </p:cNvPr>
          <p:cNvPicPr>
            <a:picLocks noChangeAspect="1"/>
          </p:cNvPicPr>
          <p:nvPr/>
        </p:nvPicPr>
        <p:blipFill>
          <a:blip r:embed="rId2"/>
          <a:stretch>
            <a:fillRect/>
          </a:stretch>
        </p:blipFill>
        <p:spPr>
          <a:xfrm>
            <a:off x="5812155" y="2465294"/>
            <a:ext cx="6096626" cy="645859"/>
          </a:xfrm>
          <a:prstGeom prst="rect">
            <a:avLst/>
          </a:prstGeom>
        </p:spPr>
      </p:pic>
      <p:sp>
        <p:nvSpPr>
          <p:cNvPr id="6" name="Rectangle 5">
            <a:extLst>
              <a:ext uri="{FF2B5EF4-FFF2-40B4-BE49-F238E27FC236}">
                <a16:creationId xmlns:a16="http://schemas.microsoft.com/office/drawing/2014/main" id="{2C41D580-48F5-B43A-FBC5-F39611A09167}"/>
              </a:ext>
            </a:extLst>
          </p:cNvPr>
          <p:cNvSpPr/>
          <p:nvPr/>
        </p:nvSpPr>
        <p:spPr>
          <a:xfrm>
            <a:off x="10793506" y="2788223"/>
            <a:ext cx="842682" cy="232883"/>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09794452-19A9-5B90-16DD-FFC0F8D6AB5F}"/>
              </a:ext>
            </a:extLst>
          </p:cNvPr>
          <p:cNvPicPr>
            <a:picLocks noChangeAspect="1"/>
          </p:cNvPicPr>
          <p:nvPr/>
        </p:nvPicPr>
        <p:blipFill>
          <a:blip r:embed="rId3"/>
          <a:stretch>
            <a:fillRect/>
          </a:stretch>
        </p:blipFill>
        <p:spPr>
          <a:xfrm>
            <a:off x="766482" y="5138551"/>
            <a:ext cx="10659035" cy="1083435"/>
          </a:xfrm>
          <a:prstGeom prst="rect">
            <a:avLst/>
          </a:prstGeom>
        </p:spPr>
      </p:pic>
      <p:sp>
        <p:nvSpPr>
          <p:cNvPr id="9" name="Arrow: Right 8">
            <a:extLst>
              <a:ext uri="{FF2B5EF4-FFF2-40B4-BE49-F238E27FC236}">
                <a16:creationId xmlns:a16="http://schemas.microsoft.com/office/drawing/2014/main" id="{E087D264-B65A-0A87-F38E-369FE72EA092}"/>
              </a:ext>
            </a:extLst>
          </p:cNvPr>
          <p:cNvSpPr/>
          <p:nvPr/>
        </p:nvSpPr>
        <p:spPr>
          <a:xfrm rot="6759559">
            <a:off x="10371347" y="5586090"/>
            <a:ext cx="484094" cy="188259"/>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7282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A112A-C6F4-E697-1915-4FF0F927B309}"/>
              </a:ext>
            </a:extLst>
          </p:cNvPr>
          <p:cNvSpPr>
            <a:spLocks noGrp="1"/>
          </p:cNvSpPr>
          <p:nvPr>
            <p:ph type="title"/>
          </p:nvPr>
        </p:nvSpPr>
        <p:spPr/>
        <p:txBody>
          <a:bodyPr/>
          <a:lstStyle/>
          <a:p>
            <a:r>
              <a:rPr lang="en-US" dirty="0"/>
              <a:t>TAK Server - Docker Deployment - Core</a:t>
            </a:r>
          </a:p>
        </p:txBody>
      </p:sp>
      <p:sp>
        <p:nvSpPr>
          <p:cNvPr id="3" name="Content Placeholder 2">
            <a:extLst>
              <a:ext uri="{FF2B5EF4-FFF2-40B4-BE49-F238E27FC236}">
                <a16:creationId xmlns:a16="http://schemas.microsoft.com/office/drawing/2014/main" id="{86458B3E-6E1E-21CA-012F-05203C27CC6A}"/>
              </a:ext>
            </a:extLst>
          </p:cNvPr>
          <p:cNvSpPr>
            <a:spLocks noGrp="1"/>
          </p:cNvSpPr>
          <p:nvPr>
            <p:ph idx="1"/>
          </p:nvPr>
        </p:nvSpPr>
        <p:spPr>
          <a:xfrm>
            <a:off x="537882" y="1690688"/>
            <a:ext cx="10815918" cy="4486275"/>
          </a:xfrm>
        </p:spPr>
        <p:txBody>
          <a:bodyPr/>
          <a:lstStyle/>
          <a:p>
            <a:r>
              <a:rPr lang="en-US" dirty="0"/>
              <a:t>Edit the cert-metadata.sh file:</a:t>
            </a:r>
          </a:p>
          <a:p>
            <a:pPr lvl="1"/>
            <a:r>
              <a:rPr lang="en-US" dirty="0"/>
              <a:t>Open the cert-metadata.sh file:</a:t>
            </a:r>
          </a:p>
          <a:p>
            <a:pPr lvl="2"/>
            <a:r>
              <a:rPr lang="en-US" b="1" dirty="0"/>
              <a:t>vim /opt/tak/certs/cert-metadata.sh</a:t>
            </a:r>
          </a:p>
          <a:p>
            <a:pPr lvl="1"/>
            <a:r>
              <a:rPr lang="en-US" dirty="0"/>
              <a:t>Change necessary values and the optional ones:</a:t>
            </a:r>
          </a:p>
          <a:p>
            <a:pPr lvl="2"/>
            <a:r>
              <a:rPr lang="en-US" dirty="0"/>
              <a:t>STATE: Your choice or type XX.</a:t>
            </a:r>
          </a:p>
          <a:p>
            <a:pPr lvl="2"/>
            <a:r>
              <a:rPr lang="en-US" dirty="0"/>
              <a:t>CITY: Your choice or type XX.</a:t>
            </a:r>
          </a:p>
          <a:p>
            <a:pPr lvl="2"/>
            <a:r>
              <a:rPr lang="en-US" dirty="0"/>
              <a:t>ORGANIZATION: The default is TAK unless changed.</a:t>
            </a:r>
          </a:p>
          <a:p>
            <a:pPr lvl="2"/>
            <a:r>
              <a:rPr lang="en-US" dirty="0"/>
              <a:t>ORGANIZATIONAL UNIT: Your choice or type XX.</a:t>
            </a:r>
          </a:p>
          <a:p>
            <a:pPr lvl="1"/>
            <a:r>
              <a:rPr lang="en-US" dirty="0"/>
              <a:t>Save and exit the file. </a:t>
            </a:r>
          </a:p>
          <a:p>
            <a:pPr lvl="1"/>
            <a:endParaRPr lang="en-US" dirty="0"/>
          </a:p>
        </p:txBody>
      </p:sp>
      <p:pic>
        <p:nvPicPr>
          <p:cNvPr id="7" name="Picture 6">
            <a:extLst>
              <a:ext uri="{FF2B5EF4-FFF2-40B4-BE49-F238E27FC236}">
                <a16:creationId xmlns:a16="http://schemas.microsoft.com/office/drawing/2014/main" id="{87078811-8511-E2CB-5CE5-43360574046C}"/>
              </a:ext>
            </a:extLst>
          </p:cNvPr>
          <p:cNvPicPr>
            <a:picLocks noChangeAspect="1"/>
          </p:cNvPicPr>
          <p:nvPr/>
        </p:nvPicPr>
        <p:blipFill>
          <a:blip r:embed="rId2"/>
          <a:stretch>
            <a:fillRect/>
          </a:stretch>
        </p:blipFill>
        <p:spPr>
          <a:xfrm>
            <a:off x="7128016" y="4447501"/>
            <a:ext cx="4677428" cy="2152950"/>
          </a:xfrm>
          <a:prstGeom prst="rect">
            <a:avLst/>
          </a:prstGeom>
        </p:spPr>
      </p:pic>
    </p:spTree>
    <p:extLst>
      <p:ext uri="{BB962C8B-B14F-4D97-AF65-F5344CB8AC3E}">
        <p14:creationId xmlns:p14="http://schemas.microsoft.com/office/powerpoint/2010/main" val="66661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E4D02-56B5-E3BB-51DA-E41107F00B1D}"/>
              </a:ext>
            </a:extLst>
          </p:cNvPr>
          <p:cNvSpPr>
            <a:spLocks noGrp="1"/>
          </p:cNvSpPr>
          <p:nvPr>
            <p:ph type="title"/>
          </p:nvPr>
        </p:nvSpPr>
        <p:spPr>
          <a:xfrm>
            <a:off x="838200" y="197225"/>
            <a:ext cx="10515600" cy="1325563"/>
          </a:xfrm>
        </p:spPr>
        <p:txBody>
          <a:bodyPr/>
          <a:lstStyle/>
          <a:p>
            <a:r>
              <a:rPr lang="en-US" dirty="0"/>
              <a:t>TAK Server - Docker Deployment - Core</a:t>
            </a:r>
          </a:p>
        </p:txBody>
      </p:sp>
      <p:sp>
        <p:nvSpPr>
          <p:cNvPr id="3" name="Content Placeholder 2">
            <a:extLst>
              <a:ext uri="{FF2B5EF4-FFF2-40B4-BE49-F238E27FC236}">
                <a16:creationId xmlns:a16="http://schemas.microsoft.com/office/drawing/2014/main" id="{64CE5E81-D93C-B05D-0515-F0B9A4FCB577}"/>
              </a:ext>
            </a:extLst>
          </p:cNvPr>
          <p:cNvSpPr>
            <a:spLocks noGrp="1"/>
          </p:cNvSpPr>
          <p:nvPr>
            <p:ph idx="1"/>
          </p:nvPr>
        </p:nvSpPr>
        <p:spPr>
          <a:xfrm>
            <a:off x="528918" y="1380564"/>
            <a:ext cx="11250706" cy="5280211"/>
          </a:xfrm>
        </p:spPr>
        <p:txBody>
          <a:bodyPr>
            <a:normAutofit lnSpcReduction="10000"/>
          </a:bodyPr>
          <a:lstStyle/>
          <a:p>
            <a:r>
              <a:rPr lang="en-US" dirty="0"/>
              <a:t>Create the root certificate authority: </a:t>
            </a:r>
          </a:p>
          <a:p>
            <a:pPr lvl="1"/>
            <a:r>
              <a:rPr lang="en-US" b="1" dirty="0"/>
              <a:t>./makeRootCa.sh --ca-name &lt;name for cert&gt;</a:t>
            </a:r>
          </a:p>
          <a:p>
            <a:pPr lvl="2"/>
            <a:r>
              <a:rPr lang="en-US" dirty="0"/>
              <a:t>Example: </a:t>
            </a:r>
            <a:r>
              <a:rPr lang="en-US" b="1" dirty="0"/>
              <a:t>./makeRootCa.sh --ca-name TAK-ROOT-CA-01</a:t>
            </a:r>
          </a:p>
          <a:p>
            <a:r>
              <a:rPr lang="en-US" dirty="0"/>
              <a:t>Create the intermediate certificate authority: </a:t>
            </a:r>
          </a:p>
          <a:p>
            <a:pPr lvl="1"/>
            <a:r>
              <a:rPr lang="en-US" b="1" dirty="0"/>
              <a:t>./makeCert.sh ca &lt;cert name&gt; </a:t>
            </a:r>
          </a:p>
          <a:p>
            <a:pPr lvl="2"/>
            <a:r>
              <a:rPr lang="en-US" dirty="0"/>
              <a:t>Example: </a:t>
            </a:r>
            <a:r>
              <a:rPr lang="en-US" b="1" dirty="0"/>
              <a:t>./makeCert.sh ca TAK-ID-CA-01</a:t>
            </a:r>
          </a:p>
          <a:p>
            <a:r>
              <a:rPr lang="en-US" dirty="0"/>
              <a:t>Create the server certificate: </a:t>
            </a:r>
          </a:p>
          <a:p>
            <a:pPr lvl="1"/>
            <a:r>
              <a:rPr lang="en-US" b="1" dirty="0"/>
              <a:t>./makeCert.sh server &lt;server cert name&gt; </a:t>
            </a:r>
          </a:p>
          <a:p>
            <a:pPr lvl="2"/>
            <a:r>
              <a:rPr lang="en-US" dirty="0"/>
              <a:t>Example: </a:t>
            </a:r>
            <a:r>
              <a:rPr lang="en-US" b="1" dirty="0"/>
              <a:t>./makeCert.sh server </a:t>
            </a:r>
            <a:r>
              <a:rPr lang="en-US" b="1" dirty="0" err="1"/>
              <a:t>takserver</a:t>
            </a:r>
            <a:endParaRPr lang="en-US" dirty="0"/>
          </a:p>
          <a:p>
            <a:r>
              <a:rPr lang="en-US" dirty="0"/>
              <a:t>Modify the Core Config file: </a:t>
            </a:r>
          </a:p>
          <a:p>
            <a:pPr lvl="1"/>
            <a:r>
              <a:rPr lang="en-US" b="1" dirty="0"/>
              <a:t>sed -</a:t>
            </a:r>
            <a:r>
              <a:rPr lang="en-US" b="1" dirty="0" err="1"/>
              <a:t>i</a:t>
            </a:r>
            <a:r>
              <a:rPr lang="en-US" b="1" dirty="0"/>
              <a:t> “s/</a:t>
            </a:r>
            <a:r>
              <a:rPr lang="en-US" b="1" dirty="0" err="1"/>
              <a:t>truststore</a:t>
            </a:r>
            <a:r>
              <a:rPr lang="en-US" b="1" dirty="0"/>
              <a:t>-root/</a:t>
            </a:r>
            <a:r>
              <a:rPr lang="en-US" b="1" dirty="0" err="1"/>
              <a:t>truststore</a:t>
            </a:r>
            <a:r>
              <a:rPr lang="en-US" b="1" dirty="0"/>
              <a:t>-&lt;cert name&gt;/g’ /opt/</a:t>
            </a:r>
            <a:r>
              <a:rPr lang="en-US" b="1" dirty="0" err="1"/>
              <a:t>tak</a:t>
            </a:r>
            <a:r>
              <a:rPr lang="en-US" b="1" dirty="0"/>
              <a:t>/CoreConfig.example.xml</a:t>
            </a:r>
          </a:p>
          <a:p>
            <a:pPr lvl="2"/>
            <a:r>
              <a:rPr lang="en-US" dirty="0"/>
              <a:t>Example:</a:t>
            </a:r>
            <a:r>
              <a:rPr lang="en-US" b="1" dirty="0"/>
              <a:t> sed -</a:t>
            </a:r>
            <a:r>
              <a:rPr lang="en-US" b="1" dirty="0" err="1"/>
              <a:t>i</a:t>
            </a:r>
            <a:r>
              <a:rPr lang="en-US" b="1" dirty="0"/>
              <a:t> ‘s/</a:t>
            </a:r>
            <a:r>
              <a:rPr lang="en-US" b="1" dirty="0" err="1"/>
              <a:t>truststore</a:t>
            </a:r>
            <a:r>
              <a:rPr lang="en-US" b="1" dirty="0"/>
              <a:t>-root/truststore-TAK-ID-CA-01/g’ /opt/</a:t>
            </a:r>
            <a:r>
              <a:rPr lang="en-US" b="1" dirty="0" err="1"/>
              <a:t>tak</a:t>
            </a:r>
            <a:r>
              <a:rPr lang="en-US" b="1" dirty="0"/>
              <a:t>/CoreConfig.example.xml</a:t>
            </a:r>
            <a:endParaRPr lang="en-US" dirty="0"/>
          </a:p>
        </p:txBody>
      </p:sp>
    </p:spTree>
    <p:extLst>
      <p:ext uri="{BB962C8B-B14F-4D97-AF65-F5344CB8AC3E}">
        <p14:creationId xmlns:p14="http://schemas.microsoft.com/office/powerpoint/2010/main" val="1104997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0DA93-737D-DB49-0693-D579B36DD6B7}"/>
              </a:ext>
            </a:extLst>
          </p:cNvPr>
          <p:cNvSpPr>
            <a:spLocks noGrp="1"/>
          </p:cNvSpPr>
          <p:nvPr>
            <p:ph type="title"/>
          </p:nvPr>
        </p:nvSpPr>
        <p:spPr/>
        <p:txBody>
          <a:bodyPr/>
          <a:lstStyle/>
          <a:p>
            <a:r>
              <a:rPr lang="en-US" dirty="0"/>
              <a:t>TAK Server - Docker Deployment - Core</a:t>
            </a:r>
          </a:p>
        </p:txBody>
      </p:sp>
      <p:sp>
        <p:nvSpPr>
          <p:cNvPr id="3" name="Content Placeholder 2">
            <a:extLst>
              <a:ext uri="{FF2B5EF4-FFF2-40B4-BE49-F238E27FC236}">
                <a16:creationId xmlns:a16="http://schemas.microsoft.com/office/drawing/2014/main" id="{0013D1B9-868D-71B5-53E6-31CF4B350DC4}"/>
              </a:ext>
            </a:extLst>
          </p:cNvPr>
          <p:cNvSpPr>
            <a:spLocks noGrp="1"/>
          </p:cNvSpPr>
          <p:nvPr>
            <p:ph idx="1"/>
          </p:nvPr>
        </p:nvSpPr>
        <p:spPr>
          <a:xfrm>
            <a:off x="838200" y="1690688"/>
            <a:ext cx="10515600" cy="4486275"/>
          </a:xfrm>
        </p:spPr>
        <p:txBody>
          <a:bodyPr/>
          <a:lstStyle/>
          <a:p>
            <a:r>
              <a:rPr lang="en-US" dirty="0"/>
              <a:t>You can verify the changes in the Core Config file by running the following: </a:t>
            </a:r>
          </a:p>
          <a:p>
            <a:pPr lvl="1"/>
            <a:r>
              <a:rPr lang="en-US" b="1" dirty="0"/>
              <a:t>cat /opt/</a:t>
            </a:r>
            <a:r>
              <a:rPr lang="en-US" b="1" dirty="0" err="1"/>
              <a:t>tak</a:t>
            </a:r>
            <a:r>
              <a:rPr lang="en-US" b="1" dirty="0"/>
              <a:t>/CoreConfig.example.xml | grep </a:t>
            </a:r>
            <a:r>
              <a:rPr lang="en-US" b="1" dirty="0" err="1"/>
              <a:t>truststore</a:t>
            </a:r>
            <a:r>
              <a:rPr lang="en-US" b="1" dirty="0"/>
              <a:t>-</a:t>
            </a:r>
          </a:p>
          <a:p>
            <a:r>
              <a:rPr lang="en-US" dirty="0"/>
              <a:t>Restart the server container:</a:t>
            </a:r>
          </a:p>
          <a:p>
            <a:pPr lvl="1"/>
            <a:r>
              <a:rPr lang="en-US" dirty="0"/>
              <a:t>You can view the logs as the server starts up by running the following in a terminal in the docker container:</a:t>
            </a:r>
          </a:p>
          <a:p>
            <a:pPr lvl="2"/>
            <a:r>
              <a:rPr lang="en-US" b="1" dirty="0"/>
              <a:t>tail -f /opt/</a:t>
            </a:r>
            <a:r>
              <a:rPr lang="en-US" b="1" dirty="0" err="1"/>
              <a:t>tak</a:t>
            </a:r>
            <a:r>
              <a:rPr lang="en-US" b="1" dirty="0"/>
              <a:t>/logs/takserver-messaging.log</a:t>
            </a:r>
          </a:p>
          <a:p>
            <a:pPr lvl="2"/>
            <a:r>
              <a:rPr lang="en-US" b="1" dirty="0"/>
              <a:t>tail -f /opt/</a:t>
            </a:r>
            <a:r>
              <a:rPr lang="en-US" b="1" dirty="0" err="1"/>
              <a:t>tak</a:t>
            </a:r>
            <a:r>
              <a:rPr lang="en-US" b="1" dirty="0"/>
              <a:t>/logs/takserver-api.log</a:t>
            </a:r>
          </a:p>
          <a:p>
            <a:r>
              <a:rPr lang="en-US" dirty="0"/>
              <a:t>Make the administrator certificate: </a:t>
            </a:r>
          </a:p>
          <a:p>
            <a:pPr lvl="1"/>
            <a:r>
              <a:rPr lang="en-US" b="1" dirty="0"/>
              <a:t>./makeCert.sh client &lt;admin name&gt; </a:t>
            </a:r>
          </a:p>
          <a:p>
            <a:pPr lvl="2"/>
            <a:r>
              <a:rPr lang="en-US" dirty="0"/>
              <a:t>Example: </a:t>
            </a:r>
            <a:r>
              <a:rPr lang="en-US" b="1" dirty="0"/>
              <a:t>./makeCert.sh client </a:t>
            </a:r>
            <a:r>
              <a:rPr lang="en-US" b="1" dirty="0" err="1"/>
              <a:t>webadmin</a:t>
            </a:r>
            <a:endParaRPr lang="en-US" dirty="0"/>
          </a:p>
          <a:p>
            <a:endParaRPr lang="en-US" dirty="0"/>
          </a:p>
        </p:txBody>
      </p:sp>
    </p:spTree>
    <p:extLst>
      <p:ext uri="{BB962C8B-B14F-4D97-AF65-F5344CB8AC3E}">
        <p14:creationId xmlns:p14="http://schemas.microsoft.com/office/powerpoint/2010/main" val="95330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5C396-3B58-3E5C-445B-FEFAFDCDDADF}"/>
              </a:ext>
            </a:extLst>
          </p:cNvPr>
          <p:cNvSpPr>
            <a:spLocks noGrp="1"/>
          </p:cNvSpPr>
          <p:nvPr>
            <p:ph type="title"/>
          </p:nvPr>
        </p:nvSpPr>
        <p:spPr/>
        <p:txBody>
          <a:bodyPr/>
          <a:lstStyle/>
          <a:p>
            <a:r>
              <a:rPr lang="en-US" dirty="0"/>
              <a:t>TAK Server - Docker Deployment - Core</a:t>
            </a:r>
          </a:p>
        </p:txBody>
      </p:sp>
      <p:sp>
        <p:nvSpPr>
          <p:cNvPr id="3" name="Content Placeholder 2">
            <a:extLst>
              <a:ext uri="{FF2B5EF4-FFF2-40B4-BE49-F238E27FC236}">
                <a16:creationId xmlns:a16="http://schemas.microsoft.com/office/drawing/2014/main" id="{E10874A4-A91E-8F53-D7AB-2B168FEF3CE4}"/>
              </a:ext>
            </a:extLst>
          </p:cNvPr>
          <p:cNvSpPr>
            <a:spLocks noGrp="1"/>
          </p:cNvSpPr>
          <p:nvPr>
            <p:ph idx="1"/>
          </p:nvPr>
        </p:nvSpPr>
        <p:spPr>
          <a:xfrm>
            <a:off x="838200" y="1690688"/>
            <a:ext cx="10515600" cy="4486275"/>
          </a:xfrm>
        </p:spPr>
        <p:txBody>
          <a:bodyPr/>
          <a:lstStyle/>
          <a:p>
            <a:r>
              <a:rPr lang="en-US" dirty="0"/>
              <a:t>Modify the admin certificate we just created to provide administrative access: </a:t>
            </a:r>
          </a:p>
          <a:p>
            <a:pPr lvl="1"/>
            <a:r>
              <a:rPr lang="en-US" b="1" dirty="0"/>
              <a:t>java -jar /opt/</a:t>
            </a:r>
            <a:r>
              <a:rPr lang="en-US" b="1" dirty="0" err="1"/>
              <a:t>tak</a:t>
            </a:r>
            <a:r>
              <a:rPr lang="en-US" b="1" dirty="0"/>
              <a:t>/utils/UserManager.jar -</a:t>
            </a:r>
            <a:r>
              <a:rPr lang="en-US" b="1" dirty="0" err="1"/>
              <a:t>certmod</a:t>
            </a:r>
            <a:r>
              <a:rPr lang="en-US" b="1" dirty="0"/>
              <a:t> -A /opt/</a:t>
            </a:r>
            <a:r>
              <a:rPr lang="en-US" b="1" dirty="0" err="1"/>
              <a:t>tak</a:t>
            </a:r>
            <a:r>
              <a:rPr lang="en-US" b="1" dirty="0"/>
              <a:t>/certs/files/&lt;admin cert&gt;.</a:t>
            </a:r>
            <a:r>
              <a:rPr lang="en-US" b="1" dirty="0" err="1"/>
              <a:t>pem</a:t>
            </a:r>
            <a:endParaRPr lang="en-US" b="1" dirty="0"/>
          </a:p>
          <a:p>
            <a:pPr lvl="2"/>
            <a:r>
              <a:rPr lang="en-US" dirty="0"/>
              <a:t>Example: </a:t>
            </a:r>
            <a:r>
              <a:rPr lang="en-US" b="1" dirty="0"/>
              <a:t>java -jar /opt/</a:t>
            </a:r>
            <a:r>
              <a:rPr lang="en-US" b="1" dirty="0" err="1"/>
              <a:t>tak</a:t>
            </a:r>
            <a:r>
              <a:rPr lang="en-US" b="1" dirty="0"/>
              <a:t>/utils/UserManager.jar -</a:t>
            </a:r>
            <a:r>
              <a:rPr lang="en-US" b="1" dirty="0" err="1"/>
              <a:t>certmod</a:t>
            </a:r>
            <a:r>
              <a:rPr lang="en-US" b="1" dirty="0"/>
              <a:t> -A /opt/</a:t>
            </a:r>
            <a:r>
              <a:rPr lang="en-US" b="1" dirty="0" err="1"/>
              <a:t>tak</a:t>
            </a:r>
            <a:r>
              <a:rPr lang="en-US" b="1" dirty="0"/>
              <a:t>/certs/files/</a:t>
            </a:r>
            <a:r>
              <a:rPr lang="en-US" b="1" dirty="0" err="1"/>
              <a:t>webadmin.pem</a:t>
            </a:r>
            <a:endParaRPr lang="en-US" b="1" dirty="0"/>
          </a:p>
          <a:p>
            <a:pPr lvl="2"/>
            <a:endParaRPr lang="en-US" dirty="0"/>
          </a:p>
        </p:txBody>
      </p:sp>
      <p:pic>
        <p:nvPicPr>
          <p:cNvPr id="5" name="Picture 4">
            <a:extLst>
              <a:ext uri="{FF2B5EF4-FFF2-40B4-BE49-F238E27FC236}">
                <a16:creationId xmlns:a16="http://schemas.microsoft.com/office/drawing/2014/main" id="{A5A9AB37-9E56-8E1B-9F7B-7591BED1C0C0}"/>
              </a:ext>
            </a:extLst>
          </p:cNvPr>
          <p:cNvPicPr>
            <a:picLocks noChangeAspect="1"/>
          </p:cNvPicPr>
          <p:nvPr/>
        </p:nvPicPr>
        <p:blipFill>
          <a:blip r:embed="rId2"/>
          <a:stretch>
            <a:fillRect/>
          </a:stretch>
        </p:blipFill>
        <p:spPr>
          <a:xfrm>
            <a:off x="2706908" y="3833480"/>
            <a:ext cx="6778183" cy="1077123"/>
          </a:xfrm>
          <a:prstGeom prst="rect">
            <a:avLst/>
          </a:prstGeom>
        </p:spPr>
      </p:pic>
    </p:spTree>
    <p:extLst>
      <p:ext uri="{BB962C8B-B14F-4D97-AF65-F5344CB8AC3E}">
        <p14:creationId xmlns:p14="http://schemas.microsoft.com/office/powerpoint/2010/main" val="25680446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D54D7-D704-4086-569C-085B2F7A46CD}"/>
              </a:ext>
            </a:extLst>
          </p:cNvPr>
          <p:cNvSpPr>
            <a:spLocks noGrp="1"/>
          </p:cNvSpPr>
          <p:nvPr>
            <p:ph type="title"/>
          </p:nvPr>
        </p:nvSpPr>
        <p:spPr/>
        <p:txBody>
          <a:bodyPr/>
          <a:lstStyle/>
          <a:p>
            <a:r>
              <a:rPr lang="en-US" dirty="0"/>
              <a:t>TAK Server - Docker Deployment - Admin Dashboard</a:t>
            </a:r>
          </a:p>
        </p:txBody>
      </p:sp>
      <p:sp>
        <p:nvSpPr>
          <p:cNvPr id="3" name="Content Placeholder 2">
            <a:extLst>
              <a:ext uri="{FF2B5EF4-FFF2-40B4-BE49-F238E27FC236}">
                <a16:creationId xmlns:a16="http://schemas.microsoft.com/office/drawing/2014/main" id="{5691D361-3CA6-73B6-0003-908E28266E96}"/>
              </a:ext>
            </a:extLst>
          </p:cNvPr>
          <p:cNvSpPr>
            <a:spLocks noGrp="1"/>
          </p:cNvSpPr>
          <p:nvPr>
            <p:ph idx="1"/>
          </p:nvPr>
        </p:nvSpPr>
        <p:spPr>
          <a:xfrm>
            <a:off x="838200" y="1690688"/>
            <a:ext cx="10515600" cy="4486275"/>
          </a:xfrm>
        </p:spPr>
        <p:txBody>
          <a:bodyPr/>
          <a:lstStyle/>
          <a:p>
            <a:r>
              <a:rPr lang="en-US" dirty="0"/>
              <a:t>To access the admin dashboard, we need to get the IP of the server and download the needed cert files:</a:t>
            </a:r>
          </a:p>
          <a:p>
            <a:pPr lvl="1"/>
            <a:r>
              <a:rPr lang="en-US" dirty="0"/>
              <a:t>Identify the servers IP: </a:t>
            </a:r>
          </a:p>
          <a:p>
            <a:pPr lvl="2"/>
            <a:r>
              <a:rPr lang="en-US" dirty="0"/>
              <a:t>On your local machine open a new terminal and type the following: </a:t>
            </a:r>
          </a:p>
          <a:p>
            <a:pPr lvl="3"/>
            <a:r>
              <a:rPr lang="en-US" dirty="0"/>
              <a:t>Windows: </a:t>
            </a:r>
            <a:r>
              <a:rPr lang="en-US" b="1" dirty="0"/>
              <a:t>ipconfig</a:t>
            </a:r>
          </a:p>
          <a:p>
            <a:pPr lvl="3"/>
            <a:r>
              <a:rPr lang="en-US" dirty="0"/>
              <a:t>Linux: </a:t>
            </a:r>
            <a:r>
              <a:rPr lang="en-US" b="1" dirty="0" err="1"/>
              <a:t>ifconfig</a:t>
            </a:r>
            <a:endParaRPr lang="en-US" b="1" dirty="0"/>
          </a:p>
          <a:p>
            <a:pPr lvl="2"/>
            <a:r>
              <a:rPr lang="en-US" dirty="0"/>
              <a:t>Find the output that looks similar to the following: </a:t>
            </a:r>
          </a:p>
          <a:p>
            <a:pPr lvl="3"/>
            <a:r>
              <a:rPr lang="en-US" dirty="0"/>
              <a:t>The IPv4 entry is the IP address.</a:t>
            </a:r>
          </a:p>
          <a:p>
            <a:pPr lvl="3"/>
            <a:endParaRPr lang="en-US" dirty="0"/>
          </a:p>
        </p:txBody>
      </p:sp>
      <p:pic>
        <p:nvPicPr>
          <p:cNvPr id="5" name="Picture 4">
            <a:extLst>
              <a:ext uri="{FF2B5EF4-FFF2-40B4-BE49-F238E27FC236}">
                <a16:creationId xmlns:a16="http://schemas.microsoft.com/office/drawing/2014/main" id="{88361EE9-3BDC-9549-CC18-9988BE35D8B4}"/>
              </a:ext>
            </a:extLst>
          </p:cNvPr>
          <p:cNvPicPr>
            <a:picLocks noChangeAspect="1"/>
          </p:cNvPicPr>
          <p:nvPr/>
        </p:nvPicPr>
        <p:blipFill>
          <a:blip r:embed="rId2"/>
          <a:stretch>
            <a:fillRect/>
          </a:stretch>
        </p:blipFill>
        <p:spPr>
          <a:xfrm>
            <a:off x="5377614" y="4731250"/>
            <a:ext cx="5702810" cy="1320758"/>
          </a:xfrm>
          <a:prstGeom prst="rect">
            <a:avLst/>
          </a:prstGeom>
        </p:spPr>
      </p:pic>
    </p:spTree>
    <p:extLst>
      <p:ext uri="{BB962C8B-B14F-4D97-AF65-F5344CB8AC3E}">
        <p14:creationId xmlns:p14="http://schemas.microsoft.com/office/powerpoint/2010/main" val="164963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1047D-A910-ED67-3261-A4277BA98C48}"/>
              </a:ext>
            </a:extLst>
          </p:cNvPr>
          <p:cNvSpPr>
            <a:spLocks noGrp="1"/>
          </p:cNvSpPr>
          <p:nvPr>
            <p:ph type="title"/>
          </p:nvPr>
        </p:nvSpPr>
        <p:spPr/>
        <p:txBody>
          <a:bodyPr/>
          <a:lstStyle/>
          <a:p>
            <a:r>
              <a:rPr lang="en-US" dirty="0"/>
              <a:t>TAK Server - Docker Deployment - Admin Dashboard</a:t>
            </a:r>
          </a:p>
        </p:txBody>
      </p:sp>
      <p:sp>
        <p:nvSpPr>
          <p:cNvPr id="3" name="Content Placeholder 2">
            <a:extLst>
              <a:ext uri="{FF2B5EF4-FFF2-40B4-BE49-F238E27FC236}">
                <a16:creationId xmlns:a16="http://schemas.microsoft.com/office/drawing/2014/main" id="{4C1617BB-5C86-56C6-5BA2-6BA3C72850E8}"/>
              </a:ext>
            </a:extLst>
          </p:cNvPr>
          <p:cNvSpPr>
            <a:spLocks noGrp="1"/>
          </p:cNvSpPr>
          <p:nvPr>
            <p:ph idx="1"/>
          </p:nvPr>
        </p:nvSpPr>
        <p:spPr>
          <a:xfrm>
            <a:off x="838200" y="1825625"/>
            <a:ext cx="10515600" cy="4667250"/>
          </a:xfrm>
        </p:spPr>
        <p:txBody>
          <a:bodyPr>
            <a:normAutofit fontScale="92500" lnSpcReduction="10000"/>
          </a:bodyPr>
          <a:lstStyle/>
          <a:p>
            <a:r>
              <a:rPr lang="en-US" dirty="0"/>
              <a:t>Before we try to open the admin dashboard, we need to get and import the admin cert we created. </a:t>
            </a:r>
          </a:p>
          <a:p>
            <a:pPr lvl="1"/>
            <a:r>
              <a:rPr lang="en-US" dirty="0"/>
              <a:t>Copy the admin cert to your local machine: </a:t>
            </a:r>
          </a:p>
          <a:p>
            <a:pPr lvl="2"/>
            <a:r>
              <a:rPr lang="en-US" dirty="0"/>
              <a:t>In a terminal on your local machine run the following: </a:t>
            </a:r>
          </a:p>
          <a:p>
            <a:pPr lvl="3"/>
            <a:r>
              <a:rPr lang="en-US" b="1" dirty="0"/>
              <a:t>docker cp  takserver-5.0:/opt/</a:t>
            </a:r>
            <a:r>
              <a:rPr lang="en-US" b="1" dirty="0" err="1"/>
              <a:t>tak</a:t>
            </a:r>
            <a:r>
              <a:rPr lang="en-US" b="1" dirty="0"/>
              <a:t>/certs/files/&lt;cert-name&gt;.p12 .</a:t>
            </a:r>
          </a:p>
          <a:p>
            <a:pPr lvl="4"/>
            <a:r>
              <a:rPr lang="en-US" dirty="0"/>
              <a:t>Example: </a:t>
            </a:r>
            <a:r>
              <a:rPr lang="en-US" b="1" dirty="0"/>
              <a:t>docker cp  takserver-5.0:/opt/</a:t>
            </a:r>
            <a:r>
              <a:rPr lang="en-US" b="1" dirty="0" err="1"/>
              <a:t>tak</a:t>
            </a:r>
            <a:r>
              <a:rPr lang="en-US" b="1" dirty="0"/>
              <a:t>/certs/files/webadmin.p12 .</a:t>
            </a:r>
          </a:p>
          <a:p>
            <a:pPr lvl="2"/>
            <a:r>
              <a:rPr lang="en-US" dirty="0"/>
              <a:t>While on this topic it wouldn’t be a bad idea to copy over the </a:t>
            </a:r>
            <a:r>
              <a:rPr lang="en-US" dirty="0" err="1"/>
              <a:t>truststore</a:t>
            </a:r>
            <a:r>
              <a:rPr lang="en-US" dirty="0"/>
              <a:t> file either: </a:t>
            </a:r>
          </a:p>
          <a:p>
            <a:pPr lvl="3"/>
            <a:r>
              <a:rPr lang="en-US" b="1" dirty="0"/>
              <a:t>docker cp  takserver-5.0:/opt/</a:t>
            </a:r>
            <a:r>
              <a:rPr lang="en-US" b="1" dirty="0" err="1"/>
              <a:t>tak</a:t>
            </a:r>
            <a:r>
              <a:rPr lang="en-US" b="1" dirty="0"/>
              <a:t>/certs/files/&lt;</a:t>
            </a:r>
            <a:r>
              <a:rPr lang="en-US" b="1" dirty="0" err="1"/>
              <a:t>truststore</a:t>
            </a:r>
            <a:r>
              <a:rPr lang="en-US" b="1" dirty="0"/>
              <a:t>-file&gt;.p12 .</a:t>
            </a:r>
          </a:p>
          <a:p>
            <a:pPr lvl="4"/>
            <a:r>
              <a:rPr lang="en-US" dirty="0"/>
              <a:t>Example: </a:t>
            </a:r>
            <a:r>
              <a:rPr lang="en-US" b="1" dirty="0"/>
              <a:t>docker cp  takserver-5.0:/opt/</a:t>
            </a:r>
            <a:r>
              <a:rPr lang="en-US" b="1" dirty="0" err="1"/>
              <a:t>tak</a:t>
            </a:r>
            <a:r>
              <a:rPr lang="en-US" b="1" dirty="0"/>
              <a:t>/certs/files/truststore-TAK-ID-CA-01.p12 .</a:t>
            </a:r>
          </a:p>
          <a:p>
            <a:pPr lvl="4"/>
            <a:endParaRPr lang="en-US" dirty="0"/>
          </a:p>
          <a:p>
            <a:pPr lvl="4"/>
            <a:endParaRPr lang="en-US" dirty="0"/>
          </a:p>
          <a:p>
            <a:pPr lvl="1"/>
            <a:r>
              <a:rPr lang="en-US" dirty="0"/>
              <a:t>Note in the coping of files the period at the end is imported, designating where to copy the file to. The period indicates to copy the file to the current location. You can specify the path or go to the desired path before downloading to have it download to a specific location. </a:t>
            </a:r>
          </a:p>
          <a:p>
            <a:pPr lvl="3"/>
            <a:endParaRPr lang="en-US" b="1" dirty="0"/>
          </a:p>
          <a:p>
            <a:pPr lvl="4"/>
            <a:endParaRPr lang="en-US" dirty="0"/>
          </a:p>
        </p:txBody>
      </p:sp>
    </p:spTree>
    <p:extLst>
      <p:ext uri="{BB962C8B-B14F-4D97-AF65-F5344CB8AC3E}">
        <p14:creationId xmlns:p14="http://schemas.microsoft.com/office/powerpoint/2010/main" val="522466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3F102-0DC5-E51F-D0F7-48F0B4F63026}"/>
              </a:ext>
            </a:extLst>
          </p:cNvPr>
          <p:cNvSpPr>
            <a:spLocks noGrp="1"/>
          </p:cNvSpPr>
          <p:nvPr>
            <p:ph type="title"/>
          </p:nvPr>
        </p:nvSpPr>
        <p:spPr/>
        <p:txBody>
          <a:bodyPr/>
          <a:lstStyle/>
          <a:p>
            <a:r>
              <a:rPr lang="en-US" dirty="0"/>
              <a:t>TAK Server - Docker Deployment - Admin Dashboard</a:t>
            </a:r>
          </a:p>
        </p:txBody>
      </p:sp>
      <p:sp>
        <p:nvSpPr>
          <p:cNvPr id="3" name="Content Placeholder 2">
            <a:extLst>
              <a:ext uri="{FF2B5EF4-FFF2-40B4-BE49-F238E27FC236}">
                <a16:creationId xmlns:a16="http://schemas.microsoft.com/office/drawing/2014/main" id="{42D02043-DE51-28D8-6AE8-91E05C5F1B20}"/>
              </a:ext>
            </a:extLst>
          </p:cNvPr>
          <p:cNvSpPr>
            <a:spLocks noGrp="1"/>
          </p:cNvSpPr>
          <p:nvPr>
            <p:ph idx="1"/>
          </p:nvPr>
        </p:nvSpPr>
        <p:spPr/>
        <p:txBody>
          <a:bodyPr/>
          <a:lstStyle/>
          <a:p>
            <a:r>
              <a:rPr lang="en-US" dirty="0"/>
              <a:t>Import the admin certificate: </a:t>
            </a:r>
          </a:p>
          <a:p>
            <a:pPr lvl="1"/>
            <a:r>
              <a:rPr lang="en-US" dirty="0"/>
              <a:t>In your choice of web browser open its settings and search for “cert” </a:t>
            </a:r>
          </a:p>
          <a:p>
            <a:pPr lvl="1"/>
            <a:r>
              <a:rPr lang="en-US" dirty="0"/>
              <a:t>Navigate to the certificate manager and import the admin cert we copied over. </a:t>
            </a:r>
          </a:p>
          <a:p>
            <a:pPr lvl="2"/>
            <a:r>
              <a:rPr lang="en-US" dirty="0"/>
              <a:t>If you are note able to find the admin cert when searching in the File Explorer, make sure the settings for filtering are set to “All Files”. </a:t>
            </a:r>
          </a:p>
          <a:p>
            <a:pPr lvl="2"/>
            <a:r>
              <a:rPr lang="en-US" dirty="0"/>
              <a:t>If you import the file in Firefox, you need to do a couple more steps: </a:t>
            </a:r>
          </a:p>
          <a:p>
            <a:pPr lvl="3"/>
            <a:r>
              <a:rPr lang="en-US" dirty="0"/>
              <a:t>Once imported go over to the “Authorities” tab and find your certs. (Root cert and Intermediate cert) </a:t>
            </a:r>
          </a:p>
          <a:p>
            <a:pPr lvl="3"/>
            <a:r>
              <a:rPr lang="en-US" dirty="0"/>
              <a:t>Select them and then select “Edit Trust” </a:t>
            </a:r>
          </a:p>
          <a:p>
            <a:pPr lvl="3"/>
            <a:r>
              <a:rPr lang="en-US" dirty="0"/>
              <a:t>Enable “This certificate can identify websites” for both. </a:t>
            </a:r>
          </a:p>
          <a:p>
            <a:endParaRPr lang="en-US" dirty="0"/>
          </a:p>
        </p:txBody>
      </p:sp>
    </p:spTree>
    <p:extLst>
      <p:ext uri="{BB962C8B-B14F-4D97-AF65-F5344CB8AC3E}">
        <p14:creationId xmlns:p14="http://schemas.microsoft.com/office/powerpoint/2010/main" val="31887290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92A46-E6FD-7994-3DEE-42726DCD8DB7}"/>
              </a:ext>
            </a:extLst>
          </p:cNvPr>
          <p:cNvSpPr>
            <a:spLocks noGrp="1"/>
          </p:cNvSpPr>
          <p:nvPr>
            <p:ph type="title"/>
          </p:nvPr>
        </p:nvSpPr>
        <p:spPr/>
        <p:txBody>
          <a:bodyPr/>
          <a:lstStyle/>
          <a:p>
            <a:r>
              <a:rPr lang="en-US" dirty="0"/>
              <a:t>TAK Server - Docker Deployment - Admin Dashboard</a:t>
            </a:r>
          </a:p>
        </p:txBody>
      </p:sp>
      <p:sp>
        <p:nvSpPr>
          <p:cNvPr id="3" name="Content Placeholder 2">
            <a:extLst>
              <a:ext uri="{FF2B5EF4-FFF2-40B4-BE49-F238E27FC236}">
                <a16:creationId xmlns:a16="http://schemas.microsoft.com/office/drawing/2014/main" id="{3C9111CB-A6BD-E064-6D0C-0DC55AE7F9B4}"/>
              </a:ext>
            </a:extLst>
          </p:cNvPr>
          <p:cNvSpPr>
            <a:spLocks noGrp="1"/>
          </p:cNvSpPr>
          <p:nvPr>
            <p:ph idx="1"/>
          </p:nvPr>
        </p:nvSpPr>
        <p:spPr/>
        <p:txBody>
          <a:bodyPr/>
          <a:lstStyle/>
          <a:p>
            <a:r>
              <a:rPr lang="en-US" dirty="0"/>
              <a:t>To access the admin dashboard for the TAK Server:</a:t>
            </a:r>
          </a:p>
          <a:p>
            <a:pPr lvl="1"/>
            <a:r>
              <a:rPr lang="en-US" dirty="0"/>
              <a:t>In the web-browser you imported the certs to type the following into the: </a:t>
            </a:r>
          </a:p>
          <a:p>
            <a:pPr lvl="1"/>
            <a:r>
              <a:rPr lang="en-US" dirty="0"/>
              <a:t>https://&lt;IP address&gt;:8443</a:t>
            </a:r>
          </a:p>
          <a:p>
            <a:pPr lvl="2"/>
            <a:r>
              <a:rPr lang="en-US" dirty="0"/>
              <a:t>The IP address is the one that we identified earlier. </a:t>
            </a:r>
          </a:p>
          <a:p>
            <a:pPr lvl="2"/>
            <a:r>
              <a:rPr lang="en-US" dirty="0"/>
              <a:t>If you need to find it again, type </a:t>
            </a:r>
            <a:r>
              <a:rPr lang="en-US" b="1" dirty="0"/>
              <a:t>ipconfig </a:t>
            </a:r>
            <a:r>
              <a:rPr lang="en-US" dirty="0"/>
              <a:t>into a terminal to show the network configurations. </a:t>
            </a:r>
          </a:p>
        </p:txBody>
      </p:sp>
      <p:pic>
        <p:nvPicPr>
          <p:cNvPr id="5" name="Picture 4">
            <a:extLst>
              <a:ext uri="{FF2B5EF4-FFF2-40B4-BE49-F238E27FC236}">
                <a16:creationId xmlns:a16="http://schemas.microsoft.com/office/drawing/2014/main" id="{50A33C5F-3319-BD7A-C05A-6A56B619BC52}"/>
              </a:ext>
            </a:extLst>
          </p:cNvPr>
          <p:cNvPicPr>
            <a:picLocks noChangeAspect="1"/>
          </p:cNvPicPr>
          <p:nvPr/>
        </p:nvPicPr>
        <p:blipFill>
          <a:blip r:embed="rId2"/>
          <a:stretch>
            <a:fillRect/>
          </a:stretch>
        </p:blipFill>
        <p:spPr>
          <a:xfrm>
            <a:off x="4238906" y="3902697"/>
            <a:ext cx="7368631" cy="2692007"/>
          </a:xfrm>
          <a:prstGeom prst="rect">
            <a:avLst/>
          </a:prstGeom>
        </p:spPr>
      </p:pic>
    </p:spTree>
    <p:extLst>
      <p:ext uri="{BB962C8B-B14F-4D97-AF65-F5344CB8AC3E}">
        <p14:creationId xmlns:p14="http://schemas.microsoft.com/office/powerpoint/2010/main" val="3636185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A9538-D0C3-6DB3-D897-629847D6D7E8}"/>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104827AB-C7B5-D824-A999-629B1265E838}"/>
              </a:ext>
            </a:extLst>
          </p:cNvPr>
          <p:cNvSpPr>
            <a:spLocks noGrp="1"/>
          </p:cNvSpPr>
          <p:nvPr>
            <p:ph idx="1"/>
          </p:nvPr>
        </p:nvSpPr>
        <p:spPr>
          <a:xfrm>
            <a:off x="838200" y="1479176"/>
            <a:ext cx="10515600" cy="4697787"/>
          </a:xfrm>
        </p:spPr>
        <p:txBody>
          <a:bodyPr/>
          <a:lstStyle/>
          <a:p>
            <a:r>
              <a:rPr lang="en-US" dirty="0"/>
              <a:t>Database: </a:t>
            </a:r>
            <a:r>
              <a:rPr lang="en-US" dirty="0">
                <a:hlinkClick r:id="rId2"/>
              </a:rPr>
              <a:t>https://ironbank.dso.mil/repomap/details;registry1Path=tpc%252Ftak%252Ftak-server-db</a:t>
            </a:r>
            <a:endParaRPr lang="en-US" dirty="0"/>
          </a:p>
          <a:p>
            <a:r>
              <a:rPr lang="en-US" dirty="0"/>
              <a:t>Core: </a:t>
            </a:r>
            <a:r>
              <a:rPr lang="en-US" dirty="0">
                <a:hlinkClick r:id="rId3"/>
              </a:rPr>
              <a:t>https://repo1.dso.mil/dsop/tpc/tak/tak-server/-/blob/development/README.md?ref_type=heads</a:t>
            </a:r>
            <a:endParaRPr lang="en-US" dirty="0"/>
          </a:p>
          <a:p>
            <a:r>
              <a:rPr lang="en-US" dirty="0"/>
              <a:t>Harbor: </a:t>
            </a:r>
            <a:r>
              <a:rPr lang="en-US" dirty="0">
                <a:hlinkClick r:id="rId4"/>
              </a:rPr>
              <a:t>https://registry1.dso.mil/account/sign-in?redirect_url=%2Fharbor%2Fprojects</a:t>
            </a:r>
            <a:endParaRPr lang="en-US" dirty="0"/>
          </a:p>
          <a:p>
            <a:endParaRPr lang="en-US" dirty="0"/>
          </a:p>
        </p:txBody>
      </p:sp>
    </p:spTree>
    <p:extLst>
      <p:ext uri="{BB962C8B-B14F-4D97-AF65-F5344CB8AC3E}">
        <p14:creationId xmlns:p14="http://schemas.microsoft.com/office/powerpoint/2010/main" val="32957529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de9faa6-9fe1-49b3-9a08-227a296b54a6}" enabled="1" method="Privileged" siteId="{d5fe813e-0caa-432a-b2ac-d555aa91bd1c}" removed="0"/>
</clbl:labelList>
</file>

<file path=docProps/app.xml><?xml version="1.0" encoding="utf-8"?>
<Properties xmlns="http://schemas.openxmlformats.org/officeDocument/2006/extended-properties" xmlns:vt="http://schemas.openxmlformats.org/officeDocument/2006/docPropsVTypes">
  <TotalTime>116</TotalTime>
  <Words>1587</Words>
  <PresentationFormat>Widescreen</PresentationFormat>
  <Paragraphs>122</Paragraphs>
  <Slides>16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Aptos Display</vt:lpstr>
      <vt:lpstr>Arial</vt:lpstr>
      <vt:lpstr>Calibri</vt:lpstr>
      <vt:lpstr>Courier New</vt:lpstr>
      <vt:lpstr>Segoe UI</vt:lpstr>
      <vt:lpstr>Office Theme</vt:lpstr>
      <vt:lpstr>TAK Server - Docker Installation</vt:lpstr>
      <vt:lpstr>TAK Server - Docker Installation</vt:lpstr>
      <vt:lpstr>TAK Server - Docker Deployment - Database</vt:lpstr>
      <vt:lpstr>TAK Server - Docker Deployment - Database</vt:lpstr>
      <vt:lpstr>TAK Server - Docker Deployment - Core</vt:lpstr>
      <vt:lpstr>TAK Server - Docker Deployment - Core</vt:lpstr>
      <vt:lpstr>TAK Server - Docker Deployment - Core</vt:lpstr>
      <vt:lpstr>TAK Server - Docker Deployment - Core</vt:lpstr>
      <vt:lpstr>TAK Server - Docker Deployment - Core</vt:lpstr>
      <vt:lpstr>TAK Server - Docker Deployment - Core</vt:lpstr>
      <vt:lpstr>TAK Server - Docker Deployment - Core</vt:lpstr>
      <vt:lpstr>TAK Server - Docker Deployment - Admin Dashboard</vt:lpstr>
      <vt:lpstr>TAK Server - Docker Deployment - Admin Dashboard</vt:lpstr>
      <vt:lpstr>TAK Server - Docker Deployment - Admin Dashboard</vt:lpstr>
      <vt:lpstr>TAK Server - Docker Deployment - Admin Dashboard</vt:lpstr>
      <vt:lpstr>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2024-08-10T21:09:01Z</dcterms:created>
  <dcterms:modified xsi:type="dcterms:W3CDTF">2024-09-06T12:29:10Z</dcterms:modified>
</cp:coreProperties>
</file>
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omments/modernComment_111_D32DC073.xml" ContentType="application/vnd.ms-powerpoint.comments+xml"/>
  <Override PartName="/ppt/notesSlides/notesSlide2.xml" ContentType="application/vnd.openxmlformats-officedocument.presentationml.notesSlide+xml"/>
  <Override PartName="/ppt/comments/modernComment_112_D251519.xml" ContentType="application/vnd.ms-powerpoint.comments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76" r:id="rId3"/>
    <p:sldId id="275" r:id="rId4"/>
    <p:sldId id="278" r:id="rId5"/>
    <p:sldId id="277" r:id="rId6"/>
    <p:sldId id="273" r:id="rId7"/>
    <p:sldId id="274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8FCC031-81A3-B21B-57EB-22115A932BF2}" name="Randall Hunt" initials="RH" userId="S::Randall_Hunt@partech.com::4c55b6c8-20fa-4fc5-ad69-633eabcdc40e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0E99A6D-60E1-4A7D-AFCF-74BB4A0887A2}" v="2" dt="2025-04-14T18:35:53.09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138" y="1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microsoft.com/office/2018/10/relationships/authors" Target="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unt, Randall [USA]" userId="89bfa2a9-2144-4bd6-ba22-d79ad510780c" providerId="ADAL" clId="{9E155839-474C-4504-B4E4-7E61EA53E230}"/>
    <pc:docChg chg="undo custSel addSld delSld modSld sldOrd">
      <pc:chgData name="Hunt, Randall [USA]" userId="89bfa2a9-2144-4bd6-ba22-d79ad510780c" providerId="ADAL" clId="{9E155839-474C-4504-B4E4-7E61EA53E230}" dt="2024-09-06T13:52:45.570" v="4300"/>
      <pc:docMkLst>
        <pc:docMk/>
      </pc:docMkLst>
      <pc:sldChg chg="modSp mod modNotesTx">
        <pc:chgData name="Hunt, Randall [USA]" userId="89bfa2a9-2144-4bd6-ba22-d79ad510780c" providerId="ADAL" clId="{9E155839-474C-4504-B4E4-7E61EA53E230}" dt="2024-09-06T13:52:40.575" v="4297"/>
        <pc:sldMkLst>
          <pc:docMk/>
          <pc:sldMk cId="3542990963" sldId="273"/>
        </pc:sldMkLst>
        <pc:spChg chg="mod">
          <ac:chgData name="Hunt, Randall [USA]" userId="89bfa2a9-2144-4bd6-ba22-d79ad510780c" providerId="ADAL" clId="{9E155839-474C-4504-B4E4-7E61EA53E230}" dt="2024-08-26T21:19:06.692" v="4288" actId="1076"/>
          <ac:spMkLst>
            <pc:docMk/>
            <pc:sldMk cId="3542990963" sldId="273"/>
            <ac:spMk id="3" creationId="{1C823162-C116-EE70-FBB4-E1D5AF38456A}"/>
          </ac:spMkLst>
        </pc:spChg>
        <pc:picChg chg="mod">
          <ac:chgData name="Hunt, Randall [USA]" userId="89bfa2a9-2144-4bd6-ba22-d79ad510780c" providerId="ADAL" clId="{9E155839-474C-4504-B4E4-7E61EA53E230}" dt="2024-08-26T21:19:20.346" v="4291" actId="1076"/>
          <ac:picMkLst>
            <pc:docMk/>
            <pc:sldMk cId="3542990963" sldId="273"/>
            <ac:picMk id="5" creationId="{299063CD-BF49-38A6-0FAD-4A850B8C19E6}"/>
          </ac:picMkLst>
        </pc:picChg>
      </pc:sldChg>
      <pc:sldChg chg="modSp mod modNotesTx">
        <pc:chgData name="Hunt, Randall [USA]" userId="89bfa2a9-2144-4bd6-ba22-d79ad510780c" providerId="ADAL" clId="{9E155839-474C-4504-B4E4-7E61EA53E230}" dt="2024-09-06T13:52:45.570" v="4300"/>
        <pc:sldMkLst>
          <pc:docMk/>
          <pc:sldMk cId="220534041" sldId="274"/>
        </pc:sldMkLst>
        <pc:spChg chg="mod">
          <ac:chgData name="Hunt, Randall [USA]" userId="89bfa2a9-2144-4bd6-ba22-d79ad510780c" providerId="ADAL" clId="{9E155839-474C-4504-B4E4-7E61EA53E230}" dt="2024-08-26T21:19:43.624" v="4294" actId="113"/>
          <ac:spMkLst>
            <pc:docMk/>
            <pc:sldMk cId="220534041" sldId="274"/>
            <ac:spMk id="3" creationId="{CDE3A61A-26F0-B3FA-B63A-D1A6FF277769}"/>
          </ac:spMkLst>
        </pc:spChg>
      </pc:sldChg>
      <pc:sldChg chg="modSp mod ord">
        <pc:chgData name="Hunt, Randall [USA]" userId="89bfa2a9-2144-4bd6-ba22-d79ad510780c" providerId="ADAL" clId="{9E155839-474C-4504-B4E4-7E61EA53E230}" dt="2024-08-26T21:13:36.771" v="4225" actId="404"/>
        <pc:sldMkLst>
          <pc:docMk/>
          <pc:sldMk cId="3190504690" sldId="275"/>
        </pc:sldMkLst>
        <pc:spChg chg="mod">
          <ac:chgData name="Hunt, Randall [USA]" userId="89bfa2a9-2144-4bd6-ba22-d79ad510780c" providerId="ADAL" clId="{9E155839-474C-4504-B4E4-7E61EA53E230}" dt="2024-08-13T20:17:39.730" v="3565" actId="20577"/>
          <ac:spMkLst>
            <pc:docMk/>
            <pc:sldMk cId="3190504690" sldId="275"/>
            <ac:spMk id="2" creationId="{BAFA3479-9A2D-67D2-0F63-36FB49DA25F2}"/>
          </ac:spMkLst>
        </pc:spChg>
        <pc:spChg chg="mod">
          <ac:chgData name="Hunt, Randall [USA]" userId="89bfa2a9-2144-4bd6-ba22-d79ad510780c" providerId="ADAL" clId="{9E155839-474C-4504-B4E4-7E61EA53E230}" dt="2024-08-26T21:13:36.771" v="4225" actId="404"/>
          <ac:spMkLst>
            <pc:docMk/>
            <pc:sldMk cId="3190504690" sldId="275"/>
            <ac:spMk id="3" creationId="{CA6081B3-9D47-8C87-A444-CBE06B0742DB}"/>
          </ac:spMkLst>
        </pc:spChg>
      </pc:sldChg>
      <pc:sldChg chg="modSp new mod ord">
        <pc:chgData name="Hunt, Randall [USA]" userId="89bfa2a9-2144-4bd6-ba22-d79ad510780c" providerId="ADAL" clId="{9E155839-474C-4504-B4E4-7E61EA53E230}" dt="2024-08-13T18:44:00.770" v="1343" actId="27636"/>
        <pc:sldMkLst>
          <pc:docMk/>
          <pc:sldMk cId="977324815" sldId="276"/>
        </pc:sldMkLst>
        <pc:spChg chg="mod">
          <ac:chgData name="Hunt, Randall [USA]" userId="89bfa2a9-2144-4bd6-ba22-d79ad510780c" providerId="ADAL" clId="{9E155839-474C-4504-B4E4-7E61EA53E230}" dt="2024-08-13T18:37:06.229" v="39" actId="20577"/>
          <ac:spMkLst>
            <pc:docMk/>
            <pc:sldMk cId="977324815" sldId="276"/>
            <ac:spMk id="2" creationId="{8DCE5DD9-DD00-5BE2-9EE8-83C2B0F89740}"/>
          </ac:spMkLst>
        </pc:spChg>
        <pc:spChg chg="mod">
          <ac:chgData name="Hunt, Randall [USA]" userId="89bfa2a9-2144-4bd6-ba22-d79ad510780c" providerId="ADAL" clId="{9E155839-474C-4504-B4E4-7E61EA53E230}" dt="2024-08-13T18:44:00.770" v="1343" actId="27636"/>
          <ac:spMkLst>
            <pc:docMk/>
            <pc:sldMk cId="977324815" sldId="276"/>
            <ac:spMk id="3" creationId="{68E42CEF-4215-E0F8-3FA0-803548BD410C}"/>
          </ac:spMkLst>
        </pc:spChg>
      </pc:sldChg>
      <pc:sldChg chg="modSp new mod ord">
        <pc:chgData name="Hunt, Randall [USA]" userId="89bfa2a9-2144-4bd6-ba22-d79ad510780c" providerId="ADAL" clId="{9E155839-474C-4504-B4E4-7E61EA53E230}" dt="2024-08-26T21:17:20.090" v="4273" actId="20577"/>
        <pc:sldMkLst>
          <pc:docMk/>
          <pc:sldMk cId="1050984878" sldId="277"/>
        </pc:sldMkLst>
        <pc:spChg chg="mod">
          <ac:chgData name="Hunt, Randall [USA]" userId="89bfa2a9-2144-4bd6-ba22-d79ad510780c" providerId="ADAL" clId="{9E155839-474C-4504-B4E4-7E61EA53E230}" dt="2024-08-13T18:56:10.901" v="1480" actId="20577"/>
          <ac:spMkLst>
            <pc:docMk/>
            <pc:sldMk cId="1050984878" sldId="277"/>
            <ac:spMk id="2" creationId="{0E488A5F-A66C-CA53-1C24-DDF9E44EED09}"/>
          </ac:spMkLst>
        </pc:spChg>
        <pc:spChg chg="mod">
          <ac:chgData name="Hunt, Randall [USA]" userId="89bfa2a9-2144-4bd6-ba22-d79ad510780c" providerId="ADAL" clId="{9E155839-474C-4504-B4E4-7E61EA53E230}" dt="2024-08-26T21:17:20.090" v="4273" actId="20577"/>
          <ac:spMkLst>
            <pc:docMk/>
            <pc:sldMk cId="1050984878" sldId="277"/>
            <ac:spMk id="3" creationId="{CC922434-8BAA-6C0E-CA7C-83B0C69BDB2A}"/>
          </ac:spMkLst>
        </pc:spChg>
      </pc:sldChg>
      <pc:sldChg chg="modSp new mod ord">
        <pc:chgData name="Hunt, Randall [USA]" userId="89bfa2a9-2144-4bd6-ba22-d79ad510780c" providerId="ADAL" clId="{9E155839-474C-4504-B4E4-7E61EA53E230}" dt="2024-08-26T21:16:19.132" v="4231" actId="15"/>
        <pc:sldMkLst>
          <pc:docMk/>
          <pc:sldMk cId="2668062271" sldId="278"/>
        </pc:sldMkLst>
        <pc:spChg chg="mod">
          <ac:chgData name="Hunt, Randall [USA]" userId="89bfa2a9-2144-4bd6-ba22-d79ad510780c" providerId="ADAL" clId="{9E155839-474C-4504-B4E4-7E61EA53E230}" dt="2024-08-13T20:07:00.131" v="2473" actId="20577"/>
          <ac:spMkLst>
            <pc:docMk/>
            <pc:sldMk cId="2668062271" sldId="278"/>
            <ac:spMk id="2" creationId="{FFE0F577-3364-AF4F-6ADC-774482E02E88}"/>
          </ac:spMkLst>
        </pc:spChg>
        <pc:spChg chg="mod">
          <ac:chgData name="Hunt, Randall [USA]" userId="89bfa2a9-2144-4bd6-ba22-d79ad510780c" providerId="ADAL" clId="{9E155839-474C-4504-B4E4-7E61EA53E230}" dt="2024-08-26T21:16:19.132" v="4231" actId="15"/>
          <ac:spMkLst>
            <pc:docMk/>
            <pc:sldMk cId="2668062271" sldId="278"/>
            <ac:spMk id="3" creationId="{232297D7-77AE-0F87-2D9F-B69E6C4EC3F1}"/>
          </ac:spMkLst>
        </pc:spChg>
      </pc:sldChg>
      <pc:sldChg chg="modSp new del mod">
        <pc:chgData name="Hunt, Randall [USA]" userId="89bfa2a9-2144-4bd6-ba22-d79ad510780c" providerId="ADAL" clId="{9E155839-474C-4504-B4E4-7E61EA53E230}" dt="2024-08-14T17:22:08.501" v="4051" actId="47"/>
        <pc:sldMkLst>
          <pc:docMk/>
          <pc:sldMk cId="1479930687" sldId="279"/>
        </pc:sldMkLst>
        <pc:spChg chg="mod">
          <ac:chgData name="Hunt, Randall [USA]" userId="89bfa2a9-2144-4bd6-ba22-d79ad510780c" providerId="ADAL" clId="{9E155839-474C-4504-B4E4-7E61EA53E230}" dt="2024-08-14T17:16:33.187" v="4036"/>
          <ac:spMkLst>
            <pc:docMk/>
            <pc:sldMk cId="1479930687" sldId="279"/>
            <ac:spMk id="2" creationId="{405E32C4-5846-7A14-8330-9B86E694AF7F}"/>
          </ac:spMkLst>
        </pc:spChg>
        <pc:spChg chg="mod">
          <ac:chgData name="Hunt, Randall [USA]" userId="89bfa2a9-2144-4bd6-ba22-d79ad510780c" providerId="ADAL" clId="{9E155839-474C-4504-B4E4-7E61EA53E230}" dt="2024-08-14T17:16:25.481" v="4034"/>
          <ac:spMkLst>
            <pc:docMk/>
            <pc:sldMk cId="1479930687" sldId="279"/>
            <ac:spMk id="3" creationId="{3506A5EE-F899-0F8A-DE5C-B48C11681391}"/>
          </ac:spMkLst>
        </pc:spChg>
      </pc:sldChg>
      <pc:sldChg chg="modSp new del mod">
        <pc:chgData name="Hunt, Randall [USA]" userId="89bfa2a9-2144-4bd6-ba22-d79ad510780c" providerId="ADAL" clId="{9E155839-474C-4504-B4E4-7E61EA53E230}" dt="2024-08-13T20:17:14.563" v="3532" actId="47"/>
        <pc:sldMkLst>
          <pc:docMk/>
          <pc:sldMk cId="3649529431" sldId="279"/>
        </pc:sldMkLst>
        <pc:spChg chg="mod">
          <ac:chgData name="Hunt, Randall [USA]" userId="89bfa2a9-2144-4bd6-ba22-d79ad510780c" providerId="ADAL" clId="{9E155839-474C-4504-B4E4-7E61EA53E230}" dt="2024-08-13T20:14:06.975" v="3368" actId="20577"/>
          <ac:spMkLst>
            <pc:docMk/>
            <pc:sldMk cId="3649529431" sldId="279"/>
            <ac:spMk id="2" creationId="{10493CE7-C2E5-13EB-DA40-A5420D408D8F}"/>
          </ac:spMkLst>
        </pc:spChg>
        <pc:spChg chg="mod">
          <ac:chgData name="Hunt, Randall [USA]" userId="89bfa2a9-2144-4bd6-ba22-d79ad510780c" providerId="ADAL" clId="{9E155839-474C-4504-B4E4-7E61EA53E230}" dt="2024-08-13T20:17:05.092" v="3531" actId="20577"/>
          <ac:spMkLst>
            <pc:docMk/>
            <pc:sldMk cId="3649529431" sldId="279"/>
            <ac:spMk id="3" creationId="{9072D38E-650C-E0D8-B51B-850D406E5A0E}"/>
          </ac:spMkLst>
        </pc:spChg>
      </pc:sldChg>
    </pc:docChg>
  </pc:docChgLst>
  <pc:docChgLst>
    <pc:chgData name="Randall Hunt" userId="4c55b6c8-20fa-4fc5-ad69-633eabcdc40e" providerId="ADAL" clId="{F39341E0-42CB-48D0-AE8C-261107E37644}"/>
    <pc:docChg chg="undo custSel addSld delSld modSld">
      <pc:chgData name="Randall Hunt" userId="4c55b6c8-20fa-4fc5-ad69-633eabcdc40e" providerId="ADAL" clId="{F39341E0-42CB-48D0-AE8C-261107E37644}" dt="2024-08-05T18:36:22.978" v="682" actId="47"/>
      <pc:docMkLst>
        <pc:docMk/>
      </pc:docMkLst>
      <pc:sldChg chg="modSp mod">
        <pc:chgData name="Randall Hunt" userId="4c55b6c8-20fa-4fc5-ad69-633eabcdc40e" providerId="ADAL" clId="{F39341E0-42CB-48D0-AE8C-261107E37644}" dt="2024-08-05T16:15:17.440" v="24" actId="20577"/>
        <pc:sldMkLst>
          <pc:docMk/>
          <pc:sldMk cId="2544422511" sldId="256"/>
        </pc:sldMkLst>
        <pc:spChg chg="mod">
          <ac:chgData name="Randall Hunt" userId="4c55b6c8-20fa-4fc5-ad69-633eabcdc40e" providerId="ADAL" clId="{F39341E0-42CB-48D0-AE8C-261107E37644}" dt="2024-08-05T16:15:17.440" v="24" actId="20577"/>
          <ac:spMkLst>
            <pc:docMk/>
            <pc:sldMk cId="2544422511" sldId="256"/>
            <ac:spMk id="2" creationId="{F8236786-86BD-1A20-084B-7CBCC7F00034}"/>
          </ac:spMkLst>
        </pc:spChg>
      </pc:sldChg>
      <pc:sldChg chg="add">
        <pc:chgData name="Randall Hunt" userId="4c55b6c8-20fa-4fc5-ad69-633eabcdc40e" providerId="ADAL" clId="{F39341E0-42CB-48D0-AE8C-261107E37644}" dt="2024-08-05T16:15:02.669" v="0"/>
        <pc:sldMkLst>
          <pc:docMk/>
          <pc:sldMk cId="3542990963" sldId="273"/>
        </pc:sldMkLst>
      </pc:sldChg>
      <pc:sldChg chg="add">
        <pc:chgData name="Randall Hunt" userId="4c55b6c8-20fa-4fc5-ad69-633eabcdc40e" providerId="ADAL" clId="{F39341E0-42CB-48D0-AE8C-261107E37644}" dt="2024-08-05T16:15:10.771" v="1"/>
        <pc:sldMkLst>
          <pc:docMk/>
          <pc:sldMk cId="220534041" sldId="274"/>
        </pc:sldMkLst>
      </pc:sldChg>
      <pc:sldChg chg="modSp new mod">
        <pc:chgData name="Randall Hunt" userId="4c55b6c8-20fa-4fc5-ad69-633eabcdc40e" providerId="ADAL" clId="{F39341E0-42CB-48D0-AE8C-261107E37644}" dt="2024-08-05T16:17:08.880" v="117" actId="14100"/>
        <pc:sldMkLst>
          <pc:docMk/>
          <pc:sldMk cId="3190504690" sldId="275"/>
        </pc:sldMkLst>
        <pc:spChg chg="mod">
          <ac:chgData name="Randall Hunt" userId="4c55b6c8-20fa-4fc5-ad69-633eabcdc40e" providerId="ADAL" clId="{F39341E0-42CB-48D0-AE8C-261107E37644}" dt="2024-08-05T16:16:14.899" v="49" actId="20577"/>
          <ac:spMkLst>
            <pc:docMk/>
            <pc:sldMk cId="3190504690" sldId="275"/>
            <ac:spMk id="2" creationId="{BAFA3479-9A2D-67D2-0F63-36FB49DA25F2}"/>
          </ac:spMkLst>
        </pc:spChg>
        <pc:spChg chg="mod">
          <ac:chgData name="Randall Hunt" userId="4c55b6c8-20fa-4fc5-ad69-633eabcdc40e" providerId="ADAL" clId="{F39341E0-42CB-48D0-AE8C-261107E37644}" dt="2024-08-05T16:17:08.880" v="117" actId="14100"/>
          <ac:spMkLst>
            <pc:docMk/>
            <pc:sldMk cId="3190504690" sldId="275"/>
            <ac:spMk id="3" creationId="{CA6081B3-9D47-8C87-A444-CBE06B0742DB}"/>
          </ac:spMkLst>
        </pc:spChg>
      </pc:sldChg>
      <pc:sldChg chg="addSp delSp modSp new del mod">
        <pc:chgData name="Randall Hunt" userId="4c55b6c8-20fa-4fc5-ad69-633eabcdc40e" providerId="ADAL" clId="{F39341E0-42CB-48D0-AE8C-261107E37644}" dt="2024-08-05T18:36:22.978" v="682" actId="47"/>
        <pc:sldMkLst>
          <pc:docMk/>
          <pc:sldMk cId="708890251" sldId="276"/>
        </pc:sldMkLst>
        <pc:spChg chg="mod">
          <ac:chgData name="Randall Hunt" userId="4c55b6c8-20fa-4fc5-ad69-633eabcdc40e" providerId="ADAL" clId="{F39341E0-42CB-48D0-AE8C-261107E37644}" dt="2024-08-05T18:33:46.878" v="564" actId="20577"/>
          <ac:spMkLst>
            <pc:docMk/>
            <pc:sldMk cId="708890251" sldId="276"/>
            <ac:spMk id="2" creationId="{D8BC14FC-8022-9AC4-983C-7B84149062C0}"/>
          </ac:spMkLst>
        </pc:spChg>
        <pc:spChg chg="add del mod">
          <ac:chgData name="Randall Hunt" userId="4c55b6c8-20fa-4fc5-ad69-633eabcdc40e" providerId="ADAL" clId="{F39341E0-42CB-48D0-AE8C-261107E37644}" dt="2024-08-05T18:34:10.812" v="681" actId="20577"/>
          <ac:spMkLst>
            <pc:docMk/>
            <pc:sldMk cId="708890251" sldId="276"/>
            <ac:spMk id="3" creationId="{8B36DCEB-AB69-3A75-15FE-790BA2C03F3B}"/>
          </ac:spMkLst>
        </pc:spChg>
        <pc:spChg chg="add">
          <ac:chgData name="Randall Hunt" userId="4c55b6c8-20fa-4fc5-ad69-633eabcdc40e" providerId="ADAL" clId="{F39341E0-42CB-48D0-AE8C-261107E37644}" dt="2024-08-05T18:32:02.511" v="279"/>
          <ac:spMkLst>
            <pc:docMk/>
            <pc:sldMk cId="708890251" sldId="276"/>
            <ac:spMk id="8" creationId="{EA2E1FFD-E117-B6F9-FF3D-4FBA7B9F45DA}"/>
          </ac:spMkLst>
        </pc:spChg>
        <pc:picChg chg="add del mod ord">
          <ac:chgData name="Randall Hunt" userId="4c55b6c8-20fa-4fc5-ad69-633eabcdc40e" providerId="ADAL" clId="{F39341E0-42CB-48D0-AE8C-261107E37644}" dt="2024-08-05T18:31:37.370" v="194" actId="22"/>
          <ac:picMkLst>
            <pc:docMk/>
            <pc:sldMk cId="708890251" sldId="276"/>
            <ac:picMk id="5" creationId="{7B494FA9-7171-56D4-561A-3A0EFF1D8204}"/>
          </ac:picMkLst>
        </pc:picChg>
        <pc:picChg chg="add del mod ord">
          <ac:chgData name="Randall Hunt" userId="4c55b6c8-20fa-4fc5-ad69-633eabcdc40e" providerId="ADAL" clId="{F39341E0-42CB-48D0-AE8C-261107E37644}" dt="2024-08-05T18:31:42.554" v="198" actId="22"/>
          <ac:picMkLst>
            <pc:docMk/>
            <pc:sldMk cId="708890251" sldId="276"/>
            <ac:picMk id="7" creationId="{4C26235D-E4BA-27BB-4F73-F362ED9535FD}"/>
          </ac:picMkLst>
        </pc:picChg>
      </pc:sldChg>
    </pc:docChg>
  </pc:docChgLst>
  <pc:docChgLst>
    <pc:chgData name="Hunt, Randall [USA]" userId="89bfa2a9-2144-4bd6-ba22-d79ad510780c" providerId="ADAL" clId="{90E99A6D-60E1-4A7D-AFCF-74BB4A0887A2}"/>
    <pc:docChg chg="custSel modSld">
      <pc:chgData name="Hunt, Randall [USA]" userId="89bfa2a9-2144-4bd6-ba22-d79ad510780c" providerId="ADAL" clId="{90E99A6D-60E1-4A7D-AFCF-74BB4A0887A2}" dt="2025-04-14T18:38:39.991" v="20" actId="20577"/>
      <pc:docMkLst>
        <pc:docMk/>
      </pc:docMkLst>
      <pc:sldChg chg="modSp mod">
        <pc:chgData name="Hunt, Randall [USA]" userId="89bfa2a9-2144-4bd6-ba22-d79ad510780c" providerId="ADAL" clId="{90E99A6D-60E1-4A7D-AFCF-74BB4A0887A2}" dt="2025-04-14T18:38:39.991" v="20" actId="20577"/>
        <pc:sldMkLst>
          <pc:docMk/>
          <pc:sldMk cId="3542990963" sldId="273"/>
        </pc:sldMkLst>
        <pc:spChg chg="mod">
          <ac:chgData name="Hunt, Randall [USA]" userId="89bfa2a9-2144-4bd6-ba22-d79ad510780c" providerId="ADAL" clId="{90E99A6D-60E1-4A7D-AFCF-74BB4A0887A2}" dt="2025-04-14T18:38:39.991" v="20" actId="20577"/>
          <ac:spMkLst>
            <pc:docMk/>
            <pc:sldMk cId="3542990963" sldId="273"/>
            <ac:spMk id="3" creationId="{1C823162-C116-EE70-FBB4-E1D5AF38456A}"/>
          </ac:spMkLst>
        </pc:spChg>
      </pc:sldChg>
      <pc:sldChg chg="modSp mod">
        <pc:chgData name="Hunt, Randall [USA]" userId="89bfa2a9-2144-4bd6-ba22-d79ad510780c" providerId="ADAL" clId="{90E99A6D-60E1-4A7D-AFCF-74BB4A0887A2}" dt="2025-04-14T18:35:41.658" v="0" actId="33524"/>
        <pc:sldMkLst>
          <pc:docMk/>
          <pc:sldMk cId="977324815" sldId="276"/>
        </pc:sldMkLst>
        <pc:spChg chg="mod">
          <ac:chgData name="Hunt, Randall [USA]" userId="89bfa2a9-2144-4bd6-ba22-d79ad510780c" providerId="ADAL" clId="{90E99A6D-60E1-4A7D-AFCF-74BB4A0887A2}" dt="2025-04-14T18:35:41.658" v="0" actId="33524"/>
          <ac:spMkLst>
            <pc:docMk/>
            <pc:sldMk cId="977324815" sldId="276"/>
            <ac:spMk id="3" creationId="{68E42CEF-4215-E0F8-3FA0-803548BD410C}"/>
          </ac:spMkLst>
        </pc:spChg>
      </pc:sldChg>
    </pc:docChg>
  </pc:docChgLst>
</pc:chgInfo>
</file>

<file path=ppt/comments/modernComment_111_D32DC073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1574CD3F-8F8E-4D29-A148-A28F8AEE05D4}" authorId="{F8FCC031-81A3-B21B-57EB-22115A932BF2}" created="2024-08-05T15:58:00.885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3542990963" sldId="273"/>
      <ac:spMk id="3" creationId="{1C823162-C116-EE70-FBB4-E1D5AF38456A}"/>
    </ac:deMkLst>
    <p188:txBody>
      <a:bodyPr/>
      <a:lstStyle/>
      <a:p>
        <a:r>
          <a:rPr lang="en-US"/>
          <a:t>To update the TAK Server when a new release is published, start by transferring the update to the TAK Server and then execute the installation command.</a:t>
        </a:r>
      </a:p>
    </p188:txBody>
  </p188:cm>
</p188:cmLst>
</file>

<file path=ppt/comments/modernComment_112_D251519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5B5753BC-1759-4276-BB98-96C6E256977B}" authorId="{F8FCC031-81A3-B21B-57EB-22115A932BF2}" created="2024-08-05T16:10:35.376">
    <pc:sldMkLst xmlns:pc="http://schemas.microsoft.com/office/powerpoint/2013/main/command">
      <pc:docMk/>
      <pc:sldMk cId="220534041" sldId="274"/>
    </pc:sldMkLst>
    <p188:txBody>
      <a:bodyPr/>
      <a:lstStyle/>
      <a:p>
        <a:r>
          <a:rPr lang="en-US"/>
          <a:t>After the update is complete we need to reload the service manager followed by restarting the TAK Server.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5E79A6-E845-4666-AA0D-5358592BAF69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E4C9A9-1FBC-45CA-9E0B-53B6B4A848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43450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# </a:t>
            </a:r>
            <a:r>
              <a:rPr lang="en-US" sz="1800" dirty="0">
                <a:effectLst/>
                <a:latin typeface="Segoe UI" panose="020B0502040204020203" pitchFamily="34" charset="0"/>
              </a:rPr>
              <a:t>To update the TAK Server when a new release is published, start by transferring the update to the TAK Server and then execute the installation command.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E4C9A9-1FBC-45CA-9E0B-53B6B4A84896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2397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# </a:t>
            </a:r>
            <a:r>
              <a:rPr lang="en-US" sz="1800" dirty="0">
                <a:effectLst/>
                <a:latin typeface="Segoe UI" panose="020B0502040204020203" pitchFamily="34" charset="0"/>
              </a:rPr>
              <a:t>After the update is complete we need to reload the service manager followed by restarting the TAK Server.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E4C9A9-1FBC-45CA-9E0B-53B6B4A84896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41592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53E85D-D0A2-8F0A-CE2C-B4A7CADFEA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6845A7-2E07-3AB5-F07C-8412434E0D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8DF5D7-34D2-4C53-52F8-9176F4E6C7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78040-15E7-4911-BECD-D290862B9949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1B41BC-19C4-03F3-D891-4C06FDC0E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97BB2E-CA16-6C61-0164-B45B945038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05EE3-1F9F-47EE-91F2-EB25488F6E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30533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4161EF-8A46-D274-B840-AE4E243B1F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E8BAC3-4C79-4776-FC49-748A576784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772327-B0CF-8F4B-2B9B-11B5EED204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78040-15E7-4911-BECD-D290862B9949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8161FF-5E44-CAC7-9BF9-5E32523A0E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D89887-060F-241A-5967-B63EFA692B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05EE3-1F9F-47EE-91F2-EB25488F6E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38709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96AFBC-3815-980C-EE48-5D7C950479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D096B3-60A4-8222-04CD-11EE45A39D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B4B6E3-EBD8-6F06-221A-6C8020583A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78040-15E7-4911-BECD-D290862B9949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205C67-E279-1D38-9275-37981A3D69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1CCEFE-2F3D-6A8E-CC30-AE9B9872E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05EE3-1F9F-47EE-91F2-EB25488F6E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11964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7E56E0-6E7E-61BA-2F5B-0F6FE58C4C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2D2EAA-A720-E9D8-3D15-F689312561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4A3F77-7A4E-DCC5-B838-FC5AA514BE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B8C745-D8D1-6ACB-15B4-C4EEABA327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78040-15E7-4911-BECD-D290862B9949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A8613F-5A58-4408-E177-F6D8598417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9BC658-02BE-6C48-9130-AF19B1B16F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05EE3-1F9F-47EE-91F2-EB25488F6E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61426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BF80FD-721E-B435-42D0-BF254BF4AC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3B40F0-0E50-1119-E2E2-A2A2B0D087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E58092-2D84-F845-D368-72B678BBAD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DCACDEE-EBE5-8D95-F90A-619609EC3A5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537E6AB-9B1E-EA14-A1B2-A6B3B43610D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76C2FD3-33D1-AF70-6686-1AEF022671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78040-15E7-4911-BECD-D290862B9949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188941C-8D17-0997-F51C-841969D1E2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27DD8CB-1BD6-2117-B288-D59881A9EB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05EE3-1F9F-47EE-91F2-EB25488F6E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12371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66571C-E3DC-4224-E219-7CB8782673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8E463B-E304-C233-BC63-2AD9EAB62A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78040-15E7-4911-BECD-D290862B9949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6934490-B692-E5CB-C107-B1C8B96909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3137B6-37E4-ABD5-D360-494EF9593C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05EE3-1F9F-47EE-91F2-EB25488F6E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80078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958D742-878C-5941-110E-196A65427E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78040-15E7-4911-BECD-D290862B9949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361A735-BBD0-6FC8-680A-50698EE6E8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18907E-BD1C-6465-34A8-B61EA37550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05EE3-1F9F-47EE-91F2-EB25488F6E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2418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5967B-3E8C-7476-F2A5-14F28ACCA3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CA559A-40FB-5840-99E2-8E750C59D3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F5F716-2913-6C2C-0F40-1D417101BD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014F77-7726-B1AD-5D3F-0E2532B1D6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78040-15E7-4911-BECD-D290862B9949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179D31-E025-0332-5612-2A25C3B7B8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4FD926-A8D6-4627-D8A3-E352B5CA2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05EE3-1F9F-47EE-91F2-EB25488F6E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96537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223165-024C-2DEF-E0A7-C942D21442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2E96322-6CD7-45B0-8F72-582CA65ACBA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AB23D8-3711-113E-9357-D7F1B93043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2E2581-95E7-3E33-7D86-E4353E28B5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78040-15E7-4911-BECD-D290862B9949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9FF766-E2F6-1312-8D27-1358F10DF2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D5512B-CEF0-AC95-C27C-6BE9965929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05EE3-1F9F-47EE-91F2-EB25488F6E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98691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1E6B11-FD30-3FB9-AA6A-17D7CFF613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08E7143-3793-2050-D3A4-12ACF39240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71F926-DD62-B1CC-477A-B1686D2534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78040-15E7-4911-BECD-D290862B9949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AD731D-C034-FAD3-3D24-2453B6F11A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80E170-DCCA-2B55-E7B1-8B92E297D6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05EE3-1F9F-47EE-91F2-EB25488F6E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45589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3EBDED9-9225-AEE5-8EF7-BC64033619B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023AC6B-FCAD-D7C3-6F96-8CEA9D9037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5F9776-FF0A-33E2-F3B4-68CC27B8F7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78040-15E7-4911-BECD-D290862B9949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79BA33-9283-97E9-D923-99876E7AED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6A040F-55D9-38EE-0088-F4AECAF9DA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05EE3-1F9F-47EE-91F2-EB25488F6E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98210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5F6B00D-EFFA-9B3F-DCB2-E9704A2D42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082047-40A0-EB86-AB37-63F1A68D82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32E40B-E112-DC9B-60F1-4FEC23297E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5C78040-15E7-4911-BECD-D290862B9949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5AFA71-2CA5-AFE6-C732-43EE381DB9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B1EE30-436A-C159-353A-8363EA7333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1505EE3-1F9F-47EE-91F2-EB25488F6E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839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11_D32DC073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hyperlink" Target="https://tak.gov/products/tak-server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12_D251519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236786-86BD-1A20-084B-7CBCC7F0003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TAK Server Management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2D8B564-5D66-F043-2BE7-CD0029EE78F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44225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CE5DD9-DD00-5BE2-9EE8-83C2B0F897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TAK Server – Logging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E42CEF-4215-E0F8-3FA0-803548BD41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91408"/>
            <a:ext cx="10515600" cy="4901467"/>
          </a:xfrm>
        </p:spPr>
        <p:txBody>
          <a:bodyPr>
            <a:normAutofit/>
          </a:bodyPr>
          <a:lstStyle/>
          <a:p>
            <a:r>
              <a:rPr lang="en-US" dirty="0"/>
              <a:t>There are many log files that are available for monitoring during execution. They are located within the /opt/tak/logs directory: </a:t>
            </a:r>
          </a:p>
          <a:p>
            <a:pPr lvl="1"/>
            <a:r>
              <a:rPr lang="en-US" dirty="0"/>
              <a:t>To view a specific log, you can run the following:</a:t>
            </a:r>
          </a:p>
          <a:p>
            <a:pPr lvl="2"/>
            <a:r>
              <a:rPr lang="en-US" b="1" dirty="0"/>
              <a:t>tail –f /opt/tak/logs/&lt;log file&gt; </a:t>
            </a:r>
          </a:p>
          <a:p>
            <a:pPr lvl="3"/>
            <a:r>
              <a:rPr lang="en-US" dirty="0"/>
              <a:t>Example: </a:t>
            </a:r>
            <a:r>
              <a:rPr lang="en-US" b="1" dirty="0"/>
              <a:t>tail –f /opt/tak/logs/takserver-messaging.log</a:t>
            </a:r>
            <a:endParaRPr lang="en-US" dirty="0"/>
          </a:p>
          <a:p>
            <a:pPr lvl="1"/>
            <a:r>
              <a:rPr lang="en-US" dirty="0"/>
              <a:t>Types of log files: </a:t>
            </a:r>
          </a:p>
          <a:p>
            <a:pPr lvl="2"/>
            <a:r>
              <a:rPr lang="en-US" b="1" dirty="0"/>
              <a:t>takserver-messaging.log – </a:t>
            </a:r>
            <a:r>
              <a:rPr lang="en-US" dirty="0"/>
              <a:t>Execution-level information about the messaging process, including client connection events, error messages and warnings.</a:t>
            </a:r>
          </a:p>
          <a:p>
            <a:pPr lvl="2"/>
            <a:r>
              <a:rPr lang="en-US" b="1" dirty="0"/>
              <a:t>takserver-api.log – </a:t>
            </a:r>
            <a:r>
              <a:rPr lang="en-US" dirty="0"/>
              <a:t>Execution-level information about the API (Application Programming Interface) process, including error messages and warnings.</a:t>
            </a:r>
          </a:p>
          <a:p>
            <a:pPr lvl="2"/>
            <a:r>
              <a:rPr lang="en-US" b="1" dirty="0"/>
              <a:t>takserver-messaging-console.log – </a:t>
            </a:r>
            <a:r>
              <a:rPr lang="en-US" dirty="0"/>
              <a:t>Java Virtual Machine (JVM) informational messages and errors, for the messaging process. </a:t>
            </a:r>
          </a:p>
          <a:p>
            <a:pPr lvl="2"/>
            <a:r>
              <a:rPr lang="en-US" b="1" dirty="0"/>
              <a:t>takserver-api-console.log</a:t>
            </a:r>
            <a:r>
              <a:rPr lang="en-US" dirty="0"/>
              <a:t> </a:t>
            </a:r>
            <a:r>
              <a:rPr lang="en-US" b="1" dirty="0"/>
              <a:t>– </a:t>
            </a:r>
            <a:r>
              <a:rPr lang="en-US" dirty="0"/>
              <a:t>Java Virtual Machine (JVM) informational messages and errors, for the API process.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9773248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FA3479-9A2D-67D2-0F63-36FB49DA25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TAK Server – Database Manipulation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6081B3-9D47-8C87-A444-CBE06B0742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969" y="1573822"/>
            <a:ext cx="10779369" cy="4621801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Purging the database will reset the entire database to a clean slate.</a:t>
            </a:r>
          </a:p>
          <a:p>
            <a:pPr lvl="1"/>
            <a:r>
              <a:rPr lang="en-US" dirty="0"/>
              <a:t>To purge the TAK Server database run the following: </a:t>
            </a:r>
          </a:p>
          <a:p>
            <a:pPr lvl="2"/>
            <a:r>
              <a:rPr lang="en-US" sz="19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sudo java -jar /opt/tak/</a:t>
            </a:r>
            <a:r>
              <a:rPr lang="en-US" sz="1900" b="1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db</a:t>
            </a:r>
            <a:r>
              <a:rPr lang="en-US" sz="19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-utils/SchemaManager.jar purge &amp;&amp; sudo java -jar /opt/tak/</a:t>
            </a:r>
            <a:r>
              <a:rPr lang="en-US" sz="1900" b="1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db</a:t>
            </a:r>
            <a:r>
              <a:rPr lang="en-US" sz="19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-utils/SchemaManager.jar upgrade</a:t>
            </a:r>
            <a:endParaRPr lang="en-US" sz="3000" b="1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r>
              <a:rPr lang="en-US" sz="30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To start the database:</a:t>
            </a:r>
          </a:p>
          <a:p>
            <a:pPr lvl="1"/>
            <a:r>
              <a:rPr lang="en-US" sz="2600" b="1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sudo /opt/tak/</a:t>
            </a:r>
            <a:r>
              <a:rPr lang="en-US" sz="2600" b="1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db</a:t>
            </a:r>
            <a:r>
              <a:rPr lang="en-US" sz="2600" b="1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-utils/SchemaManager.jar upgrade</a:t>
            </a:r>
          </a:p>
          <a:p>
            <a:pPr lvl="1"/>
            <a:r>
              <a:rPr lang="en-US" sz="26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You can run </a:t>
            </a:r>
            <a:r>
              <a:rPr lang="en-US" sz="2600" b="1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sudo /opt/tak/</a:t>
            </a:r>
            <a:r>
              <a:rPr lang="en-US" sz="2600" b="1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db</a:t>
            </a:r>
            <a:r>
              <a:rPr lang="en-US" sz="2600" b="1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-utils/SchemaManager.jar </a:t>
            </a:r>
            <a:r>
              <a:rPr lang="en-US" sz="26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to see the different commands it can do. </a:t>
            </a:r>
          </a:p>
          <a:p>
            <a:r>
              <a:rPr lang="en-US" sz="34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To manually archive the database: </a:t>
            </a:r>
          </a:p>
          <a:p>
            <a:pPr lvl="1"/>
            <a:r>
              <a:rPr lang="en-US" sz="2600" b="1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sudo /opt/tak/db-utils/archive-data.sh</a:t>
            </a:r>
          </a:p>
          <a:p>
            <a:pPr lvl="2"/>
            <a:r>
              <a:rPr lang="en-US" sz="22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Note: wherever you run this is where the archive file will be stored. </a:t>
            </a:r>
          </a:p>
          <a:p>
            <a:r>
              <a:rPr lang="en-US" sz="30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To manually restore a database:</a:t>
            </a:r>
          </a:p>
          <a:p>
            <a:pPr lvl="1"/>
            <a:r>
              <a:rPr lang="en-US" sz="2600" b="1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sudo /opt/tak/db-utils/restore-data.sh &lt;file&gt; </a:t>
            </a:r>
          </a:p>
          <a:p>
            <a:endParaRPr lang="en-US" sz="3000" b="1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05046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E0F577-3364-AF4F-6ADC-774482E02E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TAK Server – Mission Packages and Files Expiration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2297D7-77AE-0F87-2D9F-B69E6C4EC3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/>
          <a:lstStyle/>
          <a:p>
            <a:r>
              <a:rPr lang="en-US" dirty="0"/>
              <a:t>From the Mission Manager you are able to manipulate the files as needed. </a:t>
            </a:r>
          </a:p>
          <a:p>
            <a:r>
              <a:rPr lang="en-US" dirty="0"/>
              <a:t>To set an expiration date for a file go to the mission manager (Data </a:t>
            </a:r>
            <a:r>
              <a:rPr lang="en-US" dirty="0">
                <a:sym typeface="Wingdings" panose="05000000000000000000" pitchFamily="2" charset="2"/>
              </a:rPr>
              <a:t> Mission manager)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For mission packages and other files, you can set an expiration date by selecting the item then selecting “Edit”. </a:t>
            </a:r>
          </a:p>
          <a:p>
            <a:pPr lvl="2"/>
            <a:r>
              <a:rPr lang="en-US" dirty="0"/>
              <a:t>Inside the editing panel, under the “Expiration” tab, you are able to set the date and time for the file/data package to expire at.</a:t>
            </a:r>
          </a:p>
          <a:p>
            <a:pPr lvl="1"/>
            <a:r>
              <a:rPr lang="en-US" dirty="0"/>
              <a:t>If you wish to delete the entry immediately you can select the item, then select “Delete” option instead of editing. </a:t>
            </a:r>
          </a:p>
        </p:txBody>
      </p:sp>
    </p:spTree>
    <p:extLst>
      <p:ext uri="{BB962C8B-B14F-4D97-AF65-F5344CB8AC3E}">
        <p14:creationId xmlns:p14="http://schemas.microsoft.com/office/powerpoint/2010/main" val="26680622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488A5F-A66C-CA53-1C24-DDF9E44EED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TAK Server – Data Retention Tool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922434-8BAA-6C0E-CA7C-83B0C69BDB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8315"/>
            <a:ext cx="10515600" cy="5240216"/>
          </a:xfrm>
        </p:spPr>
        <p:txBody>
          <a:bodyPr/>
          <a:lstStyle/>
          <a:p>
            <a:r>
              <a:rPr lang="en-US" dirty="0"/>
              <a:t>Data Retention Policy: </a:t>
            </a:r>
          </a:p>
          <a:p>
            <a:pPr lvl="1"/>
            <a:r>
              <a:rPr lang="en-US" dirty="0"/>
              <a:t>The Data Retention Tool (Administrative 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 Data Retention) allows the user to specify the retention policy for the following data types: </a:t>
            </a:r>
          </a:p>
          <a:p>
            <a:pPr lvl="2"/>
            <a:r>
              <a:rPr lang="en-US" dirty="0" err="1"/>
              <a:t>CoT</a:t>
            </a:r>
            <a:r>
              <a:rPr lang="en-US" dirty="0"/>
              <a:t> (no-chat)</a:t>
            </a:r>
          </a:p>
          <a:p>
            <a:pPr lvl="2"/>
            <a:r>
              <a:rPr lang="en-US" dirty="0" err="1"/>
              <a:t>GeoChat</a:t>
            </a:r>
            <a:r>
              <a:rPr lang="en-US" dirty="0"/>
              <a:t> (chat </a:t>
            </a:r>
            <a:r>
              <a:rPr lang="en-US" dirty="0" err="1"/>
              <a:t>CoT</a:t>
            </a:r>
            <a:r>
              <a:rPr lang="en-US" dirty="0"/>
              <a:t> messages) </a:t>
            </a:r>
          </a:p>
          <a:p>
            <a:pPr lvl="2"/>
            <a:r>
              <a:rPr lang="en-US" dirty="0"/>
              <a:t>Missions (including mission structure, tracks and files)</a:t>
            </a:r>
          </a:p>
          <a:p>
            <a:pPr lvl="2"/>
            <a:r>
              <a:rPr lang="en-US" dirty="0"/>
              <a:t>Mission Packages</a:t>
            </a:r>
          </a:p>
          <a:p>
            <a:pPr lvl="2"/>
            <a:r>
              <a:rPr lang="en-US" dirty="0"/>
              <a:t>Files (all enterprise sync data that is not mission data) </a:t>
            </a:r>
          </a:p>
          <a:p>
            <a:pPr lvl="1"/>
            <a:r>
              <a:rPr lang="en-US" dirty="0"/>
              <a:t>Users have the option to defines a TTL (time-to-live) interval on data, where the data will expire after it exceeds the TTL. </a:t>
            </a:r>
          </a:p>
          <a:p>
            <a:pPr lvl="1"/>
            <a:r>
              <a:rPr lang="en-US" dirty="0"/>
              <a:t>The deletion of the data is handled by the Retention Service that executes periodically. </a:t>
            </a:r>
          </a:p>
          <a:p>
            <a:pPr lvl="2"/>
            <a:r>
              <a:rPr lang="en-US" dirty="0"/>
              <a:t>It can be set to a scheduled frequency but is set to never by default. </a:t>
            </a:r>
          </a:p>
        </p:txBody>
      </p:sp>
    </p:spTree>
    <p:extLst>
      <p:ext uri="{BB962C8B-B14F-4D97-AF65-F5344CB8AC3E}">
        <p14:creationId xmlns:p14="http://schemas.microsoft.com/office/powerpoint/2010/main" val="10509848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90816B-779C-947D-0219-38F56A0533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Updating the TAK Server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823162-C116-EE70-FBB4-E1D5AF3845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90" y="1451729"/>
            <a:ext cx="10515600" cy="4242061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Update the TAK Server:</a:t>
            </a:r>
          </a:p>
          <a:p>
            <a:pPr lvl="1"/>
            <a:r>
              <a:rPr lang="en-US" dirty="0"/>
              <a:t>Download the latest version of TAK Server to your local machine.</a:t>
            </a:r>
          </a:p>
          <a:p>
            <a:pPr lvl="2"/>
            <a:r>
              <a:rPr lang="en-US" dirty="0"/>
              <a:t>You can get the latest version from the following link: </a:t>
            </a:r>
            <a:r>
              <a:rPr lang="en-US" dirty="0">
                <a:hlinkClick r:id="rId4"/>
              </a:rPr>
              <a:t>https://tak.gov/products/tak-server</a:t>
            </a:r>
            <a:endParaRPr lang="en-US" dirty="0"/>
          </a:p>
          <a:p>
            <a:pPr lvl="1"/>
            <a:r>
              <a:rPr lang="en-US" dirty="0"/>
              <a:t>Transfer the file to your TAK Server machine:</a:t>
            </a:r>
          </a:p>
          <a:p>
            <a:pPr lvl="2"/>
            <a:r>
              <a:rPr lang="en-US" dirty="0"/>
              <a:t>Navigate to where the TAK Server install is on your local machine. </a:t>
            </a:r>
          </a:p>
          <a:p>
            <a:pPr lvl="2"/>
            <a:r>
              <a:rPr lang="en-US" dirty="0"/>
              <a:t>Open a terminal at that location.</a:t>
            </a:r>
          </a:p>
          <a:p>
            <a:pPr lvl="2"/>
            <a:r>
              <a:rPr lang="en-US" dirty="0"/>
              <a:t>Transfer the file:</a:t>
            </a:r>
          </a:p>
          <a:p>
            <a:pPr lvl="3"/>
            <a:r>
              <a:rPr lang="en-US" b="1" dirty="0" err="1"/>
              <a:t>scp</a:t>
            </a:r>
            <a:r>
              <a:rPr lang="en-US" b="1" dirty="0"/>
              <a:t> &lt;</a:t>
            </a:r>
            <a:r>
              <a:rPr lang="en-US" b="1" dirty="0" err="1"/>
              <a:t>TAKServer</a:t>
            </a:r>
            <a:r>
              <a:rPr lang="en-US" b="1" dirty="0"/>
              <a:t> File&gt; &lt;username&gt;@&lt;IP address&gt;:~/</a:t>
            </a:r>
          </a:p>
          <a:p>
            <a:pPr lvl="4"/>
            <a:r>
              <a:rPr lang="en-US" b="1" dirty="0"/>
              <a:t>Example: </a:t>
            </a:r>
            <a:r>
              <a:rPr lang="en-US" dirty="0" err="1"/>
              <a:t>scp</a:t>
            </a:r>
            <a:r>
              <a:rPr lang="en-US" dirty="0"/>
              <a:t> takserver-5.2-RELEASE16.noarch.rpm </a:t>
            </a:r>
            <a:r>
              <a:rPr lang="en-US"/>
              <a:t>&lt;username&gt;@&lt;IP&gt;:~/</a:t>
            </a:r>
            <a:endParaRPr lang="en-US" dirty="0"/>
          </a:p>
          <a:p>
            <a:pPr lvl="1"/>
            <a:r>
              <a:rPr lang="en-US" dirty="0"/>
              <a:t>On your TAK Server</a:t>
            </a:r>
          </a:p>
          <a:p>
            <a:pPr lvl="2"/>
            <a:r>
              <a:rPr lang="en-US" dirty="0"/>
              <a:t>Update the server </a:t>
            </a:r>
          </a:p>
          <a:p>
            <a:pPr lvl="3"/>
            <a:r>
              <a:rPr lang="en-US" b="1" dirty="0"/>
              <a:t>sudo </a:t>
            </a:r>
            <a:r>
              <a:rPr lang="en-US" b="1" dirty="0" err="1"/>
              <a:t>dnf</a:t>
            </a:r>
            <a:r>
              <a:rPr lang="en-US" b="1" dirty="0"/>
              <a:t> install takserver-5.2-RELEASE16.noarch.rpm </a:t>
            </a:r>
            <a:br>
              <a:rPr lang="en-US" b="1" dirty="0"/>
            </a:br>
            <a:r>
              <a:rPr lang="en-US" b="1" dirty="0"/>
              <a:t>--</a:t>
            </a:r>
            <a:r>
              <a:rPr lang="en-US" b="1" dirty="0" err="1"/>
              <a:t>setopt</a:t>
            </a:r>
            <a:r>
              <a:rPr lang="en-US" b="1" dirty="0"/>
              <a:t>=</a:t>
            </a:r>
            <a:r>
              <a:rPr lang="en-US" b="1" dirty="0" err="1"/>
              <a:t>clean_requirements_on_remove</a:t>
            </a:r>
            <a:r>
              <a:rPr lang="en-US" b="1" dirty="0"/>
              <a:t>=false -y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99063CD-BF49-38A6-0FAD-4A850B8C19E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65156" y="5123625"/>
            <a:ext cx="5026844" cy="1734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2990963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7A1288-B35E-3BEB-0236-96CD26334C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Updating the TAK Server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E3A61A-26F0-B3FA-B63A-D1A6FF2777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Reload the system manager:</a:t>
            </a:r>
          </a:p>
          <a:p>
            <a:pPr lvl="1"/>
            <a:r>
              <a:rPr lang="en-US" b="1" dirty="0"/>
              <a:t>sudo </a:t>
            </a:r>
            <a:r>
              <a:rPr lang="en-US" b="1" dirty="0" err="1"/>
              <a:t>systemctl</a:t>
            </a:r>
            <a:r>
              <a:rPr lang="en-US" b="1" dirty="0"/>
              <a:t> daemon-reload</a:t>
            </a:r>
          </a:p>
          <a:p>
            <a:r>
              <a:rPr lang="en-US" dirty="0"/>
              <a:t>Restart the TAK Server:</a:t>
            </a:r>
          </a:p>
          <a:p>
            <a:pPr lvl="1"/>
            <a:r>
              <a:rPr lang="en-US" b="1" dirty="0"/>
              <a:t>sudo </a:t>
            </a:r>
            <a:r>
              <a:rPr lang="en-US" b="1" dirty="0" err="1"/>
              <a:t>systemctl</a:t>
            </a:r>
            <a:r>
              <a:rPr lang="en-US" b="1" dirty="0"/>
              <a:t> restart </a:t>
            </a:r>
            <a:r>
              <a:rPr lang="en-US" b="1" dirty="0" err="1"/>
              <a:t>takserver</a:t>
            </a:r>
            <a:r>
              <a:rPr lang="en-US" b="1" dirty="0"/>
              <a:t> </a:t>
            </a:r>
          </a:p>
          <a:p>
            <a:r>
              <a:rPr lang="en-US" dirty="0"/>
              <a:t>Monitor the logs for errors:</a:t>
            </a:r>
          </a:p>
          <a:p>
            <a:pPr lvl="1"/>
            <a:r>
              <a:rPr lang="en-US" b="1" dirty="0"/>
              <a:t>sudo tail -f /opt/tak/logs/takserver-messaging.log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12D583D-674B-4DED-E81A-C59C9C6C78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66971" y="1206631"/>
            <a:ext cx="4933665" cy="2570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534041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3de9faa6-9fe1-49b3-9a08-227a296b54a6}" enabled="1" method="Privileged" siteId="{d5fe813e-0caa-432a-b2ac-d555aa91bd1c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281</TotalTime>
  <Words>775</Words>
  <PresentationFormat>Widescreen</PresentationFormat>
  <Paragraphs>64</Paragraphs>
  <Slides>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Aptos</vt:lpstr>
      <vt:lpstr>Aptos Display</vt:lpstr>
      <vt:lpstr>Arial</vt:lpstr>
      <vt:lpstr>Calibri</vt:lpstr>
      <vt:lpstr>Segoe UI</vt:lpstr>
      <vt:lpstr>Wingdings</vt:lpstr>
      <vt:lpstr>Office Theme</vt:lpstr>
      <vt:lpstr>TAK Server Management</vt:lpstr>
      <vt:lpstr>TAK Server – Logging</vt:lpstr>
      <vt:lpstr>TAK Server – Database Manipulation</vt:lpstr>
      <vt:lpstr>TAK Server – Mission Packages and Files Expiration </vt:lpstr>
      <vt:lpstr>TAK Server – Data Retention Tool</vt:lpstr>
      <vt:lpstr>Updating the TAK Server</vt:lpstr>
      <vt:lpstr>Updating the TAK Server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2024-08-05T16:14:57Z</dcterms:created>
  <dcterms:modified xsi:type="dcterms:W3CDTF">2025-04-14T18:38:40Z</dcterms:modified>
</cp:coreProperties>
</file>
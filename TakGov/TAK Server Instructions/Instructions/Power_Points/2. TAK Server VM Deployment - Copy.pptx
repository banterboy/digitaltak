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C_5E274142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  <p188:author id="{F8FCC031-81A3-B21B-57EB-22115A932BF2}" name="Randall Hunt" initials="RH" userId="S::Randall_Hunt@partech.com::4c55b6c8-20fa-4fc5-ad69-633eabcdc4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2B49FB22-18BD-480F-8B49-84243F389C42}"/>
    <pc:docChg chg="undo custSel delSld modSld">
      <pc:chgData name="Hunt, Randall [USA]" userId="89bfa2a9-2144-4bd6-ba22-d79ad510780c" providerId="ADAL" clId="{2B49FB22-18BD-480F-8B49-84243F389C42}" dt="2025-04-11T15:30:58.321" v="21" actId="47"/>
      <pc:docMkLst>
        <pc:docMk/>
      </pc:docMkLst>
      <pc:sldChg chg="modSp mod">
        <pc:chgData name="Hunt, Randall [USA]" userId="89bfa2a9-2144-4bd6-ba22-d79ad510780c" providerId="ADAL" clId="{2B49FB22-18BD-480F-8B49-84243F389C42}" dt="2025-04-11T15:29:59.074" v="10" actId="20577"/>
        <pc:sldMkLst>
          <pc:docMk/>
          <pc:sldMk cId="572146097" sldId="264"/>
        </pc:sldMkLst>
        <pc:spChg chg="mod">
          <ac:chgData name="Hunt, Randall [USA]" userId="89bfa2a9-2144-4bd6-ba22-d79ad510780c" providerId="ADAL" clId="{2B49FB22-18BD-480F-8B49-84243F389C42}" dt="2025-04-11T15:29:59.074" v="10" actId="20577"/>
          <ac:spMkLst>
            <pc:docMk/>
            <pc:sldMk cId="572146097" sldId="264"/>
            <ac:spMk id="2" creationId="{AC705297-A9E5-4B57-E686-09D2AA434EE6}"/>
          </ac:spMkLst>
        </pc:spChg>
      </pc:sldChg>
      <pc:sldChg chg="modSp mod">
        <pc:chgData name="Hunt, Randall [USA]" userId="89bfa2a9-2144-4bd6-ba22-d79ad510780c" providerId="ADAL" clId="{2B49FB22-18BD-480F-8B49-84243F389C42}" dt="2025-04-11T15:30:01.683" v="12" actId="20577"/>
        <pc:sldMkLst>
          <pc:docMk/>
          <pc:sldMk cId="1294682645" sldId="265"/>
        </pc:sldMkLst>
        <pc:spChg chg="mod">
          <ac:chgData name="Hunt, Randall [USA]" userId="89bfa2a9-2144-4bd6-ba22-d79ad510780c" providerId="ADAL" clId="{2B49FB22-18BD-480F-8B49-84243F389C42}" dt="2025-04-11T15:30:01.683" v="12" actId="20577"/>
          <ac:spMkLst>
            <pc:docMk/>
            <pc:sldMk cId="1294682645" sldId="265"/>
            <ac:spMk id="2" creationId="{BFE0D6E6-969C-98A1-F719-59E489E29702}"/>
          </ac:spMkLst>
        </pc:spChg>
        <pc:spChg chg="mod">
          <ac:chgData name="Hunt, Randall [USA]" userId="89bfa2a9-2144-4bd6-ba22-d79ad510780c" providerId="ADAL" clId="{2B49FB22-18BD-480F-8B49-84243F389C42}" dt="2025-04-04T13:59:48.985" v="0" actId="33524"/>
          <ac:spMkLst>
            <pc:docMk/>
            <pc:sldMk cId="1294682645" sldId="265"/>
            <ac:spMk id="3" creationId="{8706950A-8DEF-6520-68A9-29BE4E901B39}"/>
          </ac:spMkLst>
        </pc:spChg>
      </pc:sldChg>
      <pc:sldChg chg="modSp mod">
        <pc:chgData name="Hunt, Randall [USA]" userId="89bfa2a9-2144-4bd6-ba22-d79ad510780c" providerId="ADAL" clId="{2B49FB22-18BD-480F-8B49-84243F389C42}" dt="2025-04-11T15:30:03.409" v="14" actId="20577"/>
        <pc:sldMkLst>
          <pc:docMk/>
          <pc:sldMk cId="1343833703" sldId="266"/>
        </pc:sldMkLst>
        <pc:spChg chg="mod">
          <ac:chgData name="Hunt, Randall [USA]" userId="89bfa2a9-2144-4bd6-ba22-d79ad510780c" providerId="ADAL" clId="{2B49FB22-18BD-480F-8B49-84243F389C42}" dt="2025-04-11T15:30:03.409" v="14" actId="20577"/>
          <ac:spMkLst>
            <pc:docMk/>
            <pc:sldMk cId="1343833703" sldId="266"/>
            <ac:spMk id="2" creationId="{E77E8E00-A678-F666-CE11-1796951409EE}"/>
          </ac:spMkLst>
        </pc:spChg>
      </pc:sldChg>
      <pc:sldChg chg="modSp mod">
        <pc:chgData name="Hunt, Randall [USA]" userId="89bfa2a9-2144-4bd6-ba22-d79ad510780c" providerId="ADAL" clId="{2B49FB22-18BD-480F-8B49-84243F389C42}" dt="2025-04-11T15:30:05.108" v="16" actId="20577"/>
        <pc:sldMkLst>
          <pc:docMk/>
          <pc:sldMk cId="2078445981" sldId="267"/>
        </pc:sldMkLst>
        <pc:spChg chg="mod">
          <ac:chgData name="Hunt, Randall [USA]" userId="89bfa2a9-2144-4bd6-ba22-d79ad510780c" providerId="ADAL" clId="{2B49FB22-18BD-480F-8B49-84243F389C42}" dt="2025-04-11T15:30:05.108" v="16" actId="20577"/>
          <ac:spMkLst>
            <pc:docMk/>
            <pc:sldMk cId="2078445981" sldId="267"/>
            <ac:spMk id="2" creationId="{062D7D4C-8F5C-5B24-BE74-ECA5F731EC82}"/>
          </ac:spMkLst>
        </pc:spChg>
      </pc:sldChg>
      <pc:sldChg chg="modSp mod">
        <pc:chgData name="Hunt, Randall [USA]" userId="89bfa2a9-2144-4bd6-ba22-d79ad510780c" providerId="ADAL" clId="{2B49FB22-18BD-480F-8B49-84243F389C42}" dt="2025-04-11T15:30:11.398" v="18" actId="20577"/>
        <pc:sldMkLst>
          <pc:docMk/>
          <pc:sldMk cId="1579630914" sldId="268"/>
        </pc:sldMkLst>
        <pc:spChg chg="mod">
          <ac:chgData name="Hunt, Randall [USA]" userId="89bfa2a9-2144-4bd6-ba22-d79ad510780c" providerId="ADAL" clId="{2B49FB22-18BD-480F-8B49-84243F389C42}" dt="2025-04-11T15:30:11.398" v="18" actId="20577"/>
          <ac:spMkLst>
            <pc:docMk/>
            <pc:sldMk cId="1579630914" sldId="268"/>
            <ac:spMk id="2" creationId="{15EED057-470A-E7DD-2BC6-44E30DF9C6EC}"/>
          </ac:spMkLst>
        </pc:spChg>
        <pc:spChg chg="mod">
          <ac:chgData name="Hunt, Randall [USA]" userId="89bfa2a9-2144-4bd6-ba22-d79ad510780c" providerId="ADAL" clId="{2B49FB22-18BD-480F-8B49-84243F389C42}" dt="2025-04-04T13:59:59.773" v="1" actId="33524"/>
          <ac:spMkLst>
            <pc:docMk/>
            <pc:sldMk cId="1579630914" sldId="268"/>
            <ac:spMk id="3" creationId="{283CD246-F3CD-A221-40CA-B23EBB73205D}"/>
          </ac:spMkLst>
        </pc:spChg>
      </pc:sldChg>
      <pc:sldChg chg="modSp mod">
        <pc:chgData name="Hunt, Randall [USA]" userId="89bfa2a9-2144-4bd6-ba22-d79ad510780c" providerId="ADAL" clId="{2B49FB22-18BD-480F-8B49-84243F389C42}" dt="2025-04-11T15:30:14.959" v="20" actId="20577"/>
        <pc:sldMkLst>
          <pc:docMk/>
          <pc:sldMk cId="1977756256" sldId="269"/>
        </pc:sldMkLst>
        <pc:spChg chg="mod">
          <ac:chgData name="Hunt, Randall [USA]" userId="89bfa2a9-2144-4bd6-ba22-d79ad510780c" providerId="ADAL" clId="{2B49FB22-18BD-480F-8B49-84243F389C42}" dt="2025-04-11T15:30:14.959" v="20" actId="20577"/>
          <ac:spMkLst>
            <pc:docMk/>
            <pc:sldMk cId="1977756256" sldId="269"/>
            <ac:spMk id="2" creationId="{CF3ABD0D-989D-A2B1-DC9A-09D54493D2F8}"/>
          </ac:spMkLst>
        </pc:spChg>
      </pc:sldChg>
      <pc:sldChg chg="modSp mod">
        <pc:chgData name="Hunt, Randall [USA]" userId="89bfa2a9-2144-4bd6-ba22-d79ad510780c" providerId="ADAL" clId="{2B49FB22-18BD-480F-8B49-84243F389C42}" dt="2025-04-04T14:00:07.550" v="2" actId="113"/>
        <pc:sldMkLst>
          <pc:docMk/>
          <pc:sldMk cId="848875432" sldId="270"/>
        </pc:sldMkLst>
        <pc:spChg chg="mod">
          <ac:chgData name="Hunt, Randall [USA]" userId="89bfa2a9-2144-4bd6-ba22-d79ad510780c" providerId="ADAL" clId="{2B49FB22-18BD-480F-8B49-84243F389C42}" dt="2025-04-04T14:00:07.550" v="2" actId="113"/>
          <ac:spMkLst>
            <pc:docMk/>
            <pc:sldMk cId="848875432" sldId="270"/>
            <ac:spMk id="3" creationId="{54948BC0-8BEF-4365-2B6E-CCBC4716FB0C}"/>
          </ac:spMkLst>
        </pc:spChg>
      </pc:sldChg>
      <pc:sldChg chg="modSp mod">
        <pc:chgData name="Hunt, Randall [USA]" userId="89bfa2a9-2144-4bd6-ba22-d79ad510780c" providerId="ADAL" clId="{2B49FB22-18BD-480F-8B49-84243F389C42}" dt="2025-04-11T15:25:19.592" v="8" actId="5793"/>
        <pc:sldMkLst>
          <pc:docMk/>
          <pc:sldMk cId="2541016542" sldId="271"/>
        </pc:sldMkLst>
        <pc:spChg chg="mod">
          <ac:chgData name="Hunt, Randall [USA]" userId="89bfa2a9-2144-4bd6-ba22-d79ad510780c" providerId="ADAL" clId="{2B49FB22-18BD-480F-8B49-84243F389C42}" dt="2025-04-11T15:25:19.592" v="8" actId="5793"/>
          <ac:spMkLst>
            <pc:docMk/>
            <pc:sldMk cId="2541016542" sldId="271"/>
            <ac:spMk id="3" creationId="{22B82C47-2F4C-8BD5-8D03-1EA9A5A90228}"/>
          </ac:spMkLst>
        </pc:spChg>
      </pc:sldChg>
      <pc:sldChg chg="modSp del mod">
        <pc:chgData name="Hunt, Randall [USA]" userId="89bfa2a9-2144-4bd6-ba22-d79ad510780c" providerId="ADAL" clId="{2B49FB22-18BD-480F-8B49-84243F389C42}" dt="2025-04-11T15:30:58.321" v="21" actId="47"/>
        <pc:sldMkLst>
          <pc:docMk/>
          <pc:sldMk cId="1154723544" sldId="272"/>
        </pc:sldMkLst>
        <pc:spChg chg="mod">
          <ac:chgData name="Hunt, Randall [USA]" userId="89bfa2a9-2144-4bd6-ba22-d79ad510780c" providerId="ADAL" clId="{2B49FB22-18BD-480F-8B49-84243F389C42}" dt="2025-04-04T14:00:12.410" v="3" actId="113"/>
          <ac:spMkLst>
            <pc:docMk/>
            <pc:sldMk cId="1154723544" sldId="272"/>
            <ac:spMk id="3" creationId="{C812F26E-9A56-1F56-E50B-16FBE0CFCF96}"/>
          </ac:spMkLst>
        </pc:spChg>
      </pc:sldChg>
      <pc:sldChg chg="modSp mod">
        <pc:chgData name="Hunt, Randall [USA]" userId="89bfa2a9-2144-4bd6-ba22-d79ad510780c" providerId="ADAL" clId="{2B49FB22-18BD-480F-8B49-84243F389C42}" dt="2025-04-04T14:00:26.828" v="5" actId="33524"/>
        <pc:sldMkLst>
          <pc:docMk/>
          <pc:sldMk cId="2077475374" sldId="273"/>
        </pc:sldMkLst>
        <pc:spChg chg="mod">
          <ac:chgData name="Hunt, Randall [USA]" userId="89bfa2a9-2144-4bd6-ba22-d79ad510780c" providerId="ADAL" clId="{2B49FB22-18BD-480F-8B49-84243F389C42}" dt="2025-04-04T14:00:26.828" v="5" actId="33524"/>
          <ac:spMkLst>
            <pc:docMk/>
            <pc:sldMk cId="2077475374" sldId="273"/>
            <ac:spMk id="3" creationId="{D34D23D3-87FB-630B-E5C2-2D38220A6CAC}"/>
          </ac:spMkLst>
        </pc:spChg>
      </pc:sldChg>
    </pc:docChg>
  </pc:docChgLst>
  <pc:docChgLst>
    <pc:chgData name="Randall Hunt" userId="4c55b6c8-20fa-4fc5-ad69-633eabcdc40e" providerId="ADAL" clId="{272D6B96-F97B-4A90-B936-4DBE6BAC4460}"/>
    <pc:docChg chg="undo custSel addSld modSld">
      <pc:chgData name="Randall Hunt" userId="4c55b6c8-20fa-4fc5-ad69-633eabcdc40e" providerId="ADAL" clId="{272D6B96-F97B-4A90-B936-4DBE6BAC4460}" dt="2024-08-11T17:19:35.202" v="10956" actId="20577"/>
      <pc:docMkLst>
        <pc:docMk/>
      </pc:docMkLst>
      <pc:sldChg chg="modSp mod">
        <pc:chgData name="Randall Hunt" userId="4c55b6c8-20fa-4fc5-ad69-633eabcdc40e" providerId="ADAL" clId="{272D6B96-F97B-4A90-B936-4DBE6BAC4460}" dt="2024-07-31T12:48:41.256" v="90" actId="20577"/>
        <pc:sldMkLst>
          <pc:docMk/>
          <pc:sldMk cId="2126435777" sldId="256"/>
        </pc:sldMkLst>
        <pc:spChg chg="mod">
          <ac:chgData name="Randall Hunt" userId="4c55b6c8-20fa-4fc5-ad69-633eabcdc40e" providerId="ADAL" clId="{272D6B96-F97B-4A90-B936-4DBE6BAC4460}" dt="2024-07-31T12:48:41.256" v="90" actId="20577"/>
          <ac:spMkLst>
            <pc:docMk/>
            <pc:sldMk cId="2126435777" sldId="256"/>
            <ac:spMk id="2" creationId="{AF39E6B9-45F1-11AE-159D-BF8EBB980BE9}"/>
          </ac:spMkLst>
        </pc:spChg>
      </pc:sldChg>
      <pc:sldChg chg="modSp new mod addCm modCm">
        <pc:chgData name="Randall Hunt" userId="4c55b6c8-20fa-4fc5-ad69-633eabcdc40e" providerId="ADAL" clId="{272D6B96-F97B-4A90-B936-4DBE6BAC4460}" dt="2024-07-31T12:54:08.043" v="522" actId="20577"/>
        <pc:sldMkLst>
          <pc:docMk/>
          <pc:sldMk cId="849954682" sldId="257"/>
        </pc:sldMkLst>
        <pc:spChg chg="mod">
          <ac:chgData name="Randall Hunt" userId="4c55b6c8-20fa-4fc5-ad69-633eabcdc40e" providerId="ADAL" clId="{272D6B96-F97B-4A90-B936-4DBE6BAC4460}" dt="2024-07-31T12:54:08.043" v="522" actId="20577"/>
          <ac:spMkLst>
            <pc:docMk/>
            <pc:sldMk cId="849954682" sldId="257"/>
            <ac:spMk id="2" creationId="{B2334DE2-EBF0-5FD2-099C-7291EED8968F}"/>
          </ac:spMkLst>
        </pc:spChg>
        <pc:spChg chg="mod">
          <ac:chgData name="Randall Hunt" userId="4c55b6c8-20fa-4fc5-ad69-633eabcdc40e" providerId="ADAL" clId="{272D6B96-F97B-4A90-B936-4DBE6BAC4460}" dt="2024-07-31T12:53:42.569" v="504" actId="20577"/>
          <ac:spMkLst>
            <pc:docMk/>
            <pc:sldMk cId="849954682" sldId="257"/>
            <ac:spMk id="3" creationId="{030AAF2C-072D-37B0-A523-2D3215D413A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Randall Hunt" userId="4c55b6c8-20fa-4fc5-ad69-633eabcdc40e" providerId="ADAL" clId="{272D6B96-F97B-4A90-B936-4DBE6BAC4460}" dt="2024-07-31T12:53:42.569" v="504" actId="20577"/>
              <pc2:cmMkLst xmlns:pc2="http://schemas.microsoft.com/office/powerpoint/2019/9/main/command">
                <pc:docMk/>
                <pc:sldMk cId="849954682" sldId="257"/>
                <pc2:cmMk id="{47A50F70-2B3D-455D-A49E-59672E821286}"/>
              </pc2:cmMkLst>
            </pc226:cmChg>
          </p:ext>
        </pc:extLst>
      </pc:sldChg>
      <pc:sldChg chg="addSp modSp new mod">
        <pc:chgData name="Randall Hunt" userId="4c55b6c8-20fa-4fc5-ad69-633eabcdc40e" providerId="ADAL" clId="{272D6B96-F97B-4A90-B936-4DBE6BAC4460}" dt="2024-07-31T13:04:50.719" v="959" actId="1076"/>
        <pc:sldMkLst>
          <pc:docMk/>
          <pc:sldMk cId="3204074765" sldId="258"/>
        </pc:sldMkLst>
        <pc:spChg chg="mod">
          <ac:chgData name="Randall Hunt" userId="4c55b6c8-20fa-4fc5-ad69-633eabcdc40e" providerId="ADAL" clId="{272D6B96-F97B-4A90-B936-4DBE6BAC4460}" dt="2024-07-31T12:54:24.842" v="553" actId="20577"/>
          <ac:spMkLst>
            <pc:docMk/>
            <pc:sldMk cId="3204074765" sldId="258"/>
            <ac:spMk id="2" creationId="{E84CD59D-7A4F-7103-4173-13A8A7DB4A39}"/>
          </ac:spMkLst>
        </pc:spChg>
        <pc:spChg chg="mod">
          <ac:chgData name="Randall Hunt" userId="4c55b6c8-20fa-4fc5-ad69-633eabcdc40e" providerId="ADAL" clId="{272D6B96-F97B-4A90-B936-4DBE6BAC4460}" dt="2024-07-31T13:04:46.104" v="957" actId="14100"/>
          <ac:spMkLst>
            <pc:docMk/>
            <pc:sldMk cId="3204074765" sldId="258"/>
            <ac:spMk id="3" creationId="{F1C098FC-E49E-BE1E-BE28-456D6EE121F6}"/>
          </ac:spMkLst>
        </pc:spChg>
        <pc:picChg chg="add mod">
          <ac:chgData name="Randall Hunt" userId="4c55b6c8-20fa-4fc5-ad69-633eabcdc40e" providerId="ADAL" clId="{272D6B96-F97B-4A90-B936-4DBE6BAC4460}" dt="2024-07-31T13:04:50.719" v="959" actId="1076"/>
          <ac:picMkLst>
            <pc:docMk/>
            <pc:sldMk cId="3204074765" sldId="258"/>
            <ac:picMk id="5" creationId="{F7761881-9B23-6577-B362-8583C5ED24F7}"/>
          </ac:picMkLst>
        </pc:picChg>
      </pc:sldChg>
      <pc:sldChg chg="addSp modSp new mod">
        <pc:chgData name="Randall Hunt" userId="4c55b6c8-20fa-4fc5-ad69-633eabcdc40e" providerId="ADAL" clId="{272D6B96-F97B-4A90-B936-4DBE6BAC4460}" dt="2024-07-31T20:14:51.727" v="10297" actId="20577"/>
        <pc:sldMkLst>
          <pc:docMk/>
          <pc:sldMk cId="3503624570" sldId="259"/>
        </pc:sldMkLst>
        <pc:spChg chg="mod">
          <ac:chgData name="Randall Hunt" userId="4c55b6c8-20fa-4fc5-ad69-633eabcdc40e" providerId="ADAL" clId="{272D6B96-F97B-4A90-B936-4DBE6BAC4460}" dt="2024-07-31T13:06:28.677" v="1006" actId="20577"/>
          <ac:spMkLst>
            <pc:docMk/>
            <pc:sldMk cId="3503624570" sldId="259"/>
            <ac:spMk id="2" creationId="{70B04EDC-C0E6-B2E8-8164-1D7B2935C79C}"/>
          </ac:spMkLst>
        </pc:spChg>
        <pc:spChg chg="mod">
          <ac:chgData name="Randall Hunt" userId="4c55b6c8-20fa-4fc5-ad69-633eabcdc40e" providerId="ADAL" clId="{272D6B96-F97B-4A90-B936-4DBE6BAC4460}" dt="2024-07-31T20:14:51.727" v="10297" actId="20577"/>
          <ac:spMkLst>
            <pc:docMk/>
            <pc:sldMk cId="3503624570" sldId="259"/>
            <ac:spMk id="3" creationId="{9E81CAAC-D2FA-406F-D6E7-825F157704F0}"/>
          </ac:spMkLst>
        </pc:spChg>
        <pc:picChg chg="add mod">
          <ac:chgData name="Randall Hunt" userId="4c55b6c8-20fa-4fc5-ad69-633eabcdc40e" providerId="ADAL" clId="{272D6B96-F97B-4A90-B936-4DBE6BAC4460}" dt="2024-07-31T13:10:49.638" v="1369" actId="1076"/>
          <ac:picMkLst>
            <pc:docMk/>
            <pc:sldMk cId="3503624570" sldId="259"/>
            <ac:picMk id="5" creationId="{8394051B-B467-3D2C-6E1A-F9776F434E06}"/>
          </ac:picMkLst>
        </pc:picChg>
      </pc:sldChg>
      <pc:sldChg chg="addSp modSp new mod">
        <pc:chgData name="Randall Hunt" userId="4c55b6c8-20fa-4fc5-ad69-633eabcdc40e" providerId="ADAL" clId="{272D6B96-F97B-4A90-B936-4DBE6BAC4460}" dt="2024-08-02T18:21:13.376" v="10302" actId="20577"/>
        <pc:sldMkLst>
          <pc:docMk/>
          <pc:sldMk cId="1731775862" sldId="260"/>
        </pc:sldMkLst>
        <pc:spChg chg="mod">
          <ac:chgData name="Randall Hunt" userId="4c55b6c8-20fa-4fc5-ad69-633eabcdc40e" providerId="ADAL" clId="{272D6B96-F97B-4A90-B936-4DBE6BAC4460}" dt="2024-07-31T13:11:40.533" v="1456" actId="20577"/>
          <ac:spMkLst>
            <pc:docMk/>
            <pc:sldMk cId="1731775862" sldId="260"/>
            <ac:spMk id="2" creationId="{E2AF296A-0FE6-6C86-1407-F625122D0C77}"/>
          </ac:spMkLst>
        </pc:spChg>
        <pc:spChg chg="mod">
          <ac:chgData name="Randall Hunt" userId="4c55b6c8-20fa-4fc5-ad69-633eabcdc40e" providerId="ADAL" clId="{272D6B96-F97B-4A90-B936-4DBE6BAC4460}" dt="2024-08-02T18:21:13.376" v="10302" actId="20577"/>
          <ac:spMkLst>
            <pc:docMk/>
            <pc:sldMk cId="1731775862" sldId="260"/>
            <ac:spMk id="3" creationId="{008EF68B-5063-DA2D-5F1B-2B930D80DC61}"/>
          </ac:spMkLst>
        </pc:spChg>
        <pc:picChg chg="add mod">
          <ac:chgData name="Randall Hunt" userId="4c55b6c8-20fa-4fc5-ad69-633eabcdc40e" providerId="ADAL" clId="{272D6B96-F97B-4A90-B936-4DBE6BAC4460}" dt="2024-07-31T13:17:48.311" v="1769" actId="1076"/>
          <ac:picMkLst>
            <pc:docMk/>
            <pc:sldMk cId="1731775862" sldId="260"/>
            <ac:picMk id="5" creationId="{79B7CF5A-3BE4-D60D-68F9-7569A99BED8D}"/>
          </ac:picMkLst>
        </pc:picChg>
      </pc:sldChg>
      <pc:sldChg chg="addSp modSp new mod">
        <pc:chgData name="Randall Hunt" userId="4c55b6c8-20fa-4fc5-ad69-633eabcdc40e" providerId="ADAL" clId="{272D6B96-F97B-4A90-B936-4DBE6BAC4460}" dt="2024-08-02T18:21:30.848" v="10304" actId="1076"/>
        <pc:sldMkLst>
          <pc:docMk/>
          <pc:sldMk cId="402449178" sldId="261"/>
        </pc:sldMkLst>
        <pc:spChg chg="mod">
          <ac:chgData name="Randall Hunt" userId="4c55b6c8-20fa-4fc5-ad69-633eabcdc40e" providerId="ADAL" clId="{272D6B96-F97B-4A90-B936-4DBE6BAC4460}" dt="2024-07-31T13:18:36.577" v="1870" actId="20577"/>
          <ac:spMkLst>
            <pc:docMk/>
            <pc:sldMk cId="402449178" sldId="261"/>
            <ac:spMk id="2" creationId="{B89E1033-FC97-F809-F6AA-20FDFCF477A4}"/>
          </ac:spMkLst>
        </pc:spChg>
        <pc:spChg chg="mod">
          <ac:chgData name="Randall Hunt" userId="4c55b6c8-20fa-4fc5-ad69-633eabcdc40e" providerId="ADAL" clId="{272D6B96-F97B-4A90-B936-4DBE6BAC4460}" dt="2024-07-31T13:19:11.723" v="2015" actId="20577"/>
          <ac:spMkLst>
            <pc:docMk/>
            <pc:sldMk cId="402449178" sldId="261"/>
            <ac:spMk id="3" creationId="{7AE1BB60-8F33-22D9-75EB-2E64C831F1AC}"/>
          </ac:spMkLst>
        </pc:spChg>
        <pc:picChg chg="add mod">
          <ac:chgData name="Randall Hunt" userId="4c55b6c8-20fa-4fc5-ad69-633eabcdc40e" providerId="ADAL" clId="{272D6B96-F97B-4A90-B936-4DBE6BAC4460}" dt="2024-08-02T18:21:30.848" v="10304" actId="1076"/>
          <ac:picMkLst>
            <pc:docMk/>
            <pc:sldMk cId="402449178" sldId="261"/>
            <ac:picMk id="5" creationId="{A190165D-D056-EB2F-AB85-C8507FFE418D}"/>
          </ac:picMkLst>
        </pc:picChg>
      </pc:sldChg>
      <pc:sldChg chg="modSp new mod">
        <pc:chgData name="Randall Hunt" userId="4c55b6c8-20fa-4fc5-ad69-633eabcdc40e" providerId="ADAL" clId="{272D6B96-F97B-4A90-B936-4DBE6BAC4460}" dt="2024-07-31T13:21:38.871" v="2383" actId="20577"/>
        <pc:sldMkLst>
          <pc:docMk/>
          <pc:sldMk cId="2686996665" sldId="262"/>
        </pc:sldMkLst>
        <pc:spChg chg="mod">
          <ac:chgData name="Randall Hunt" userId="4c55b6c8-20fa-4fc5-ad69-633eabcdc40e" providerId="ADAL" clId="{272D6B96-F97B-4A90-B936-4DBE6BAC4460}" dt="2024-07-31T13:19:57.453" v="2049" actId="20577"/>
          <ac:spMkLst>
            <pc:docMk/>
            <pc:sldMk cId="2686996665" sldId="262"/>
            <ac:spMk id="2" creationId="{B8879D3A-0232-9F8B-6CFD-7C032DAD3B97}"/>
          </ac:spMkLst>
        </pc:spChg>
        <pc:spChg chg="mod">
          <ac:chgData name="Randall Hunt" userId="4c55b6c8-20fa-4fc5-ad69-633eabcdc40e" providerId="ADAL" clId="{272D6B96-F97B-4A90-B936-4DBE6BAC4460}" dt="2024-07-31T13:21:38.871" v="2383" actId="20577"/>
          <ac:spMkLst>
            <pc:docMk/>
            <pc:sldMk cId="2686996665" sldId="262"/>
            <ac:spMk id="3" creationId="{8DC97FF2-7B98-B0FB-6E75-388B73E50A62}"/>
          </ac:spMkLst>
        </pc:spChg>
      </pc:sldChg>
      <pc:sldChg chg="modSp new mod">
        <pc:chgData name="Randall Hunt" userId="4c55b6c8-20fa-4fc5-ad69-633eabcdc40e" providerId="ADAL" clId="{272D6B96-F97B-4A90-B936-4DBE6BAC4460}" dt="2024-07-31T13:25:49.906" v="2830" actId="20577"/>
        <pc:sldMkLst>
          <pc:docMk/>
          <pc:sldMk cId="2740623091" sldId="263"/>
        </pc:sldMkLst>
        <pc:spChg chg="mod">
          <ac:chgData name="Randall Hunt" userId="4c55b6c8-20fa-4fc5-ad69-633eabcdc40e" providerId="ADAL" clId="{272D6B96-F97B-4A90-B936-4DBE6BAC4460}" dt="2024-07-31T13:22:26.850" v="2420" actId="20577"/>
          <ac:spMkLst>
            <pc:docMk/>
            <pc:sldMk cId="2740623091" sldId="263"/>
            <ac:spMk id="2" creationId="{0C2A63A2-BF65-1891-2CCB-87BBD9D050B1}"/>
          </ac:spMkLst>
        </pc:spChg>
        <pc:spChg chg="mod">
          <ac:chgData name="Randall Hunt" userId="4c55b6c8-20fa-4fc5-ad69-633eabcdc40e" providerId="ADAL" clId="{272D6B96-F97B-4A90-B936-4DBE6BAC4460}" dt="2024-07-31T13:25:49.906" v="2830" actId="20577"/>
          <ac:spMkLst>
            <pc:docMk/>
            <pc:sldMk cId="2740623091" sldId="263"/>
            <ac:spMk id="3" creationId="{98FB5A23-FA1F-23DA-05D4-64C13392D492}"/>
          </ac:spMkLst>
        </pc:spChg>
      </pc:sldChg>
      <pc:sldChg chg="modSp new mod">
        <pc:chgData name="Randall Hunt" userId="4c55b6c8-20fa-4fc5-ad69-633eabcdc40e" providerId="ADAL" clId="{272D6B96-F97B-4A90-B936-4DBE6BAC4460}" dt="2024-07-31T13:27:04.561" v="3020" actId="14"/>
        <pc:sldMkLst>
          <pc:docMk/>
          <pc:sldMk cId="572146097" sldId="264"/>
        </pc:sldMkLst>
        <pc:spChg chg="mod">
          <ac:chgData name="Randall Hunt" userId="4c55b6c8-20fa-4fc5-ad69-633eabcdc40e" providerId="ADAL" clId="{272D6B96-F97B-4A90-B936-4DBE6BAC4460}" dt="2024-07-31T13:26:03.573" v="2861" actId="20577"/>
          <ac:spMkLst>
            <pc:docMk/>
            <pc:sldMk cId="572146097" sldId="264"/>
            <ac:spMk id="2" creationId="{AC705297-A9E5-4B57-E686-09D2AA434EE6}"/>
          </ac:spMkLst>
        </pc:spChg>
        <pc:spChg chg="mod">
          <ac:chgData name="Randall Hunt" userId="4c55b6c8-20fa-4fc5-ad69-633eabcdc40e" providerId="ADAL" clId="{272D6B96-F97B-4A90-B936-4DBE6BAC4460}" dt="2024-07-31T13:27:04.561" v="3020" actId="14"/>
          <ac:spMkLst>
            <pc:docMk/>
            <pc:sldMk cId="572146097" sldId="264"/>
            <ac:spMk id="3" creationId="{8CE18B78-0019-75B3-29E0-FF4D7922BDC6}"/>
          </ac:spMkLst>
        </pc:spChg>
      </pc:sldChg>
      <pc:sldChg chg="addSp delSp modSp new mod">
        <pc:chgData name="Randall Hunt" userId="4c55b6c8-20fa-4fc5-ad69-633eabcdc40e" providerId="ADAL" clId="{272D6B96-F97B-4A90-B936-4DBE6BAC4460}" dt="2024-07-31T15:33:02.542" v="10295" actId="20577"/>
        <pc:sldMkLst>
          <pc:docMk/>
          <pc:sldMk cId="1294682645" sldId="265"/>
        </pc:sldMkLst>
        <pc:spChg chg="mod">
          <ac:chgData name="Randall Hunt" userId="4c55b6c8-20fa-4fc5-ad69-633eabcdc40e" providerId="ADAL" clId="{272D6B96-F97B-4A90-B936-4DBE6BAC4460}" dt="2024-07-31T13:28:04.699" v="3084" actId="20577"/>
          <ac:spMkLst>
            <pc:docMk/>
            <pc:sldMk cId="1294682645" sldId="265"/>
            <ac:spMk id="2" creationId="{BFE0D6E6-969C-98A1-F719-59E489E29702}"/>
          </ac:spMkLst>
        </pc:spChg>
        <pc:spChg chg="mod">
          <ac:chgData name="Randall Hunt" userId="4c55b6c8-20fa-4fc5-ad69-633eabcdc40e" providerId="ADAL" clId="{272D6B96-F97B-4A90-B936-4DBE6BAC4460}" dt="2024-07-31T15:33:02.542" v="10295" actId="20577"/>
          <ac:spMkLst>
            <pc:docMk/>
            <pc:sldMk cId="1294682645" sldId="265"/>
            <ac:spMk id="3" creationId="{8706950A-8DEF-6520-68A9-29BE4E901B39}"/>
          </ac:spMkLst>
        </pc:spChg>
        <pc:picChg chg="add del mod">
          <ac:chgData name="Randall Hunt" userId="4c55b6c8-20fa-4fc5-ad69-633eabcdc40e" providerId="ADAL" clId="{272D6B96-F97B-4A90-B936-4DBE6BAC4460}" dt="2024-07-31T13:32:04.522" v="3709" actId="478"/>
          <ac:picMkLst>
            <pc:docMk/>
            <pc:sldMk cId="1294682645" sldId="265"/>
            <ac:picMk id="5" creationId="{E0B50DA6-D738-E1E5-8685-1E69F7C1D4D0}"/>
          </ac:picMkLst>
        </pc:picChg>
        <pc:picChg chg="add mod">
          <ac:chgData name="Randall Hunt" userId="4c55b6c8-20fa-4fc5-ad69-633eabcdc40e" providerId="ADAL" clId="{272D6B96-F97B-4A90-B936-4DBE6BAC4460}" dt="2024-07-31T13:37:04.688" v="4211" actId="1076"/>
          <ac:picMkLst>
            <pc:docMk/>
            <pc:sldMk cId="1294682645" sldId="265"/>
            <ac:picMk id="7" creationId="{08ED76FA-D19B-A9F9-1BBA-11C4729837E6}"/>
          </ac:picMkLst>
        </pc:picChg>
      </pc:sldChg>
      <pc:sldChg chg="addSp modSp new mod">
        <pc:chgData name="Randall Hunt" userId="4c55b6c8-20fa-4fc5-ad69-633eabcdc40e" providerId="ADAL" clId="{272D6B96-F97B-4A90-B936-4DBE6BAC4460}" dt="2024-07-31T13:41:44.318" v="4861" actId="1076"/>
        <pc:sldMkLst>
          <pc:docMk/>
          <pc:sldMk cId="1343833703" sldId="266"/>
        </pc:sldMkLst>
        <pc:spChg chg="mod">
          <ac:chgData name="Randall Hunt" userId="4c55b6c8-20fa-4fc5-ad69-633eabcdc40e" providerId="ADAL" clId="{272D6B96-F97B-4A90-B936-4DBE6BAC4460}" dt="2024-07-31T13:38:14.377" v="4305" actId="20577"/>
          <ac:spMkLst>
            <pc:docMk/>
            <pc:sldMk cId="1343833703" sldId="266"/>
            <ac:spMk id="2" creationId="{E77E8E00-A678-F666-CE11-1796951409EE}"/>
          </ac:spMkLst>
        </pc:spChg>
        <pc:spChg chg="mod">
          <ac:chgData name="Randall Hunt" userId="4c55b6c8-20fa-4fc5-ad69-633eabcdc40e" providerId="ADAL" clId="{272D6B96-F97B-4A90-B936-4DBE6BAC4460}" dt="2024-07-31T13:41:36.643" v="4857" actId="20577"/>
          <ac:spMkLst>
            <pc:docMk/>
            <pc:sldMk cId="1343833703" sldId="266"/>
            <ac:spMk id="3" creationId="{45267A98-EB37-30A1-B6A0-8361786412B6}"/>
          </ac:spMkLst>
        </pc:spChg>
        <pc:picChg chg="add mod">
          <ac:chgData name="Randall Hunt" userId="4c55b6c8-20fa-4fc5-ad69-633eabcdc40e" providerId="ADAL" clId="{272D6B96-F97B-4A90-B936-4DBE6BAC4460}" dt="2024-07-31T13:41:44.318" v="4861" actId="1076"/>
          <ac:picMkLst>
            <pc:docMk/>
            <pc:sldMk cId="1343833703" sldId="266"/>
            <ac:picMk id="5" creationId="{A60D07F9-FF9C-239E-9AB8-DAD91D9947C7}"/>
          </ac:picMkLst>
        </pc:picChg>
      </pc:sldChg>
      <pc:sldChg chg="addSp modSp new mod">
        <pc:chgData name="Randall Hunt" userId="4c55b6c8-20fa-4fc5-ad69-633eabcdc40e" providerId="ADAL" clId="{272D6B96-F97B-4A90-B936-4DBE6BAC4460}" dt="2024-08-11T17:19:35.202" v="10956" actId="20577"/>
        <pc:sldMkLst>
          <pc:docMk/>
          <pc:sldMk cId="2078445981" sldId="267"/>
        </pc:sldMkLst>
        <pc:spChg chg="mod">
          <ac:chgData name="Randall Hunt" userId="4c55b6c8-20fa-4fc5-ad69-633eabcdc40e" providerId="ADAL" clId="{272D6B96-F97B-4A90-B936-4DBE6BAC4460}" dt="2024-07-31T13:42:09.682" v="4920" actId="20577"/>
          <ac:spMkLst>
            <pc:docMk/>
            <pc:sldMk cId="2078445981" sldId="267"/>
            <ac:spMk id="2" creationId="{062D7D4C-8F5C-5B24-BE74-ECA5F731EC82}"/>
          </ac:spMkLst>
        </pc:spChg>
        <pc:spChg chg="mod">
          <ac:chgData name="Randall Hunt" userId="4c55b6c8-20fa-4fc5-ad69-633eabcdc40e" providerId="ADAL" clId="{272D6B96-F97B-4A90-B936-4DBE6BAC4460}" dt="2024-08-11T17:19:35.202" v="10956" actId="20577"/>
          <ac:spMkLst>
            <pc:docMk/>
            <pc:sldMk cId="2078445981" sldId="267"/>
            <ac:spMk id="3" creationId="{1C35533A-304B-7678-123D-0F46F3B62641}"/>
          </ac:spMkLst>
        </pc:spChg>
        <pc:picChg chg="add mod">
          <ac:chgData name="Randall Hunt" userId="4c55b6c8-20fa-4fc5-ad69-633eabcdc40e" providerId="ADAL" clId="{272D6B96-F97B-4A90-B936-4DBE6BAC4460}" dt="2024-08-11T17:19:20.747" v="10904" actId="1076"/>
          <ac:picMkLst>
            <pc:docMk/>
            <pc:sldMk cId="2078445981" sldId="267"/>
            <ac:picMk id="5" creationId="{76354188-4791-8C53-9BAB-A8EB58048CDA}"/>
          </ac:picMkLst>
        </pc:picChg>
      </pc:sldChg>
      <pc:sldChg chg="addSp modSp new mod">
        <pc:chgData name="Randall Hunt" userId="4c55b6c8-20fa-4fc5-ad69-633eabcdc40e" providerId="ADAL" clId="{272D6B96-F97B-4A90-B936-4DBE6BAC4460}" dt="2024-07-31T14:10:29.323" v="5597" actId="20577"/>
        <pc:sldMkLst>
          <pc:docMk/>
          <pc:sldMk cId="1579630914" sldId="268"/>
        </pc:sldMkLst>
        <pc:spChg chg="mod">
          <ac:chgData name="Randall Hunt" userId="4c55b6c8-20fa-4fc5-ad69-633eabcdc40e" providerId="ADAL" clId="{272D6B96-F97B-4A90-B936-4DBE6BAC4460}" dt="2024-07-31T13:44:19.276" v="5207" actId="20577"/>
          <ac:spMkLst>
            <pc:docMk/>
            <pc:sldMk cId="1579630914" sldId="268"/>
            <ac:spMk id="2" creationId="{15EED057-470A-E7DD-2BC6-44E30DF9C6EC}"/>
          </ac:spMkLst>
        </pc:spChg>
        <pc:spChg chg="mod">
          <ac:chgData name="Randall Hunt" userId="4c55b6c8-20fa-4fc5-ad69-633eabcdc40e" providerId="ADAL" clId="{272D6B96-F97B-4A90-B936-4DBE6BAC4460}" dt="2024-07-31T14:10:29.323" v="5597" actId="20577"/>
          <ac:spMkLst>
            <pc:docMk/>
            <pc:sldMk cId="1579630914" sldId="268"/>
            <ac:spMk id="3" creationId="{283CD246-F3CD-A221-40CA-B23EBB73205D}"/>
          </ac:spMkLst>
        </pc:spChg>
        <pc:picChg chg="add mod">
          <ac:chgData name="Randall Hunt" userId="4c55b6c8-20fa-4fc5-ad69-633eabcdc40e" providerId="ADAL" clId="{272D6B96-F97B-4A90-B936-4DBE6BAC4460}" dt="2024-07-31T14:05:41.127" v="5519" actId="14100"/>
          <ac:picMkLst>
            <pc:docMk/>
            <pc:sldMk cId="1579630914" sldId="268"/>
            <ac:picMk id="5" creationId="{34BCD7AC-E07C-E32D-6E2C-BBFA46F1200E}"/>
          </ac:picMkLst>
        </pc:picChg>
      </pc:sldChg>
      <pc:sldChg chg="addSp modSp new mod">
        <pc:chgData name="Randall Hunt" userId="4c55b6c8-20fa-4fc5-ad69-633eabcdc40e" providerId="ADAL" clId="{272D6B96-F97B-4A90-B936-4DBE6BAC4460}" dt="2024-07-31T14:14:09.233" v="6042" actId="20577"/>
        <pc:sldMkLst>
          <pc:docMk/>
          <pc:sldMk cId="1977756256" sldId="269"/>
        </pc:sldMkLst>
        <pc:spChg chg="mod">
          <ac:chgData name="Randall Hunt" userId="4c55b6c8-20fa-4fc5-ad69-633eabcdc40e" providerId="ADAL" clId="{272D6B96-F97B-4A90-B936-4DBE6BAC4460}" dt="2024-07-31T14:11:13.800" v="5623" actId="20577"/>
          <ac:spMkLst>
            <pc:docMk/>
            <pc:sldMk cId="1977756256" sldId="269"/>
            <ac:spMk id="2" creationId="{CF3ABD0D-989D-A2B1-DC9A-09D54493D2F8}"/>
          </ac:spMkLst>
        </pc:spChg>
        <pc:spChg chg="mod">
          <ac:chgData name="Randall Hunt" userId="4c55b6c8-20fa-4fc5-ad69-633eabcdc40e" providerId="ADAL" clId="{272D6B96-F97B-4A90-B936-4DBE6BAC4460}" dt="2024-07-31T14:14:09.233" v="6042" actId="20577"/>
          <ac:spMkLst>
            <pc:docMk/>
            <pc:sldMk cId="1977756256" sldId="269"/>
            <ac:spMk id="3" creationId="{9600F8B3-2788-7B34-7CCD-A834DE592E54}"/>
          </ac:spMkLst>
        </pc:spChg>
        <pc:picChg chg="add mod">
          <ac:chgData name="Randall Hunt" userId="4c55b6c8-20fa-4fc5-ad69-633eabcdc40e" providerId="ADAL" clId="{272D6B96-F97B-4A90-B936-4DBE6BAC4460}" dt="2024-07-31T14:12:00.407" v="5710" actId="1076"/>
          <ac:picMkLst>
            <pc:docMk/>
            <pc:sldMk cId="1977756256" sldId="269"/>
            <ac:picMk id="5" creationId="{B9D6AB0E-03CC-EE91-EA07-2CD6C5250B6F}"/>
          </ac:picMkLst>
        </pc:picChg>
      </pc:sldChg>
      <pc:sldChg chg="modSp new mod">
        <pc:chgData name="Randall Hunt" userId="4c55b6c8-20fa-4fc5-ad69-633eabcdc40e" providerId="ADAL" clId="{272D6B96-F97B-4A90-B936-4DBE6BAC4460}" dt="2024-07-31T14:23:51.540" v="7312" actId="20577"/>
        <pc:sldMkLst>
          <pc:docMk/>
          <pc:sldMk cId="848875432" sldId="270"/>
        </pc:sldMkLst>
        <pc:spChg chg="mod">
          <ac:chgData name="Randall Hunt" userId="4c55b6c8-20fa-4fc5-ad69-633eabcdc40e" providerId="ADAL" clId="{272D6B96-F97B-4A90-B936-4DBE6BAC4460}" dt="2024-07-31T14:14:45.026" v="6080" actId="20577"/>
          <ac:spMkLst>
            <pc:docMk/>
            <pc:sldMk cId="848875432" sldId="270"/>
            <ac:spMk id="2" creationId="{FBAD2ECC-679F-D8B9-870D-20E950A1083E}"/>
          </ac:spMkLst>
        </pc:spChg>
        <pc:spChg chg="mod">
          <ac:chgData name="Randall Hunt" userId="4c55b6c8-20fa-4fc5-ad69-633eabcdc40e" providerId="ADAL" clId="{272D6B96-F97B-4A90-B936-4DBE6BAC4460}" dt="2024-07-31T14:23:51.540" v="7312" actId="20577"/>
          <ac:spMkLst>
            <pc:docMk/>
            <pc:sldMk cId="848875432" sldId="270"/>
            <ac:spMk id="3" creationId="{54948BC0-8BEF-4365-2B6E-CCBC4716FB0C}"/>
          </ac:spMkLst>
        </pc:spChg>
      </pc:sldChg>
      <pc:sldChg chg="addSp modSp new mod">
        <pc:chgData name="Randall Hunt" userId="4c55b6c8-20fa-4fc5-ad69-633eabcdc40e" providerId="ADAL" clId="{272D6B96-F97B-4A90-B936-4DBE6BAC4460}" dt="2024-07-31T14:25:04.779" v="7445" actId="1076"/>
        <pc:sldMkLst>
          <pc:docMk/>
          <pc:sldMk cId="2541016542" sldId="271"/>
        </pc:sldMkLst>
        <pc:spChg chg="mod">
          <ac:chgData name="Randall Hunt" userId="4c55b6c8-20fa-4fc5-ad69-633eabcdc40e" providerId="ADAL" clId="{272D6B96-F97B-4A90-B936-4DBE6BAC4460}" dt="2024-07-31T14:23:46.283" v="7309" actId="20577"/>
          <ac:spMkLst>
            <pc:docMk/>
            <pc:sldMk cId="2541016542" sldId="271"/>
            <ac:spMk id="2" creationId="{E0E0F910-C992-1C51-D0CC-995558A1AAA9}"/>
          </ac:spMkLst>
        </pc:spChg>
        <pc:spChg chg="mod">
          <ac:chgData name="Randall Hunt" userId="4c55b6c8-20fa-4fc5-ad69-633eabcdc40e" providerId="ADAL" clId="{272D6B96-F97B-4A90-B936-4DBE6BAC4460}" dt="2024-07-31T14:24:54.086" v="7442" actId="20577"/>
          <ac:spMkLst>
            <pc:docMk/>
            <pc:sldMk cId="2541016542" sldId="271"/>
            <ac:spMk id="3" creationId="{22B82C47-2F4C-8BD5-8D03-1EA9A5A90228}"/>
          </ac:spMkLst>
        </pc:spChg>
        <pc:picChg chg="add mod">
          <ac:chgData name="Randall Hunt" userId="4c55b6c8-20fa-4fc5-ad69-633eabcdc40e" providerId="ADAL" clId="{272D6B96-F97B-4A90-B936-4DBE6BAC4460}" dt="2024-07-31T14:25:04.779" v="7445" actId="1076"/>
          <ac:picMkLst>
            <pc:docMk/>
            <pc:sldMk cId="2541016542" sldId="271"/>
            <ac:picMk id="5" creationId="{230BC4C1-1066-E23C-209A-7C38BA860CFB}"/>
          </ac:picMkLst>
        </pc:picChg>
      </pc:sldChg>
      <pc:sldChg chg="modSp new mod addCm">
        <pc:chgData name="Randall Hunt" userId="4c55b6c8-20fa-4fc5-ad69-633eabcdc40e" providerId="ADAL" clId="{272D6B96-F97B-4A90-B936-4DBE6BAC4460}" dt="2024-08-02T18:20:48.797" v="10298"/>
        <pc:sldMkLst>
          <pc:docMk/>
          <pc:sldMk cId="1154723544" sldId="272"/>
        </pc:sldMkLst>
        <pc:spChg chg="mod">
          <ac:chgData name="Randall Hunt" userId="4c55b6c8-20fa-4fc5-ad69-633eabcdc40e" providerId="ADAL" clId="{272D6B96-F97B-4A90-B936-4DBE6BAC4460}" dt="2024-07-31T14:25:24.281" v="7485" actId="20577"/>
          <ac:spMkLst>
            <pc:docMk/>
            <pc:sldMk cId="1154723544" sldId="272"/>
            <ac:spMk id="2" creationId="{DC770A9A-14AD-A438-E37B-F85DE5F5088B}"/>
          </ac:spMkLst>
        </pc:spChg>
        <pc:spChg chg="mod">
          <ac:chgData name="Randall Hunt" userId="4c55b6c8-20fa-4fc5-ad69-633eabcdc40e" providerId="ADAL" clId="{272D6B96-F97B-4A90-B936-4DBE6BAC4460}" dt="2024-07-31T14:27:39.836" v="7829" actId="20577"/>
          <ac:spMkLst>
            <pc:docMk/>
            <pc:sldMk cId="1154723544" sldId="272"/>
            <ac:spMk id="3" creationId="{C812F26E-9A56-1F56-E50B-16FBE0CFCF9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Randall Hunt" userId="4c55b6c8-20fa-4fc5-ad69-633eabcdc40e" providerId="ADAL" clId="{272D6B96-F97B-4A90-B936-4DBE6BAC4460}" dt="2024-08-02T18:20:48.797" v="10298"/>
              <pc2:cmMkLst xmlns:pc2="http://schemas.microsoft.com/office/powerpoint/2019/9/main/command">
                <pc:docMk/>
                <pc:sldMk cId="1154723544" sldId="272"/>
                <pc2:cmMk id="{A59B2700-A68A-44FA-8DE4-42215F0B5387}"/>
              </pc2:cmMkLst>
            </pc226:cmChg>
          </p:ext>
        </pc:extLst>
      </pc:sldChg>
      <pc:sldChg chg="addSp modSp new mod">
        <pc:chgData name="Randall Hunt" userId="4c55b6c8-20fa-4fc5-ad69-633eabcdc40e" providerId="ADAL" clId="{272D6B96-F97B-4A90-B936-4DBE6BAC4460}" dt="2024-07-31T14:35:53.854" v="9018" actId="1076"/>
        <pc:sldMkLst>
          <pc:docMk/>
          <pc:sldMk cId="2077475374" sldId="273"/>
        </pc:sldMkLst>
        <pc:spChg chg="mod">
          <ac:chgData name="Randall Hunt" userId="4c55b6c8-20fa-4fc5-ad69-633eabcdc40e" providerId="ADAL" clId="{272D6B96-F97B-4A90-B936-4DBE6BAC4460}" dt="2024-07-31T14:34:29.538" v="8908" actId="20577"/>
          <ac:spMkLst>
            <pc:docMk/>
            <pc:sldMk cId="2077475374" sldId="273"/>
            <ac:spMk id="2" creationId="{45973617-0680-9807-26CC-09970D2D672C}"/>
          </ac:spMkLst>
        </pc:spChg>
        <pc:spChg chg="mod">
          <ac:chgData name="Randall Hunt" userId="4c55b6c8-20fa-4fc5-ad69-633eabcdc40e" providerId="ADAL" clId="{272D6B96-F97B-4A90-B936-4DBE6BAC4460}" dt="2024-07-31T14:35:26.344" v="9014" actId="27636"/>
          <ac:spMkLst>
            <pc:docMk/>
            <pc:sldMk cId="2077475374" sldId="273"/>
            <ac:spMk id="3" creationId="{D34D23D3-87FB-630B-E5C2-2D38220A6CAC}"/>
          </ac:spMkLst>
        </pc:spChg>
        <pc:picChg chg="add mod">
          <ac:chgData name="Randall Hunt" userId="4c55b6c8-20fa-4fc5-ad69-633eabcdc40e" providerId="ADAL" clId="{272D6B96-F97B-4A90-B936-4DBE6BAC4460}" dt="2024-07-31T14:35:53.854" v="9018" actId="1076"/>
          <ac:picMkLst>
            <pc:docMk/>
            <pc:sldMk cId="2077475374" sldId="273"/>
            <ac:picMk id="5" creationId="{5081FED9-2DBE-4A14-F070-FD1B0DD6B643}"/>
          </ac:picMkLst>
        </pc:picChg>
      </pc:sldChg>
      <pc:sldChg chg="addSp modSp new mod">
        <pc:chgData name="Randall Hunt" userId="4c55b6c8-20fa-4fc5-ad69-633eabcdc40e" providerId="ADAL" clId="{272D6B96-F97B-4A90-B936-4DBE6BAC4460}" dt="2024-07-31T14:40:43.590" v="9601" actId="1076"/>
        <pc:sldMkLst>
          <pc:docMk/>
          <pc:sldMk cId="3092373613" sldId="274"/>
        </pc:sldMkLst>
        <pc:spChg chg="mod">
          <ac:chgData name="Randall Hunt" userId="4c55b6c8-20fa-4fc5-ad69-633eabcdc40e" providerId="ADAL" clId="{272D6B96-F97B-4A90-B936-4DBE6BAC4460}" dt="2024-07-31T14:36:07.551" v="9024" actId="20577"/>
          <ac:spMkLst>
            <pc:docMk/>
            <pc:sldMk cId="3092373613" sldId="274"/>
            <ac:spMk id="2" creationId="{87C19F40-E7AC-7494-1C82-139EBA84DAAE}"/>
          </ac:spMkLst>
        </pc:spChg>
        <pc:spChg chg="mod">
          <ac:chgData name="Randall Hunt" userId="4c55b6c8-20fa-4fc5-ad69-633eabcdc40e" providerId="ADAL" clId="{272D6B96-F97B-4A90-B936-4DBE6BAC4460}" dt="2024-07-31T14:40:39.578" v="9600" actId="27636"/>
          <ac:spMkLst>
            <pc:docMk/>
            <pc:sldMk cId="3092373613" sldId="274"/>
            <ac:spMk id="3" creationId="{DF3F2AA1-2DDC-5496-00D3-486CD1E9B0EF}"/>
          </ac:spMkLst>
        </pc:spChg>
        <pc:picChg chg="add mod">
          <ac:chgData name="Randall Hunt" userId="4c55b6c8-20fa-4fc5-ad69-633eabcdc40e" providerId="ADAL" clId="{272D6B96-F97B-4A90-B936-4DBE6BAC4460}" dt="2024-07-31T14:40:43.590" v="9601" actId="1076"/>
          <ac:picMkLst>
            <pc:docMk/>
            <pc:sldMk cId="3092373613" sldId="274"/>
            <ac:picMk id="5" creationId="{60A8ED82-A0BB-DA6B-A6B7-79C1931B2169}"/>
          </ac:picMkLst>
        </pc:picChg>
      </pc:sldChg>
      <pc:sldChg chg="addSp delSp modSp new mod">
        <pc:chgData name="Randall Hunt" userId="4c55b6c8-20fa-4fc5-ad69-633eabcdc40e" providerId="ADAL" clId="{272D6B96-F97B-4A90-B936-4DBE6BAC4460}" dt="2024-07-31T14:44:40.979" v="10107" actId="20577"/>
        <pc:sldMkLst>
          <pc:docMk/>
          <pc:sldMk cId="4030073652" sldId="275"/>
        </pc:sldMkLst>
        <pc:spChg chg="mod">
          <ac:chgData name="Randall Hunt" userId="4c55b6c8-20fa-4fc5-ad69-633eabcdc40e" providerId="ADAL" clId="{272D6B96-F97B-4A90-B936-4DBE6BAC4460}" dt="2024-07-31T14:41:06.248" v="9605"/>
          <ac:spMkLst>
            <pc:docMk/>
            <pc:sldMk cId="4030073652" sldId="275"/>
            <ac:spMk id="2" creationId="{A1339460-C0F7-4C97-0A7B-3AAE16CA7420}"/>
          </ac:spMkLst>
        </pc:spChg>
        <pc:spChg chg="mod">
          <ac:chgData name="Randall Hunt" userId="4c55b6c8-20fa-4fc5-ad69-633eabcdc40e" providerId="ADAL" clId="{272D6B96-F97B-4A90-B936-4DBE6BAC4460}" dt="2024-07-31T14:44:40.979" v="10107" actId="20577"/>
          <ac:spMkLst>
            <pc:docMk/>
            <pc:sldMk cId="4030073652" sldId="275"/>
            <ac:spMk id="3" creationId="{46806E40-9E46-A88F-7842-18B26D1A68F1}"/>
          </ac:spMkLst>
        </pc:spChg>
        <pc:spChg chg="add del">
          <ac:chgData name="Randall Hunt" userId="4c55b6c8-20fa-4fc5-ad69-633eabcdc40e" providerId="ADAL" clId="{272D6B96-F97B-4A90-B936-4DBE6BAC4460}" dt="2024-07-31T14:41:05.186" v="9604" actId="22"/>
          <ac:spMkLst>
            <pc:docMk/>
            <pc:sldMk cId="4030073652" sldId="275"/>
            <ac:spMk id="5" creationId="{7F22DED3-7D87-1EAC-5FB0-B085289FDF7F}"/>
          </ac:spMkLst>
        </pc:spChg>
      </pc:sldChg>
      <pc:sldChg chg="delSp modSp new mod">
        <pc:chgData name="Randall Hunt" userId="4c55b6c8-20fa-4fc5-ad69-633eabcdc40e" providerId="ADAL" clId="{272D6B96-F97B-4A90-B936-4DBE6BAC4460}" dt="2024-07-31T14:45:16.539" v="10132" actId="1076"/>
        <pc:sldMkLst>
          <pc:docMk/>
          <pc:sldMk cId="961012265" sldId="276"/>
        </pc:sldMkLst>
        <pc:spChg chg="mod">
          <ac:chgData name="Randall Hunt" userId="4c55b6c8-20fa-4fc5-ad69-633eabcdc40e" providerId="ADAL" clId="{272D6B96-F97B-4A90-B936-4DBE6BAC4460}" dt="2024-07-31T14:45:16.539" v="10132" actId="1076"/>
          <ac:spMkLst>
            <pc:docMk/>
            <pc:sldMk cId="961012265" sldId="276"/>
            <ac:spMk id="2" creationId="{76B2127D-13DA-895C-9C0D-4CD8872BBC78}"/>
          </ac:spMkLst>
        </pc:spChg>
        <pc:spChg chg="del">
          <ac:chgData name="Randall Hunt" userId="4c55b6c8-20fa-4fc5-ad69-633eabcdc40e" providerId="ADAL" clId="{272D6B96-F97B-4A90-B936-4DBE6BAC4460}" dt="2024-07-31T14:45:12.017" v="10131" actId="478"/>
          <ac:spMkLst>
            <pc:docMk/>
            <pc:sldMk cId="961012265" sldId="276"/>
            <ac:spMk id="3" creationId="{0D6AA1EF-90AA-25D7-D701-E6FC3BA6B413}"/>
          </ac:spMkLst>
        </pc:spChg>
      </pc:sldChg>
    </pc:docChg>
  </pc:docChgLst>
  <pc:docChgLst>
    <pc:chgData name="Hunt, Randall [USA]" userId="89bfa2a9-2144-4bd6-ba22-d79ad510780c" providerId="ADAL" clId="{CCAF83C5-08CB-4969-9A97-B9723F6532B6}"/>
    <pc:docChg chg="custSel addSld delSld modSld sldOrd">
      <pc:chgData name="Hunt, Randall [USA]" userId="89bfa2a9-2144-4bd6-ba22-d79ad510780c" providerId="ADAL" clId="{CCAF83C5-08CB-4969-9A97-B9723F6532B6}" dt="2024-10-24T14:08:37.831" v="621" actId="1076"/>
      <pc:docMkLst>
        <pc:docMk/>
      </pc:docMkLst>
      <pc:sldChg chg="modSp mod delCm modCm">
        <pc:chgData name="Hunt, Randall [USA]" userId="89bfa2a9-2144-4bd6-ba22-d79ad510780c" providerId="ADAL" clId="{CCAF83C5-08CB-4969-9A97-B9723F6532B6}" dt="2024-08-23T13:11:47.861" v="4"/>
        <pc:sldMkLst>
          <pc:docMk/>
          <pc:sldMk cId="849954682" sldId="257"/>
        </pc:sldMkLst>
        <pc:spChg chg="mod">
          <ac:chgData name="Hunt, Randall [USA]" userId="89bfa2a9-2144-4bd6-ba22-d79ad510780c" providerId="ADAL" clId="{CCAF83C5-08CB-4969-9A97-B9723F6532B6}" dt="2024-08-23T13:11:42.861" v="3" actId="20577"/>
          <ac:spMkLst>
            <pc:docMk/>
            <pc:sldMk cId="849954682" sldId="257"/>
            <ac:spMk id="3" creationId="{030AAF2C-072D-37B0-A523-2D3215D413A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Hunt, Randall [USA]" userId="89bfa2a9-2144-4bd6-ba22-d79ad510780c" providerId="ADAL" clId="{CCAF83C5-08CB-4969-9A97-B9723F6532B6}" dt="2024-08-23T13:11:47.861" v="4"/>
              <pc2:cmMkLst xmlns:pc2="http://schemas.microsoft.com/office/powerpoint/2019/9/main/command">
                <pc:docMk/>
                <pc:sldMk cId="849954682" sldId="257"/>
                <pc2:cmMk id="{47A50F70-2B3D-455D-A49E-59672E821286}"/>
              </pc2:cmMkLst>
            </pc226:cmChg>
          </p:ext>
        </pc:extLst>
      </pc:sldChg>
      <pc:sldChg chg="modSp mod">
        <pc:chgData name="Hunt, Randall [USA]" userId="89bfa2a9-2144-4bd6-ba22-d79ad510780c" providerId="ADAL" clId="{CCAF83C5-08CB-4969-9A97-B9723F6532B6}" dt="2024-08-23T13:16:32.697" v="23" actId="20577"/>
        <pc:sldMkLst>
          <pc:docMk/>
          <pc:sldMk cId="1731775862" sldId="260"/>
        </pc:sldMkLst>
        <pc:spChg chg="mod">
          <ac:chgData name="Hunt, Randall [USA]" userId="89bfa2a9-2144-4bd6-ba22-d79ad510780c" providerId="ADAL" clId="{CCAF83C5-08CB-4969-9A97-B9723F6532B6}" dt="2024-08-23T13:16:32.697" v="23" actId="20577"/>
          <ac:spMkLst>
            <pc:docMk/>
            <pc:sldMk cId="1731775862" sldId="260"/>
            <ac:spMk id="3" creationId="{008EF68B-5063-DA2D-5F1B-2B930D80DC61}"/>
          </ac:spMkLst>
        </pc:spChg>
      </pc:sldChg>
      <pc:sldChg chg="modSp mod">
        <pc:chgData name="Hunt, Randall [USA]" userId="89bfa2a9-2144-4bd6-ba22-d79ad510780c" providerId="ADAL" clId="{CCAF83C5-08CB-4969-9A97-B9723F6532B6}" dt="2024-08-23T13:20:21.882" v="292" actId="20577"/>
        <pc:sldMkLst>
          <pc:docMk/>
          <pc:sldMk cId="2686996665" sldId="262"/>
        </pc:sldMkLst>
        <pc:spChg chg="mod">
          <ac:chgData name="Hunt, Randall [USA]" userId="89bfa2a9-2144-4bd6-ba22-d79ad510780c" providerId="ADAL" clId="{CCAF83C5-08CB-4969-9A97-B9723F6532B6}" dt="2024-08-23T13:20:21.882" v="292" actId="20577"/>
          <ac:spMkLst>
            <pc:docMk/>
            <pc:sldMk cId="2686996665" sldId="262"/>
            <ac:spMk id="3" creationId="{8DC97FF2-7B98-B0FB-6E75-388B73E50A62}"/>
          </ac:spMkLst>
        </pc:spChg>
      </pc:sldChg>
      <pc:sldChg chg="addSp delSp modSp mod">
        <pc:chgData name="Hunt, Randall [USA]" userId="89bfa2a9-2144-4bd6-ba22-d79ad510780c" providerId="ADAL" clId="{CCAF83C5-08CB-4969-9A97-B9723F6532B6}" dt="2024-10-24T14:08:37.831" v="621" actId="1076"/>
        <pc:sldMkLst>
          <pc:docMk/>
          <pc:sldMk cId="2740623091" sldId="263"/>
        </pc:sldMkLst>
        <pc:spChg chg="mod">
          <ac:chgData name="Hunt, Randall [USA]" userId="89bfa2a9-2144-4bd6-ba22-d79ad510780c" providerId="ADAL" clId="{CCAF83C5-08CB-4969-9A97-B9723F6532B6}" dt="2024-10-24T14:08:34.607" v="620" actId="20577"/>
          <ac:spMkLst>
            <pc:docMk/>
            <pc:sldMk cId="2740623091" sldId="263"/>
            <ac:spMk id="3" creationId="{98FB5A23-FA1F-23DA-05D4-64C13392D492}"/>
          </ac:spMkLst>
        </pc:spChg>
        <pc:picChg chg="add del mod">
          <ac:chgData name="Hunt, Randall [USA]" userId="89bfa2a9-2144-4bd6-ba22-d79ad510780c" providerId="ADAL" clId="{CCAF83C5-08CB-4969-9A97-B9723F6532B6}" dt="2024-08-23T13:21:44.137" v="296" actId="478"/>
          <ac:picMkLst>
            <pc:docMk/>
            <pc:sldMk cId="2740623091" sldId="263"/>
            <ac:picMk id="5" creationId="{49523044-D628-D03E-ACB9-7E99816ABF20}"/>
          </ac:picMkLst>
        </pc:picChg>
        <pc:picChg chg="add mod">
          <ac:chgData name="Hunt, Randall [USA]" userId="89bfa2a9-2144-4bd6-ba22-d79ad510780c" providerId="ADAL" clId="{CCAF83C5-08CB-4969-9A97-B9723F6532B6}" dt="2024-10-24T14:08:37.831" v="621" actId="1076"/>
          <ac:picMkLst>
            <pc:docMk/>
            <pc:sldMk cId="2740623091" sldId="263"/>
            <ac:picMk id="7" creationId="{DC11B5A6-8AC4-B204-12CD-8EB1D725EEFA}"/>
          </ac:picMkLst>
        </pc:picChg>
      </pc:sldChg>
      <pc:sldChg chg="modSp mod">
        <pc:chgData name="Hunt, Randall [USA]" userId="89bfa2a9-2144-4bd6-ba22-d79ad510780c" providerId="ADAL" clId="{CCAF83C5-08CB-4969-9A97-B9723F6532B6}" dt="2024-08-23T13:31:31.691" v="415" actId="1076"/>
        <pc:sldMkLst>
          <pc:docMk/>
          <pc:sldMk cId="1343833703" sldId="266"/>
        </pc:sldMkLst>
        <pc:spChg chg="mod">
          <ac:chgData name="Hunt, Randall [USA]" userId="89bfa2a9-2144-4bd6-ba22-d79ad510780c" providerId="ADAL" clId="{CCAF83C5-08CB-4969-9A97-B9723F6532B6}" dt="2024-08-23T13:31:20.777" v="412" actId="20577"/>
          <ac:spMkLst>
            <pc:docMk/>
            <pc:sldMk cId="1343833703" sldId="266"/>
            <ac:spMk id="3" creationId="{45267A98-EB37-30A1-B6A0-8361786412B6}"/>
          </ac:spMkLst>
        </pc:spChg>
        <pc:picChg chg="mod">
          <ac:chgData name="Hunt, Randall [USA]" userId="89bfa2a9-2144-4bd6-ba22-d79ad510780c" providerId="ADAL" clId="{CCAF83C5-08CB-4969-9A97-B9723F6532B6}" dt="2024-08-23T13:31:31.691" v="415" actId="1076"/>
          <ac:picMkLst>
            <pc:docMk/>
            <pc:sldMk cId="1343833703" sldId="266"/>
            <ac:picMk id="5" creationId="{A60D07F9-FF9C-239E-9AB8-DAD91D9947C7}"/>
          </ac:picMkLst>
        </pc:picChg>
      </pc:sldChg>
      <pc:sldChg chg="delSp modSp mod">
        <pc:chgData name="Hunt, Randall [USA]" userId="89bfa2a9-2144-4bd6-ba22-d79ad510780c" providerId="ADAL" clId="{CCAF83C5-08CB-4969-9A97-B9723F6532B6}" dt="2024-08-23T13:34:41.769" v="437" actId="5793"/>
        <pc:sldMkLst>
          <pc:docMk/>
          <pc:sldMk cId="2078445981" sldId="267"/>
        </pc:sldMkLst>
        <pc:spChg chg="mod">
          <ac:chgData name="Hunt, Randall [USA]" userId="89bfa2a9-2144-4bd6-ba22-d79ad510780c" providerId="ADAL" clId="{CCAF83C5-08CB-4969-9A97-B9723F6532B6}" dt="2024-08-23T13:34:41.769" v="437" actId="5793"/>
          <ac:spMkLst>
            <pc:docMk/>
            <pc:sldMk cId="2078445981" sldId="267"/>
            <ac:spMk id="3" creationId="{1C35533A-304B-7678-123D-0F46F3B62641}"/>
          </ac:spMkLst>
        </pc:spChg>
        <pc:picChg chg="del">
          <ac:chgData name="Hunt, Randall [USA]" userId="89bfa2a9-2144-4bd6-ba22-d79ad510780c" providerId="ADAL" clId="{CCAF83C5-08CB-4969-9A97-B9723F6532B6}" dt="2024-08-23T13:34:31.862" v="435" actId="478"/>
          <ac:picMkLst>
            <pc:docMk/>
            <pc:sldMk cId="2078445981" sldId="267"/>
            <ac:picMk id="5" creationId="{76354188-4791-8C53-9BAB-A8EB58048CDA}"/>
          </ac:picMkLst>
        </pc:picChg>
      </pc:sldChg>
      <pc:sldChg chg="addCm modNotesTx">
        <pc:chgData name="Hunt, Randall [USA]" userId="89bfa2a9-2144-4bd6-ba22-d79ad510780c" providerId="ADAL" clId="{CCAF83C5-08CB-4969-9A97-B9723F6532B6}" dt="2024-09-06T12:22:51.290" v="614" actId="20577"/>
        <pc:sldMkLst>
          <pc:docMk/>
          <pc:sldMk cId="1579630914" sldId="2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CCAF83C5-08CB-4969-9A97-B9723F6532B6}" dt="2024-08-14T14:39:39.589" v="0"/>
              <pc2:cmMkLst xmlns:pc2="http://schemas.microsoft.com/office/powerpoint/2019/9/main/command">
                <pc:docMk/>
                <pc:sldMk cId="1579630914" sldId="268"/>
                <pc2:cmMk id="{E99496C5-A655-4218-84B9-76AD33E635E6}"/>
              </pc2:cmMkLst>
            </pc226:cmChg>
          </p:ext>
        </pc:extLst>
      </pc:sldChg>
      <pc:sldChg chg="addSp modSp mod">
        <pc:chgData name="Hunt, Randall [USA]" userId="89bfa2a9-2144-4bd6-ba22-d79ad510780c" providerId="ADAL" clId="{CCAF83C5-08CB-4969-9A97-B9723F6532B6}" dt="2024-08-23T13:55:31.624" v="604" actId="1076"/>
        <pc:sldMkLst>
          <pc:docMk/>
          <pc:sldMk cId="848875432" sldId="270"/>
        </pc:sldMkLst>
        <pc:spChg chg="mod">
          <ac:chgData name="Hunt, Randall [USA]" userId="89bfa2a9-2144-4bd6-ba22-d79ad510780c" providerId="ADAL" clId="{CCAF83C5-08CB-4969-9A97-B9723F6532B6}" dt="2024-08-23T13:18:45.286" v="270" actId="20577"/>
          <ac:spMkLst>
            <pc:docMk/>
            <pc:sldMk cId="848875432" sldId="270"/>
            <ac:spMk id="3" creationId="{54948BC0-8BEF-4365-2B6E-CCBC4716FB0C}"/>
          </ac:spMkLst>
        </pc:spChg>
        <pc:picChg chg="add mod">
          <ac:chgData name="Hunt, Randall [USA]" userId="89bfa2a9-2144-4bd6-ba22-d79ad510780c" providerId="ADAL" clId="{CCAF83C5-08CB-4969-9A97-B9723F6532B6}" dt="2024-08-23T13:55:31.624" v="604" actId="1076"/>
          <ac:picMkLst>
            <pc:docMk/>
            <pc:sldMk cId="848875432" sldId="270"/>
            <ac:picMk id="5" creationId="{0627DE0F-94AE-CAB5-5BDE-C34538E59EDE}"/>
          </ac:picMkLst>
        </pc:picChg>
      </pc:sldChg>
      <pc:sldChg chg="modSp mod ord">
        <pc:chgData name="Hunt, Randall [USA]" userId="89bfa2a9-2144-4bd6-ba22-d79ad510780c" providerId="ADAL" clId="{CCAF83C5-08CB-4969-9A97-B9723F6532B6}" dt="2024-08-23T13:20:01.336" v="278" actId="27636"/>
        <pc:sldMkLst>
          <pc:docMk/>
          <pc:sldMk cId="2541016542" sldId="271"/>
        </pc:sldMkLst>
        <pc:spChg chg="mod">
          <ac:chgData name="Hunt, Randall [USA]" userId="89bfa2a9-2144-4bd6-ba22-d79ad510780c" providerId="ADAL" clId="{CCAF83C5-08CB-4969-9A97-B9723F6532B6}" dt="2024-08-23T13:20:01.336" v="278" actId="27636"/>
          <ac:spMkLst>
            <pc:docMk/>
            <pc:sldMk cId="2541016542" sldId="271"/>
            <ac:spMk id="3" creationId="{22B82C47-2F4C-8BD5-8D03-1EA9A5A90228}"/>
          </ac:spMkLst>
        </pc:spChg>
      </pc:sldChg>
      <pc:sldChg chg="addSp modSp mod modNotesTx">
        <pc:chgData name="Hunt, Randall [USA]" userId="89bfa2a9-2144-4bd6-ba22-d79ad510780c" providerId="ADAL" clId="{CCAF83C5-08CB-4969-9A97-B9723F6532B6}" dt="2024-09-06T12:23:03.073" v="617"/>
        <pc:sldMkLst>
          <pc:docMk/>
          <pc:sldMk cId="1154723544" sldId="272"/>
        </pc:sldMkLst>
        <pc:spChg chg="add">
          <ac:chgData name="Hunt, Randall [USA]" userId="89bfa2a9-2144-4bd6-ba22-d79ad510780c" providerId="ADAL" clId="{CCAF83C5-08CB-4969-9A97-B9723F6532B6}" dt="2024-08-23T14:00:36.642" v="606"/>
          <ac:spMkLst>
            <pc:docMk/>
            <pc:sldMk cId="1154723544" sldId="272"/>
            <ac:spMk id="4" creationId="{EF6C4E61-3941-3DE4-4731-7D1BC6DF6EDC}"/>
          </ac:spMkLst>
        </pc:spChg>
        <pc:picChg chg="add mod">
          <ac:chgData name="Hunt, Randall [USA]" userId="89bfa2a9-2144-4bd6-ba22-d79ad510780c" providerId="ADAL" clId="{CCAF83C5-08CB-4969-9A97-B9723F6532B6}" dt="2024-08-23T14:00:42.918" v="608" actId="1076"/>
          <ac:picMkLst>
            <pc:docMk/>
            <pc:sldMk cId="1154723544" sldId="272"/>
            <ac:picMk id="5" creationId="{03BE1096-4FD2-9A4A-6242-6DD19E9466B1}"/>
          </ac:picMkLst>
        </pc:picChg>
      </pc:sldChg>
      <pc:sldChg chg="addSp delSp modSp mod">
        <pc:chgData name="Hunt, Randall [USA]" userId="89bfa2a9-2144-4bd6-ba22-d79ad510780c" providerId="ADAL" clId="{CCAF83C5-08CB-4969-9A97-B9723F6532B6}" dt="2024-08-23T14:13:50.008" v="611" actId="1076"/>
        <pc:sldMkLst>
          <pc:docMk/>
          <pc:sldMk cId="2077475374" sldId="273"/>
        </pc:sldMkLst>
        <pc:picChg chg="del">
          <ac:chgData name="Hunt, Randall [USA]" userId="89bfa2a9-2144-4bd6-ba22-d79ad510780c" providerId="ADAL" clId="{CCAF83C5-08CB-4969-9A97-B9723F6532B6}" dt="2024-08-23T14:13:47.796" v="609" actId="478"/>
          <ac:picMkLst>
            <pc:docMk/>
            <pc:sldMk cId="2077475374" sldId="273"/>
            <ac:picMk id="5" creationId="{5081FED9-2DBE-4A14-F070-FD1B0DD6B643}"/>
          </ac:picMkLst>
        </pc:picChg>
        <pc:picChg chg="add mod">
          <ac:chgData name="Hunt, Randall [USA]" userId="89bfa2a9-2144-4bd6-ba22-d79ad510780c" providerId="ADAL" clId="{CCAF83C5-08CB-4969-9A97-B9723F6532B6}" dt="2024-08-23T14:13:50.008" v="611" actId="1076"/>
          <ac:picMkLst>
            <pc:docMk/>
            <pc:sldMk cId="2077475374" sldId="273"/>
            <ac:picMk id="6" creationId="{3ABA7E1F-5BEE-BE91-B654-D73EAE5CB28C}"/>
          </ac:picMkLst>
        </pc:picChg>
      </pc:sldChg>
      <pc:sldChg chg="modSp new del mod">
        <pc:chgData name="Hunt, Randall [USA]" userId="89bfa2a9-2144-4bd6-ba22-d79ad510780c" providerId="ADAL" clId="{CCAF83C5-08CB-4969-9A97-B9723F6532B6}" dt="2024-08-23T14:00:26.127" v="605" actId="47"/>
        <pc:sldMkLst>
          <pc:docMk/>
          <pc:sldMk cId="1713144201" sldId="277"/>
        </pc:sldMkLst>
        <pc:spChg chg="mod">
          <ac:chgData name="Hunt, Randall [USA]" userId="89bfa2a9-2144-4bd6-ba22-d79ad510780c" providerId="ADAL" clId="{CCAF83C5-08CB-4969-9A97-B9723F6532B6}" dt="2024-08-23T13:35:27.341" v="571" actId="20577"/>
          <ac:spMkLst>
            <pc:docMk/>
            <pc:sldMk cId="1713144201" sldId="277"/>
            <ac:spMk id="2" creationId="{95002682-383E-E721-0377-A4C9A6282A6E}"/>
          </ac:spMkLst>
        </pc:spChg>
        <pc:spChg chg="mod">
          <ac:chgData name="Hunt, Randall [USA]" userId="89bfa2a9-2144-4bd6-ba22-d79ad510780c" providerId="ADAL" clId="{CCAF83C5-08CB-4969-9A97-B9723F6532B6}" dt="2024-08-23T13:36:31.566" v="602" actId="15"/>
          <ac:spMkLst>
            <pc:docMk/>
            <pc:sldMk cId="1713144201" sldId="277"/>
            <ac:spMk id="3" creationId="{84A177E7-DD29-A832-D9EA-D9174B27BB3F}"/>
          </ac:spMkLst>
        </pc:spChg>
      </pc:sldChg>
    </pc:docChg>
  </pc:docChgLst>
</pc:chgInfo>
</file>

<file path=ppt/comments/modernComment_10C_5E2741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9496C5-A655-4218-84B9-76AD33E635E6}" authorId="{A4AF000C-62EC-FE4C-69DB-62675E11F5A0}" created="2024-08-14T14:39:39.571">
    <pc:sldMkLst xmlns:pc="http://schemas.microsoft.com/office/powerpoint/2013/main/command">
      <pc:docMk/>
      <pc:sldMk cId="1579630914" sldId="268"/>
    </pc:sldMkLst>
    <p188:txBody>
      <a:bodyPr/>
      <a:lstStyle/>
      <a:p>
        <a:r>
          <a:rPr lang="en-US"/>
          <a:t>If you run into issues with the installation source where it wont automatically load: try restarting the download process but enable the bridged connection first. Then in the network section enable the bridge options only? at least that was the one I only enabled.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64C3E-35E7-4112-9646-A8F2F8C4C54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95BFD-0A32-447A-8116-86E6B8BF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Segoe UI" panose="020B0502040204020203" pitchFamily="34" charset="0"/>
              </a:rPr>
              <a:t># If you run into issues with the installation source where it wont automatically load: try restarting the download process but enable the bridged connection first. Then in the network section enable the bridge options only? at least that was the one I only enabled.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95BFD-0A32-447A-8116-86E6B8BFC8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1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A46E-22A8-B960-F812-2F199CAA3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9D2EE-F664-9610-743B-EE9A4CC22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20D8E-4720-B04B-AEDD-77437833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D5200-E41C-0B35-098A-6DA4DFBC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FE24A-0BB3-5F5A-4319-3823BB9E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1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2CF3-F5FF-B382-AF4E-ED77882D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61AF-020F-53EC-27C0-5A9AA5C27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B8824-41A0-E478-3F70-7242507A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EFB1C-C40C-983E-A127-7A506E1C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EE768-1F43-011B-ECAE-57B9A378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7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75DF-7A93-23A2-3F36-3E172542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C3F83-998F-BA45-F84E-0AE2DF684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E5E9-4327-7E77-8F62-39CCC10E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2F0AC-C398-50A4-7D0F-385EA9B3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F71C2-333A-3476-1208-46F95C3F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57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1DA27-8F23-349F-D5C7-F1AA3817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C7EB-232D-1891-5845-2D7B9DFE9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E1344-3F2B-B78E-D2CE-E9BFC4389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AE8E9-4561-0385-64F7-6C13675D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E38F9-B2EF-3172-FE4D-4B31ACB4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B2614-4EED-F491-5429-526ABFAE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8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868B-95E3-2478-B567-F9B1A91D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58AA5-D70E-DAB1-9EFE-BF3AD8E0F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F2F37-D8F1-8DD2-5D36-2A3749D4C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4DA68-1574-FF1D-B858-6359E86D8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82A35-35B9-0641-63F7-AB9AEEAFE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FDC42-F0DB-432C-726C-A2C179C7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243DE-6630-DC5D-DD57-39666C6A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F9CC2-2C3D-0999-47FC-A6503E60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571-4EEC-3783-9419-82FFA9FA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79575-C80C-092A-2E72-36BE3F4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C6429-A118-A827-9244-86C2A4A56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63059-55A9-6D69-CDA4-99A47F2D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7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8FC2F-2C60-3DD3-6106-474E29BE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31EAD-B7D3-9452-A5E7-2F92034D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64449-5F58-44F0-982D-9C6678BB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3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7771-D847-E70B-90F2-CEA9B8ECF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ACE5-EC4F-3A1B-16D8-1448AE0E7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3D6EB-81B6-D1EB-E7A9-021E71609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1D618-E781-2AA6-7CF2-59E45C2C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A8240-5859-88F8-4B1D-B75055F8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67410-EC34-862C-54E9-4124C175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0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84FE-2ED8-5C2F-51A4-E27BFEFD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9C00E-1446-E66D-7F48-BE634D825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7D69F-E2CD-3B77-73A3-B93EBCC9B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80DA3-E7A4-E194-1336-D2FD02A3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930C3-9DAB-060A-0165-86B0B8EA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646F2-74B1-1CA5-D9F9-957C560F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6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FEAC-0F40-1144-6C11-07F9D6AAE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FD92E-917F-E2A7-0D5D-BA59767C9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49179-48A1-D4E7-E43C-213275D7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DA908-BD15-2682-1E54-E79434BCA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0BCA9-630F-4E3D-56E1-12C7A7CD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09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5CD4E-9288-50BD-88BC-802369EB1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C37A2-FBCA-DD33-20AA-8A553FCC0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67BA2-A6A7-BD21-C8ED-22BE70E2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42B85-A6D6-3E78-2DCC-FB13077C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F39F5-FE88-8EC9-5181-B7503A75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0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ECBAD-7231-FB5D-CE83-7E30ED31B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6F191-662C-0E41-DEB0-CA874257F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6B0C2-C860-DDFD-B7E5-8F6165A12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2DE8F-6462-4515-9A41-A07BBCEDBA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5AF54-18D5-5ABB-9F6A-6FB48C694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A7AE5-3E12-4103-16DC-30E115378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92AA9-3A7E-4701-8CE5-9021C4C0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3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5E27414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utty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E6B9-45F1-11AE-159D-BF8EBB980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Setting UP TAK Server </a:t>
            </a:r>
            <a:br>
              <a:rPr lang="en-US" dirty="0"/>
            </a:br>
            <a:r>
              <a:rPr lang="en-US" dirty="0"/>
              <a:t>Virtual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2D1CE-E95C-1034-5DB6-CAFEDBFF1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3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4DE2-EBF0-5FD2-099C-7291EED8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Download/Setup our 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AAF2C-072D-37B0-A523-2D3215D41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the following link: </a:t>
            </a:r>
            <a:r>
              <a:rPr lang="en-US" dirty="0">
                <a:hlinkClick r:id="rId2"/>
              </a:rPr>
              <a:t>https://www.virtualbox.org/wiki/Downloads</a:t>
            </a:r>
            <a:endParaRPr lang="en-US" dirty="0"/>
          </a:p>
          <a:p>
            <a:r>
              <a:rPr lang="en-US" dirty="0"/>
              <a:t>Under “VirtualBox 7.0.20 platform packages” select your operating system host (Windows hosts) </a:t>
            </a:r>
          </a:p>
          <a:p>
            <a:r>
              <a:rPr lang="en-US" dirty="0"/>
              <a:t>Once it is done downloading open the file and following the set-up instructions</a:t>
            </a:r>
          </a:p>
        </p:txBody>
      </p:sp>
    </p:spTree>
    <p:extLst>
      <p:ext uri="{BB962C8B-B14F-4D97-AF65-F5344CB8AC3E}">
        <p14:creationId xmlns:p14="http://schemas.microsoft.com/office/powerpoint/2010/main" val="84995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D59D-7A4F-7103-4173-13A8A7DB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Our TAK Server 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98FC-E49E-BE1E-BE28-456D6EE12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491" y="1825625"/>
            <a:ext cx="10670309" cy="4351338"/>
          </a:xfrm>
        </p:spPr>
        <p:txBody>
          <a:bodyPr/>
          <a:lstStyle/>
          <a:p>
            <a:r>
              <a:rPr lang="en-US" dirty="0"/>
              <a:t>With the VM open select “New” </a:t>
            </a:r>
          </a:p>
          <a:p>
            <a:r>
              <a:rPr lang="en-US" dirty="0"/>
              <a:t>Fill in the following fields:</a:t>
            </a:r>
          </a:p>
          <a:p>
            <a:pPr lvl="1"/>
            <a:r>
              <a:rPr lang="en-US" dirty="0"/>
              <a:t>Name: “Name your TAK Server” (TAK Server)</a:t>
            </a:r>
          </a:p>
          <a:p>
            <a:pPr lvl="1"/>
            <a:r>
              <a:rPr lang="en-US" dirty="0"/>
              <a:t>ISO Image: Rocky-8.10-x86_64-boot.iso</a:t>
            </a:r>
          </a:p>
          <a:p>
            <a:pPr lvl="2"/>
            <a:r>
              <a:rPr lang="en-US" dirty="0"/>
              <a:t>You should be able to select the</a:t>
            </a:r>
            <a:br>
              <a:rPr lang="en-US" dirty="0"/>
            </a:br>
            <a:r>
              <a:rPr lang="en-US" dirty="0"/>
              <a:t> drop down and see the Rocky-8 boot iso.</a:t>
            </a:r>
          </a:p>
          <a:p>
            <a:pPr lvl="1"/>
            <a:r>
              <a:rPr lang="en-US" dirty="0"/>
              <a:t>Type: Linux</a:t>
            </a:r>
          </a:p>
          <a:p>
            <a:pPr lvl="1"/>
            <a:r>
              <a:rPr lang="en-US" dirty="0"/>
              <a:t>Version: Red Hat (64-bit)</a:t>
            </a:r>
          </a:p>
          <a:p>
            <a:r>
              <a:rPr lang="en-US" dirty="0"/>
              <a:t>Select Next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61881-9B23-6577-B362-8583C5ED2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12" y="3600597"/>
            <a:ext cx="5227805" cy="271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7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4EDC-C0E6-B2E8-8164-1D7B2935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Our TAK Server VM –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CAAC-D2FA-406F-D6E7-825F1577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Memory: 5000 MB</a:t>
            </a:r>
          </a:p>
          <a:p>
            <a:pPr lvl="1"/>
            <a:r>
              <a:rPr lang="en-US" dirty="0"/>
              <a:t>We want to have around 5 Gb of memory, but it all depends on your machine. </a:t>
            </a:r>
          </a:p>
          <a:p>
            <a:pPr lvl="1"/>
            <a:r>
              <a:rPr lang="en-US" dirty="0"/>
              <a:t>You can always add more.</a:t>
            </a:r>
          </a:p>
          <a:p>
            <a:r>
              <a:rPr lang="en-US" dirty="0"/>
              <a:t>Processors: 1 CPUs</a:t>
            </a:r>
          </a:p>
          <a:p>
            <a:pPr lvl="1"/>
            <a:r>
              <a:rPr lang="en-US" dirty="0"/>
              <a:t>Similarly to the memory this all</a:t>
            </a:r>
            <a:br>
              <a:rPr lang="en-US" dirty="0"/>
            </a:br>
            <a:r>
              <a:rPr lang="en-US" dirty="0"/>
              <a:t> depends on your machine, </a:t>
            </a:r>
            <a:br>
              <a:rPr lang="en-US" dirty="0"/>
            </a:br>
            <a:r>
              <a:rPr lang="en-US" dirty="0"/>
              <a:t>you can always add more.</a:t>
            </a:r>
          </a:p>
          <a:p>
            <a:r>
              <a:rPr lang="en-US" dirty="0"/>
              <a:t>Select “Next”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4051B-B467-3D2C-6E1A-F9776F434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55" y="2843624"/>
            <a:ext cx="6096000" cy="319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2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296A-0FE6-6C86-1407-F625122D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Our TAK Server VM – Virtual Hard 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F68B-5063-DA2D-5F1B-2B930D80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“Create a Virtual Hard Disk Now” if it’s not already.</a:t>
            </a:r>
          </a:p>
          <a:p>
            <a:r>
              <a:rPr lang="en-US" dirty="0"/>
              <a:t>Set the “Disk Size:” to a minimum of 15 GB</a:t>
            </a:r>
          </a:p>
          <a:p>
            <a:pPr lvl="1"/>
            <a:r>
              <a:rPr lang="en-US" dirty="0"/>
              <a:t>Again, this can be increased to whatever desired size, depending on your machine's specs.</a:t>
            </a:r>
          </a:p>
          <a:p>
            <a:r>
              <a:rPr lang="en-US" dirty="0"/>
              <a:t>Select “Next”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7CF5A-3BE4-D60D-68F9-7569A99BE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318" y="3191422"/>
            <a:ext cx="6517340" cy="339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7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1033-FC97-F809-F6AA-20FDFCF47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Our TAK Server VM –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1BB60-8F33-22D9-75EB-2E64C831F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now see the summary page where you can validate the specs of your VM</a:t>
            </a:r>
          </a:p>
          <a:p>
            <a:r>
              <a:rPr lang="en-US" dirty="0"/>
              <a:t>Once done select “Finish”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0165D-D056-EB2F-AB85-C8507FFE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157" y="2604872"/>
            <a:ext cx="6537124" cy="370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F910-C992-1C51-D0CC-995558A1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Bridge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82C47-2F4C-8BD5-8D03-1EA9A5A90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23647"/>
          </a:xfrm>
        </p:spPr>
        <p:txBody>
          <a:bodyPr>
            <a:normAutofit/>
          </a:bodyPr>
          <a:lstStyle/>
          <a:p>
            <a:r>
              <a:rPr lang="en-US" dirty="0"/>
              <a:t>Navigate to the VM Virtual Box.</a:t>
            </a:r>
          </a:p>
          <a:p>
            <a:r>
              <a:rPr lang="en-US" dirty="0"/>
              <a:t>With your TAK Server highlighted select “Settings”</a:t>
            </a:r>
          </a:p>
          <a:p>
            <a:r>
              <a:rPr lang="en-US" dirty="0"/>
              <a:t>From the settings do the following: </a:t>
            </a:r>
          </a:p>
          <a:p>
            <a:pPr lvl="1"/>
            <a:r>
              <a:rPr lang="en-US" dirty="0"/>
              <a:t>Select Network</a:t>
            </a:r>
          </a:p>
          <a:p>
            <a:pPr lvl="2"/>
            <a:r>
              <a:rPr lang="en-US" dirty="0"/>
              <a:t>Select Adapter 2</a:t>
            </a:r>
          </a:p>
          <a:p>
            <a:pPr lvl="3"/>
            <a:r>
              <a:rPr lang="en-US" dirty="0"/>
              <a:t>Enable: Enable Network Adapter</a:t>
            </a:r>
          </a:p>
          <a:p>
            <a:pPr lvl="3"/>
            <a:r>
              <a:rPr lang="en-US" dirty="0"/>
              <a:t>Set Attached to: Bridge Adapter</a:t>
            </a:r>
          </a:p>
          <a:p>
            <a:pPr lvl="3"/>
            <a:r>
              <a:rPr lang="en-US" dirty="0"/>
              <a:t>Select Advanced</a:t>
            </a:r>
          </a:p>
          <a:p>
            <a:pPr lvl="4"/>
            <a:r>
              <a:rPr lang="en-US" dirty="0"/>
              <a:t>Set Promiscuous Mode: Allow All</a:t>
            </a:r>
          </a:p>
          <a:p>
            <a:pPr lvl="1"/>
            <a:r>
              <a:rPr lang="en-US" dirty="0"/>
              <a:t>Select “OK”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C4C1-1066-E23C-209A-7C38BA86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331" y="2442330"/>
            <a:ext cx="4509246" cy="343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1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9D3A-0232-9F8B-6CFD-7C032DAD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Our TAK Server 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7FF2-7B98-B0FB-6E75-388B73E50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now see your TAK Server VM on the left panel.</a:t>
            </a:r>
          </a:p>
          <a:p>
            <a:r>
              <a:rPr lang="en-US" dirty="0"/>
              <a:t>Start up your VM</a:t>
            </a:r>
          </a:p>
          <a:p>
            <a:pPr lvl="1"/>
            <a:r>
              <a:rPr lang="en-US" dirty="0"/>
              <a:t>Double click your server to start it or select the server then select start at the top right</a:t>
            </a:r>
          </a:p>
        </p:txBody>
      </p:sp>
    </p:spTree>
    <p:extLst>
      <p:ext uri="{BB962C8B-B14F-4D97-AF65-F5344CB8AC3E}">
        <p14:creationId xmlns:p14="http://schemas.microsoft.com/office/powerpoint/2010/main" val="268699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63A2-BF65-1891-2CCB-87BBD9D0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Our TAK-Server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5A23-FA1F-23DA-05D4-64C13392D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now see the Rocky Linux 8.10 install window.</a:t>
            </a:r>
          </a:p>
          <a:p>
            <a:r>
              <a:rPr lang="en-US" dirty="0"/>
              <a:t>Hit Enter</a:t>
            </a:r>
          </a:p>
          <a:p>
            <a:r>
              <a:rPr lang="en-US" dirty="0"/>
              <a:t>Let the VM initialize.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Note: To use your mouse cursor outside of your VM select your right “ctrl” key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11B5A6-8AC4-B204-12CD-8EB1D725E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198" y="2612824"/>
            <a:ext cx="3383181" cy="163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2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5297-A9E5-4B57-E686-09D2AA43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 Rocky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18B78-0019-75B3-29E0-FF4D7922B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at the “Welcome to Rocky Linux 8.10” screen walk through the setup guide.</a:t>
            </a:r>
          </a:p>
          <a:p>
            <a:pPr lvl="1"/>
            <a:r>
              <a:rPr lang="en-US" dirty="0"/>
              <a:t>Language: Choose your preferred language</a:t>
            </a:r>
          </a:p>
          <a:p>
            <a:pPr lvl="2"/>
            <a:r>
              <a:rPr lang="en-US" dirty="0"/>
              <a:t>Continue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46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D6E6-969C-98A1-F719-59E489E2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Rocky Linux Installation Summary – User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6950A-8DEF-6520-68A9-29BE4E901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612"/>
            <a:ext cx="10515600" cy="48702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Once at the “Installation Summary” page complete the “User Settings” </a:t>
            </a:r>
          </a:p>
          <a:p>
            <a:r>
              <a:rPr lang="en-US" sz="2400" dirty="0"/>
              <a:t>Select “Root Password”</a:t>
            </a:r>
          </a:p>
          <a:p>
            <a:pPr lvl="1"/>
            <a:r>
              <a:rPr lang="en-US" sz="2000" dirty="0"/>
              <a:t>Provide a root password, something that </a:t>
            </a:r>
            <a:br>
              <a:rPr lang="en-US" sz="2000" dirty="0"/>
            </a:br>
            <a:r>
              <a:rPr lang="en-US" sz="2000" dirty="0"/>
              <a:t>overly complicated. </a:t>
            </a:r>
          </a:p>
          <a:p>
            <a:pPr lvl="2"/>
            <a:r>
              <a:rPr lang="en-US" sz="1800" dirty="0"/>
              <a:t>If the password is simple, it is ok you will </a:t>
            </a:r>
            <a:br>
              <a:rPr lang="en-US" sz="1800" dirty="0"/>
            </a:br>
            <a:r>
              <a:rPr lang="en-US" sz="1800" dirty="0"/>
              <a:t>need to select the “Done” button twice.</a:t>
            </a:r>
          </a:p>
          <a:p>
            <a:pPr lvl="2"/>
            <a:r>
              <a:rPr lang="en-US" sz="1800" dirty="0"/>
              <a:t>Root Password: </a:t>
            </a:r>
            <a:r>
              <a:rPr lang="en-US" sz="1800" dirty="0" err="1"/>
              <a:t>atakatak</a:t>
            </a:r>
            <a:endParaRPr lang="en-US" sz="1800" dirty="0"/>
          </a:p>
          <a:p>
            <a:pPr lvl="1"/>
            <a:r>
              <a:rPr lang="en-US" sz="2000" dirty="0"/>
              <a:t>Confirm the password by typing it again.</a:t>
            </a:r>
          </a:p>
          <a:p>
            <a:pPr lvl="1"/>
            <a:r>
              <a:rPr lang="en-US" sz="2000" dirty="0"/>
              <a:t>Select “Done” at the top right.</a:t>
            </a:r>
          </a:p>
          <a:p>
            <a:pPr lvl="1"/>
            <a:endParaRPr lang="en-US" sz="2000" dirty="0"/>
          </a:p>
          <a:p>
            <a:r>
              <a:rPr lang="en-US" sz="2400" dirty="0"/>
              <a:t>Select “Create User”</a:t>
            </a:r>
          </a:p>
          <a:p>
            <a:pPr lvl="1"/>
            <a:r>
              <a:rPr lang="en-US" sz="2000" dirty="0"/>
              <a:t>Full name: provide a name (</a:t>
            </a:r>
            <a:r>
              <a:rPr lang="en-US" sz="2000" dirty="0" err="1"/>
              <a:t>takadmin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Username: (this will automatically be the same</a:t>
            </a:r>
            <a:br>
              <a:rPr lang="en-US" sz="2000" dirty="0"/>
            </a:br>
            <a:r>
              <a:rPr lang="en-US" sz="2000" dirty="0"/>
              <a:t> as the Full name if you wish to change it you may, but not necessary) </a:t>
            </a:r>
          </a:p>
          <a:p>
            <a:pPr lvl="1"/>
            <a:r>
              <a:rPr lang="en-US" sz="2000" dirty="0"/>
              <a:t>IMPORTANT: Make sure the “Make this user administrator” box is enabled</a:t>
            </a:r>
          </a:p>
          <a:p>
            <a:pPr lvl="1"/>
            <a:r>
              <a:rPr lang="en-US" sz="2000" dirty="0"/>
              <a:t>Password: provide a password and confirm it, for simplicity I will use the same one as the root admin (</a:t>
            </a:r>
            <a:r>
              <a:rPr lang="en-US" sz="2000" dirty="0" err="1"/>
              <a:t>atakatak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Select “Done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ED76FA-D19B-A9F9-1BBA-11C472983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738" y="1985761"/>
            <a:ext cx="5753903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8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8E00-A678-F666-CE11-17969514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Rocky Linux Installation Summary –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67A98-EB37-30A1-B6A0-836178641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“Network &amp; Host Name” under the “SYSTEM” section.</a:t>
            </a:r>
          </a:p>
          <a:p>
            <a:pPr lvl="1"/>
            <a:r>
              <a:rPr lang="en-US" dirty="0"/>
              <a:t>For Ethernet (enp0s8), toggle the switch on the right side of the screen from “off” to “on”.</a:t>
            </a:r>
          </a:p>
          <a:p>
            <a:pPr lvl="1"/>
            <a:r>
              <a:rPr lang="en-US" dirty="0"/>
              <a:t>The switch for Ethernet (enp0s3) should be off.</a:t>
            </a:r>
          </a:p>
          <a:p>
            <a:pPr lvl="1"/>
            <a:r>
              <a:rPr lang="en-US" dirty="0"/>
              <a:t>Select “Done”</a:t>
            </a:r>
          </a:p>
          <a:p>
            <a:r>
              <a:rPr lang="en-US" dirty="0"/>
              <a:t>Select “Installation Destination” under the “SYSTEM” section.</a:t>
            </a:r>
          </a:p>
          <a:p>
            <a:pPr lvl="1"/>
            <a:r>
              <a:rPr lang="en-US" dirty="0"/>
              <a:t>Confirm that the Local Standard Disks </a:t>
            </a:r>
            <a:br>
              <a:rPr lang="en-US" dirty="0"/>
            </a:br>
            <a:r>
              <a:rPr lang="en-US" dirty="0"/>
              <a:t>has a check mark over the drive.</a:t>
            </a:r>
          </a:p>
          <a:p>
            <a:pPr lvl="1"/>
            <a:r>
              <a:rPr lang="en-US" dirty="0"/>
              <a:t>Confirm that the Storage Configuration </a:t>
            </a:r>
            <a:br>
              <a:rPr lang="en-US" dirty="0"/>
            </a:br>
            <a:r>
              <a:rPr lang="en-US" dirty="0"/>
              <a:t>section is set to Automatic</a:t>
            </a:r>
          </a:p>
          <a:p>
            <a:pPr lvl="1"/>
            <a:r>
              <a:rPr lang="en-US" dirty="0"/>
              <a:t>Select “Done”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D07F9-FF9C-239E-9AB8-DAD91D994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654" y="4264362"/>
            <a:ext cx="2561074" cy="246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3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D7D4C-8F5C-5B24-BE74-ECA5F731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Rocky Linux Installation Summary –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5533A-304B-7678-123D-0F46F3B62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“Software Selection” under the “SOFTWARE” section.</a:t>
            </a:r>
          </a:p>
          <a:p>
            <a:pPr lvl="1"/>
            <a:r>
              <a:rPr lang="en-US" dirty="0"/>
              <a:t>In the “Base Environment” section select the “Server with GUI” option. </a:t>
            </a:r>
          </a:p>
          <a:p>
            <a:pPr lvl="1"/>
            <a:r>
              <a:rPr lang="en-US" dirty="0"/>
              <a:t>Select “Done”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44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D057-470A-E7DD-2BC6-44E30DF9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Rocky Linux Installation Summary – Begin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CD246-F3CD-A221-40CA-B23EBB73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“Installation Summary” page should look as follows:</a:t>
            </a:r>
          </a:p>
          <a:p>
            <a:r>
              <a:rPr lang="en-US" dirty="0"/>
              <a:t>If it does, then select: </a:t>
            </a:r>
            <a:br>
              <a:rPr lang="en-US" dirty="0"/>
            </a:br>
            <a:r>
              <a:rPr lang="en-US" dirty="0"/>
              <a:t>“Begin Installation”</a:t>
            </a:r>
          </a:p>
          <a:p>
            <a:r>
              <a:rPr lang="en-US" dirty="0"/>
              <a:t>Note: This will take a while.</a:t>
            </a:r>
          </a:p>
          <a:p>
            <a:r>
              <a:rPr lang="en-US" dirty="0"/>
              <a:t>Once the installation is </a:t>
            </a:r>
            <a:br>
              <a:rPr lang="en-US" dirty="0"/>
            </a:br>
            <a:r>
              <a:rPr lang="en-US" dirty="0"/>
              <a:t>complete the “Reboot System”</a:t>
            </a:r>
            <a:br>
              <a:rPr lang="en-US" dirty="0"/>
            </a:br>
            <a:r>
              <a:rPr lang="en-US" dirty="0"/>
              <a:t>will now be blue and you can </a:t>
            </a:r>
            <a:br>
              <a:rPr lang="en-US" dirty="0"/>
            </a:br>
            <a:r>
              <a:rPr lang="en-US" dirty="0"/>
              <a:t>select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CD7AC-E07C-E32D-6E2C-BBFA46F12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564" y="2235806"/>
            <a:ext cx="6308436" cy="435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309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BD0D-989D-A2B1-DC9A-09D54493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Rocky Linux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F8B3-2788-7B34-7CCD-A834DE59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/>
          <a:lstStyle/>
          <a:p>
            <a:r>
              <a:rPr lang="en-US" dirty="0"/>
              <a:t>Once you hit reboot let it load full to the following screen:</a:t>
            </a:r>
          </a:p>
          <a:p>
            <a:r>
              <a:rPr lang="en-US" dirty="0"/>
              <a:t>From here select the </a:t>
            </a:r>
            <a:br>
              <a:rPr lang="en-US" dirty="0"/>
            </a:br>
            <a:r>
              <a:rPr lang="en-US" dirty="0"/>
              <a:t>“License Information” tab.</a:t>
            </a:r>
          </a:p>
          <a:p>
            <a:r>
              <a:rPr lang="en-US" dirty="0"/>
              <a:t>At the bottom of that screen</a:t>
            </a:r>
            <a:br>
              <a:rPr lang="en-US" dirty="0"/>
            </a:br>
            <a:r>
              <a:rPr lang="en-US" dirty="0"/>
              <a:t>select the “I accept…” </a:t>
            </a:r>
            <a:br>
              <a:rPr lang="en-US" dirty="0"/>
            </a:br>
            <a:r>
              <a:rPr lang="en-US" dirty="0"/>
              <a:t>statement.</a:t>
            </a:r>
          </a:p>
          <a:p>
            <a:r>
              <a:rPr lang="en-US" dirty="0"/>
              <a:t>Select “Done”</a:t>
            </a:r>
          </a:p>
          <a:p>
            <a:r>
              <a:rPr lang="en-US" dirty="0"/>
              <a:t>When back at the Initial </a:t>
            </a:r>
            <a:br>
              <a:rPr lang="en-US" dirty="0"/>
            </a:br>
            <a:r>
              <a:rPr lang="en-US" dirty="0"/>
              <a:t>Setup screen select </a:t>
            </a:r>
            <a:br>
              <a:rPr lang="en-US" dirty="0"/>
            </a:br>
            <a:r>
              <a:rPr lang="en-US" dirty="0"/>
              <a:t>“Finish Configuration”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6AB0E-03CC-EE91-EA07-2CD6C5250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576" y="1934730"/>
            <a:ext cx="6507351" cy="455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56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2ECC-679F-D8B9-870D-20E950A1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Network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8BC0-8BEF-4365-2B6E-CCBC4716F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873"/>
            <a:ext cx="10515600" cy="4736090"/>
          </a:xfrm>
        </p:spPr>
        <p:txBody>
          <a:bodyPr/>
          <a:lstStyle/>
          <a:p>
            <a:r>
              <a:rPr lang="en-US" dirty="0"/>
              <a:t>Select your user and login. </a:t>
            </a:r>
          </a:p>
          <a:p>
            <a:r>
              <a:rPr lang="en-US" dirty="0"/>
              <a:t>Finish setting up.</a:t>
            </a:r>
          </a:p>
          <a:p>
            <a:r>
              <a:rPr lang="en-US" dirty="0"/>
              <a:t>Open the terminal and type the following: </a:t>
            </a:r>
          </a:p>
          <a:p>
            <a:pPr lvl="1"/>
            <a:r>
              <a:rPr lang="en-US" b="1" dirty="0" err="1"/>
              <a:t>ifconfig</a:t>
            </a:r>
            <a:endParaRPr lang="en-US" b="1" dirty="0"/>
          </a:p>
          <a:p>
            <a:pPr lvl="1"/>
            <a:r>
              <a:rPr lang="en-US" dirty="0"/>
              <a:t>This will display the current network interface configuration information.</a:t>
            </a:r>
          </a:p>
          <a:p>
            <a:r>
              <a:rPr lang="en-US" dirty="0"/>
              <a:t>If you do not see a valid network IP address, you will need to shut down your VM and set up the Bridge network again.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7DE0F-94AE-CAB5-5BDE-C34538E5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7" y="4907468"/>
            <a:ext cx="7020905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75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3617-0680-9807-26CC-09970D2D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SSH(Secure Shell) into our TAK Server –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D23D3-87FB-630B-E5C2-2D38220A6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Terminal</a:t>
            </a:r>
          </a:p>
          <a:p>
            <a:pPr lvl="1"/>
            <a:r>
              <a:rPr lang="en-US" dirty="0"/>
              <a:t>You can ssh into your server from the terminal command line by opening your preferred terminal and typing the following: </a:t>
            </a:r>
          </a:p>
          <a:p>
            <a:pPr lvl="2"/>
            <a:r>
              <a:rPr lang="en-US" b="1" dirty="0"/>
              <a:t>ssh &lt;username&gt;@&lt;ip address&gt;</a:t>
            </a:r>
          </a:p>
          <a:p>
            <a:pPr lvl="3"/>
            <a:r>
              <a:rPr lang="en-US" dirty="0"/>
              <a:t>This will ask you to verify you want to connect, type “yes” and press enter.</a:t>
            </a:r>
          </a:p>
          <a:p>
            <a:pPr lvl="3"/>
            <a:r>
              <a:rPr lang="en-US" dirty="0"/>
              <a:t>You will then be asked for the password for the user.</a:t>
            </a:r>
          </a:p>
          <a:p>
            <a:pPr lvl="4"/>
            <a:r>
              <a:rPr lang="en-US" dirty="0"/>
              <a:t>Note: the text will be invisible so you will not be able to see what you are typing. </a:t>
            </a:r>
          </a:p>
          <a:p>
            <a:pPr lvl="4"/>
            <a:r>
              <a:rPr lang="en-US" dirty="0"/>
              <a:t>Once you enter the password hit enter and you will be connected.</a:t>
            </a:r>
          </a:p>
          <a:p>
            <a:pPr lvl="2"/>
            <a:r>
              <a:rPr lang="en-US" dirty="0"/>
              <a:t>When you successfully ssh into the server the command line will look like the following: 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A7E1F-5BEE-BE91-B654-D73EAE5C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081" y="4812200"/>
            <a:ext cx="6239746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75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9F40-E7AC-7494-1C82-139EBA84D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SSH(Secure Shell) into our TAK Server – PuTTY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2AA1-2DDC-5496-00D3-486CD1E9B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PuTTY</a:t>
            </a:r>
          </a:p>
          <a:p>
            <a:pPr lvl="1"/>
            <a:r>
              <a:rPr lang="en-US" dirty="0" err="1"/>
              <a:t>PuTTy</a:t>
            </a:r>
            <a:r>
              <a:rPr lang="en-US" dirty="0"/>
              <a:t> is a tool that can be leveraged on windows to connect to other clients instead of using the terminal to ssh. </a:t>
            </a:r>
          </a:p>
          <a:p>
            <a:pPr lvl="1"/>
            <a:r>
              <a:rPr lang="en-US" dirty="0"/>
              <a:t>It can be downloaded at the following link: </a:t>
            </a:r>
          </a:p>
          <a:p>
            <a:pPr lvl="2"/>
            <a:r>
              <a:rPr lang="en-US" dirty="0">
                <a:hlinkClick r:id="rId2"/>
              </a:rPr>
              <a:t>https://www.putty.org/</a:t>
            </a:r>
            <a:endParaRPr lang="en-US" dirty="0"/>
          </a:p>
          <a:p>
            <a:pPr lvl="1"/>
            <a:r>
              <a:rPr lang="en-US" dirty="0"/>
              <a:t>Once open you will enter the following: </a:t>
            </a:r>
          </a:p>
          <a:p>
            <a:pPr lvl="2"/>
            <a:r>
              <a:rPr lang="en-US" dirty="0"/>
              <a:t>Host Name (or IP address): &lt;IP address&gt; </a:t>
            </a:r>
          </a:p>
          <a:p>
            <a:pPr lvl="2"/>
            <a:r>
              <a:rPr lang="en-US" dirty="0"/>
              <a:t>Connection Type: SSH</a:t>
            </a:r>
          </a:p>
          <a:p>
            <a:pPr lvl="2"/>
            <a:r>
              <a:rPr lang="en-US" dirty="0"/>
              <a:t>Saved Sessions: &lt;Server Name&gt; </a:t>
            </a:r>
          </a:p>
          <a:p>
            <a:pPr lvl="1"/>
            <a:r>
              <a:rPr lang="en-US" dirty="0"/>
              <a:t>Select “Save” and the session will be saved for</a:t>
            </a:r>
            <a:br>
              <a:rPr lang="en-US" dirty="0"/>
            </a:br>
            <a:r>
              <a:rPr lang="en-US" dirty="0"/>
              <a:t> ease of access later.</a:t>
            </a:r>
          </a:p>
          <a:p>
            <a:pPr lvl="2"/>
            <a:r>
              <a:rPr lang="en-US" dirty="0"/>
              <a:t>When connecting again later you simply have to select the session you want to connect to then “Load”.</a:t>
            </a:r>
          </a:p>
          <a:p>
            <a:pPr lvl="1"/>
            <a:r>
              <a:rPr lang="en-US" dirty="0"/>
              <a:t>Now select “Open”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8ED82-A0BB-DA6B-A6B7-79C1931B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493" y="2563906"/>
            <a:ext cx="2786848" cy="270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73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9460-C0F7-4C97-0A7B-3AAE16CA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SSH(Secure Shell) into our TAK Server – PuTTY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6E40-9E46-A88F-7842-18B26D1A6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be prompted with a “PuTTY Security Alert” </a:t>
            </a:r>
          </a:p>
          <a:p>
            <a:pPr lvl="1"/>
            <a:r>
              <a:rPr lang="en-US" dirty="0"/>
              <a:t>Select “Accept”</a:t>
            </a:r>
          </a:p>
          <a:p>
            <a:r>
              <a:rPr lang="en-US" dirty="0"/>
              <a:t>You now can login to the client</a:t>
            </a:r>
          </a:p>
          <a:p>
            <a:pPr lvl="1"/>
            <a:r>
              <a:rPr lang="en-US" dirty="0"/>
              <a:t>Login as: &lt;username&gt; </a:t>
            </a:r>
          </a:p>
          <a:p>
            <a:pPr lvl="1"/>
            <a:r>
              <a:rPr lang="en-US" dirty="0"/>
              <a:t>&lt;username&gt;@&lt;IP address&gt;’s password: &lt;enter your password &gt;</a:t>
            </a:r>
          </a:p>
          <a:p>
            <a:pPr lvl="1"/>
            <a:r>
              <a:rPr lang="en-US" dirty="0"/>
              <a:t>The password text will be invisible so you will not be able to see what you are typing. </a:t>
            </a:r>
          </a:p>
          <a:p>
            <a:pPr lvl="1"/>
            <a:r>
              <a:rPr lang="en-US" dirty="0"/>
              <a:t>Once done enter your password hit Enter.</a:t>
            </a:r>
          </a:p>
          <a:p>
            <a:pPr lvl="1"/>
            <a:r>
              <a:rPr lang="en-US" dirty="0"/>
              <a:t>You should be connected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4030073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2127D-13DA-895C-9C0D-4CD8872B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97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Setup TAK Server</a:t>
            </a:r>
          </a:p>
        </p:txBody>
      </p:sp>
    </p:spTree>
    <p:extLst>
      <p:ext uri="{BB962C8B-B14F-4D97-AF65-F5344CB8AC3E}">
        <p14:creationId xmlns:p14="http://schemas.microsoft.com/office/powerpoint/2010/main" val="961012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3297</TotalTime>
  <Words>1303</Words>
  <PresentationFormat>Widescreen</PresentationFormat>
  <Paragraphs>134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Segoe UI</vt:lpstr>
      <vt:lpstr>Office Theme</vt:lpstr>
      <vt:lpstr>Setting UP TAK Server  Virtual Machine</vt:lpstr>
      <vt:lpstr>Download/Setup our VM</vt:lpstr>
      <vt:lpstr>Create Our TAK Server VM</vt:lpstr>
      <vt:lpstr>Creating Our TAK Server VM – Hardware</vt:lpstr>
      <vt:lpstr>Creating Our TAK Server VM – Virtual Hard Disk</vt:lpstr>
      <vt:lpstr>Creating Our TAK Server VM – Summary</vt:lpstr>
      <vt:lpstr>Creating a Bridge Network</vt:lpstr>
      <vt:lpstr>Starting Our TAK Server VM</vt:lpstr>
      <vt:lpstr>Configuring Our TAK-Server</vt:lpstr>
      <vt:lpstr>Configure  Rocky Linux</vt:lpstr>
      <vt:lpstr>Rocky Linux Installation Summary – User Settings</vt:lpstr>
      <vt:lpstr>Rocky Linux Installation Summary – System</vt:lpstr>
      <vt:lpstr>Rocky Linux Installation Summary – Software</vt:lpstr>
      <vt:lpstr>Rocky Linux Installation Summary – Begin Installation</vt:lpstr>
      <vt:lpstr>Rocky Linux Setup</vt:lpstr>
      <vt:lpstr>Configuring Network Settings</vt:lpstr>
      <vt:lpstr>SSH(Secure Shell) into our TAK Server – Terminal</vt:lpstr>
      <vt:lpstr>SSH(Secure Shell) into our TAK Server – PuTTY</vt:lpstr>
      <vt:lpstr>SSH(Secure Shell) into our TAK Server – PuTTY</vt:lpstr>
      <vt:lpstr>Setup TAK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2024-07-31T12:46:37Z</dcterms:created>
  <dcterms:modified xsi:type="dcterms:W3CDTF">2025-04-11T15:31:07Z</dcterms:modified>
</cp:coreProperties>
</file>
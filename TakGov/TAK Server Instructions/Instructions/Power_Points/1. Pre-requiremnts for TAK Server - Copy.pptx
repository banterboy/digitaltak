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589B9A3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S::640458@bah.com::89bfa2a9-2144-4bd6-ba22-d79ad510780c" providerId="AD" clId="Web-{341A94E2-3683-0C91-8BEC-56164E6B5C44}"/>
    <pc:docChg chg="modSld">
      <pc:chgData name="Hunt, Randall [USA]" userId="S::640458@bah.com::89bfa2a9-2144-4bd6-ba22-d79ad510780c" providerId="AD" clId="Web-{341A94E2-3683-0C91-8BEC-56164E6B5C44}" dt="2024-08-21T14:49:50.588" v="12" actId="20577"/>
      <pc:docMkLst>
        <pc:docMk/>
      </pc:docMkLst>
      <pc:sldChg chg="modSp">
        <pc:chgData name="Hunt, Randall [USA]" userId="S::640458@bah.com::89bfa2a9-2144-4bd6-ba22-d79ad510780c" providerId="AD" clId="Web-{341A94E2-3683-0C91-8BEC-56164E6B5C44}" dt="2024-08-21T14:49:50.588" v="12" actId="20577"/>
        <pc:sldMkLst>
          <pc:docMk/>
          <pc:sldMk cId="4197516819" sldId="258"/>
        </pc:sldMkLst>
        <pc:spChg chg="mod">
          <ac:chgData name="Hunt, Randall [USA]" userId="S::640458@bah.com::89bfa2a9-2144-4bd6-ba22-d79ad510780c" providerId="AD" clId="Web-{341A94E2-3683-0C91-8BEC-56164E6B5C44}" dt="2024-08-21T14:49:50.588" v="12" actId="20577"/>
          <ac:spMkLst>
            <pc:docMk/>
            <pc:sldMk cId="4197516819" sldId="258"/>
            <ac:spMk id="3" creationId="{D0624CF9-F001-4BB8-26FB-4998D40D96ED}"/>
          </ac:spMkLst>
        </pc:spChg>
      </pc:sldChg>
    </pc:docChg>
  </pc:docChgLst>
  <pc:docChgLst>
    <pc:chgData name="Hunt, Randall [USA]" userId="89bfa2a9-2144-4bd6-ba22-d79ad510780c" providerId="ADAL" clId="{4C811A16-6164-4AA4-8FA7-04B597F3B27A}"/>
    <pc:docChg chg="custSel modSld">
      <pc:chgData name="Hunt, Randall [USA]" userId="89bfa2a9-2144-4bd6-ba22-d79ad510780c" providerId="ADAL" clId="{4C811A16-6164-4AA4-8FA7-04B597F3B27A}" dt="2024-09-06T12:22:08.865" v="401" actId="20577"/>
      <pc:docMkLst>
        <pc:docMk/>
      </pc:docMkLst>
      <pc:sldChg chg="modSp mod">
        <pc:chgData name="Hunt, Randall [USA]" userId="89bfa2a9-2144-4bd6-ba22-d79ad510780c" providerId="ADAL" clId="{4C811A16-6164-4AA4-8FA7-04B597F3B27A}" dt="2024-09-03T06:59:01.393" v="394" actId="5793"/>
        <pc:sldMkLst>
          <pc:docMk/>
          <pc:sldMk cId="4197516819" sldId="258"/>
        </pc:sldMkLst>
        <pc:spChg chg="mod">
          <ac:chgData name="Hunt, Randall [USA]" userId="89bfa2a9-2144-4bd6-ba22-d79ad510780c" providerId="ADAL" clId="{4C811A16-6164-4AA4-8FA7-04B597F3B27A}" dt="2024-09-03T06:59:01.393" v="394" actId="5793"/>
          <ac:spMkLst>
            <pc:docMk/>
            <pc:sldMk cId="4197516819" sldId="258"/>
            <ac:spMk id="3" creationId="{D0624CF9-F001-4BB8-26FB-4998D40D96ED}"/>
          </ac:spMkLst>
        </pc:spChg>
      </pc:sldChg>
      <pc:sldChg chg="addSp delSp modSp mod modCm modNotesTx">
        <pc:chgData name="Hunt, Randall [USA]" userId="89bfa2a9-2144-4bd6-ba22-d79ad510780c" providerId="ADAL" clId="{4C811A16-6164-4AA4-8FA7-04B597F3B27A}" dt="2024-09-06T12:22:08.865" v="401" actId="20577"/>
        <pc:sldMkLst>
          <pc:docMk/>
          <pc:sldMk cId="92912035" sldId="259"/>
        </pc:sldMkLst>
        <pc:spChg chg="mod">
          <ac:chgData name="Hunt, Randall [USA]" userId="89bfa2a9-2144-4bd6-ba22-d79ad510780c" providerId="ADAL" clId="{4C811A16-6164-4AA4-8FA7-04B597F3B27A}" dt="2024-08-23T13:09:42.621" v="375" actId="20577"/>
          <ac:spMkLst>
            <pc:docMk/>
            <pc:sldMk cId="92912035" sldId="259"/>
            <ac:spMk id="3" creationId="{AB034410-D9D3-8D2C-161D-6BF5F92745A8}"/>
          </ac:spMkLst>
        </pc:spChg>
        <pc:picChg chg="add del mod">
          <ac:chgData name="Hunt, Randall [USA]" userId="89bfa2a9-2144-4bd6-ba22-d79ad510780c" providerId="ADAL" clId="{4C811A16-6164-4AA4-8FA7-04B597F3B27A}" dt="2024-08-23T13:08:37.101" v="303" actId="478"/>
          <ac:picMkLst>
            <pc:docMk/>
            <pc:sldMk cId="92912035" sldId="259"/>
            <ac:picMk id="5" creationId="{70E1AEA4-0F11-4157-ED20-99B461BCD61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Hunt, Randall [USA]" userId="89bfa2a9-2144-4bd6-ba22-d79ad510780c" providerId="ADAL" clId="{4C811A16-6164-4AA4-8FA7-04B597F3B27A}" dt="2024-08-23T13:09:42.621" v="375" actId="20577"/>
              <pc2:cmMkLst xmlns:pc2="http://schemas.microsoft.com/office/powerpoint/2019/9/main/command">
                <pc:docMk/>
                <pc:sldMk cId="92912035" sldId="259"/>
                <pc2:cmMk id="{45CC3298-BD31-4235-819A-2F2A5A474496}"/>
              </pc2:cmMkLst>
            </pc226:cmChg>
            <pc226:cmChg xmlns:pc226="http://schemas.microsoft.com/office/powerpoint/2022/06/main/command" chg="mod">
              <pc226:chgData name="Hunt, Randall [USA]" userId="89bfa2a9-2144-4bd6-ba22-d79ad510780c" providerId="ADAL" clId="{4C811A16-6164-4AA4-8FA7-04B597F3B27A}" dt="2024-08-23T13:09:42.621" v="375" actId="20577"/>
              <pc2:cmMkLst xmlns:pc2="http://schemas.microsoft.com/office/powerpoint/2019/9/main/command">
                <pc:docMk/>
                <pc:sldMk cId="92912035" sldId="259"/>
                <pc2:cmMk id="{C41E16F6-C2A5-48FB-AF28-19C9727D57C6}"/>
              </pc2:cmMkLst>
            </pc226:cmChg>
          </p:ext>
        </pc:extLst>
      </pc:sldChg>
      <pc:sldChg chg="modSp mod">
        <pc:chgData name="Hunt, Randall [USA]" userId="89bfa2a9-2144-4bd6-ba22-d79ad510780c" providerId="ADAL" clId="{4C811A16-6164-4AA4-8FA7-04B597F3B27A}" dt="2024-08-23T13:10:04.808" v="378" actId="20577"/>
        <pc:sldMkLst>
          <pc:docMk/>
          <pc:sldMk cId="3578887820" sldId="260"/>
        </pc:sldMkLst>
        <pc:spChg chg="mod">
          <ac:chgData name="Hunt, Randall [USA]" userId="89bfa2a9-2144-4bd6-ba22-d79ad510780c" providerId="ADAL" clId="{4C811A16-6164-4AA4-8FA7-04B597F3B27A}" dt="2024-08-23T13:10:04.808" v="378" actId="20577"/>
          <ac:spMkLst>
            <pc:docMk/>
            <pc:sldMk cId="3578887820" sldId="260"/>
            <ac:spMk id="3" creationId="{D2A98FD8-309E-C5BE-2945-12172F28A068}"/>
          </ac:spMkLst>
        </pc:spChg>
      </pc:sldChg>
    </pc:docChg>
  </pc:docChgLst>
  <pc:docChgLst>
    <pc:chgData name="Randall Hunt" userId="4c55b6c8-20fa-4fc5-ad69-633eabcdc40e" providerId="ADAL" clId="{44146AFE-2AE9-490A-9CDD-5A094C364BD5}"/>
    <pc:docChg chg="custSel addSld modSld sldOrd">
      <pc:chgData name="Randall Hunt" userId="4c55b6c8-20fa-4fc5-ad69-633eabcdc40e" providerId="ADAL" clId="{44146AFE-2AE9-490A-9CDD-5A094C364BD5}" dt="2024-07-31T13:01:09.229" v="3329" actId="20577"/>
      <pc:docMkLst>
        <pc:docMk/>
      </pc:docMkLst>
      <pc:sldChg chg="modSp mod">
        <pc:chgData name="Randall Hunt" userId="4c55b6c8-20fa-4fc5-ad69-633eabcdc40e" providerId="ADAL" clId="{44146AFE-2AE9-490A-9CDD-5A094C364BD5}" dt="2024-07-31T11:58:18.374" v="55" actId="20577"/>
        <pc:sldMkLst>
          <pc:docMk/>
          <pc:sldMk cId="2572240100" sldId="256"/>
        </pc:sldMkLst>
        <pc:spChg chg="mod">
          <ac:chgData name="Randall Hunt" userId="4c55b6c8-20fa-4fc5-ad69-633eabcdc40e" providerId="ADAL" clId="{44146AFE-2AE9-490A-9CDD-5A094C364BD5}" dt="2024-07-31T11:58:18.374" v="55" actId="20577"/>
          <ac:spMkLst>
            <pc:docMk/>
            <pc:sldMk cId="2572240100" sldId="256"/>
            <ac:spMk id="2" creationId="{38D59C3F-11A8-6F8A-F552-A3BFE31BA086}"/>
          </ac:spMkLst>
        </pc:spChg>
      </pc:sldChg>
      <pc:sldChg chg="addSp modSp new mod">
        <pc:chgData name="Randall Hunt" userId="4c55b6c8-20fa-4fc5-ad69-633eabcdc40e" providerId="ADAL" clId="{44146AFE-2AE9-490A-9CDD-5A094C364BD5}" dt="2024-07-31T13:01:09.229" v="3329" actId="20577"/>
        <pc:sldMkLst>
          <pc:docMk/>
          <pc:sldMk cId="45949728" sldId="257"/>
        </pc:sldMkLst>
        <pc:spChg chg="mod">
          <ac:chgData name="Randall Hunt" userId="4c55b6c8-20fa-4fc5-ad69-633eabcdc40e" providerId="ADAL" clId="{44146AFE-2AE9-490A-9CDD-5A094C364BD5}" dt="2024-07-31T11:59:06.741" v="115" actId="20577"/>
          <ac:spMkLst>
            <pc:docMk/>
            <pc:sldMk cId="45949728" sldId="257"/>
            <ac:spMk id="2" creationId="{9CD8D7ED-F2A6-C333-78D6-9AA3BD74F9FA}"/>
          </ac:spMkLst>
        </pc:spChg>
        <pc:spChg chg="mod">
          <ac:chgData name="Randall Hunt" userId="4c55b6c8-20fa-4fc5-ad69-633eabcdc40e" providerId="ADAL" clId="{44146AFE-2AE9-490A-9CDD-5A094C364BD5}" dt="2024-07-31T13:01:09.229" v="3329" actId="20577"/>
          <ac:spMkLst>
            <pc:docMk/>
            <pc:sldMk cId="45949728" sldId="257"/>
            <ac:spMk id="3" creationId="{1F750A4E-8D04-33F3-A3E8-2DB199B4C14E}"/>
          </ac:spMkLst>
        </pc:spChg>
        <pc:picChg chg="add mod">
          <ac:chgData name="Randall Hunt" userId="4c55b6c8-20fa-4fc5-ad69-633eabcdc40e" providerId="ADAL" clId="{44146AFE-2AE9-490A-9CDD-5A094C364BD5}" dt="2024-07-31T12:57:26.927" v="3299" actId="1076"/>
          <ac:picMkLst>
            <pc:docMk/>
            <pc:sldMk cId="45949728" sldId="257"/>
            <ac:picMk id="5" creationId="{A8DA1646-B0C1-A29E-41DF-392638373D85}"/>
          </ac:picMkLst>
        </pc:picChg>
        <pc:picChg chg="add mod">
          <ac:chgData name="Randall Hunt" userId="4c55b6c8-20fa-4fc5-ad69-633eabcdc40e" providerId="ADAL" clId="{44146AFE-2AE9-490A-9CDD-5A094C364BD5}" dt="2024-07-31T12:58:26.119" v="3317" actId="1076"/>
          <ac:picMkLst>
            <pc:docMk/>
            <pc:sldMk cId="45949728" sldId="257"/>
            <ac:picMk id="7" creationId="{105EC5F8-6124-001C-5C7C-4D85A050C4CB}"/>
          </ac:picMkLst>
        </pc:picChg>
      </pc:sldChg>
      <pc:sldChg chg="modSp new mod ord">
        <pc:chgData name="Randall Hunt" userId="4c55b6c8-20fa-4fc5-ad69-633eabcdc40e" providerId="ADAL" clId="{44146AFE-2AE9-490A-9CDD-5A094C364BD5}" dt="2024-07-31T12:25:55.588" v="1484" actId="14100"/>
        <pc:sldMkLst>
          <pc:docMk/>
          <pc:sldMk cId="4197516819" sldId="258"/>
        </pc:sldMkLst>
        <pc:spChg chg="mod">
          <ac:chgData name="Randall Hunt" userId="4c55b6c8-20fa-4fc5-ad69-633eabcdc40e" providerId="ADAL" clId="{44146AFE-2AE9-490A-9CDD-5A094C364BD5}" dt="2024-07-31T12:04:18.635" v="558" actId="20577"/>
          <ac:spMkLst>
            <pc:docMk/>
            <pc:sldMk cId="4197516819" sldId="258"/>
            <ac:spMk id="2" creationId="{9E7D6BA6-721D-27D1-B497-891DDE6C8804}"/>
          </ac:spMkLst>
        </pc:spChg>
        <pc:spChg chg="mod">
          <ac:chgData name="Randall Hunt" userId="4c55b6c8-20fa-4fc5-ad69-633eabcdc40e" providerId="ADAL" clId="{44146AFE-2AE9-490A-9CDD-5A094C364BD5}" dt="2024-07-31T12:25:55.588" v="1484" actId="14100"/>
          <ac:spMkLst>
            <pc:docMk/>
            <pc:sldMk cId="4197516819" sldId="258"/>
            <ac:spMk id="3" creationId="{D0624CF9-F001-4BB8-26FB-4998D40D96ED}"/>
          </ac:spMkLst>
        </pc:spChg>
      </pc:sldChg>
      <pc:sldChg chg="addSp delSp modSp new mod addCm modCm">
        <pc:chgData name="Randall Hunt" userId="4c55b6c8-20fa-4fc5-ad69-633eabcdc40e" providerId="ADAL" clId="{44146AFE-2AE9-490A-9CDD-5A094C364BD5}" dt="2024-07-31T12:45:02.389" v="3078" actId="478"/>
        <pc:sldMkLst>
          <pc:docMk/>
          <pc:sldMk cId="92912035" sldId="259"/>
        </pc:sldMkLst>
        <pc:spChg chg="mod">
          <ac:chgData name="Randall Hunt" userId="4c55b6c8-20fa-4fc5-ad69-633eabcdc40e" providerId="ADAL" clId="{44146AFE-2AE9-490A-9CDD-5A094C364BD5}" dt="2024-07-31T12:44:31.372" v="3069" actId="20577"/>
          <ac:spMkLst>
            <pc:docMk/>
            <pc:sldMk cId="92912035" sldId="259"/>
            <ac:spMk id="2" creationId="{DE80565E-01F3-5D58-48E1-B80EE4FB6B67}"/>
          </ac:spMkLst>
        </pc:spChg>
        <pc:spChg chg="mod">
          <ac:chgData name="Randall Hunt" userId="4c55b6c8-20fa-4fc5-ad69-633eabcdc40e" providerId="ADAL" clId="{44146AFE-2AE9-490A-9CDD-5A094C364BD5}" dt="2024-07-31T12:44:46.001" v="3072" actId="20577"/>
          <ac:spMkLst>
            <pc:docMk/>
            <pc:sldMk cId="92912035" sldId="259"/>
            <ac:spMk id="3" creationId="{AB034410-D9D3-8D2C-161D-6BF5F92745A8}"/>
          </ac:spMkLst>
        </pc:spChg>
        <pc:picChg chg="add del mod">
          <ac:chgData name="Randall Hunt" userId="4c55b6c8-20fa-4fc5-ad69-633eabcdc40e" providerId="ADAL" clId="{44146AFE-2AE9-490A-9CDD-5A094C364BD5}" dt="2024-07-31T12:45:02.389" v="3078" actId="478"/>
          <ac:picMkLst>
            <pc:docMk/>
            <pc:sldMk cId="92912035" sldId="259"/>
            <ac:picMk id="5" creationId="{7BE25B67-7A10-448F-6217-3DB56E8F5F2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Randall Hunt" userId="4c55b6c8-20fa-4fc5-ad69-633eabcdc40e" providerId="ADAL" clId="{44146AFE-2AE9-490A-9CDD-5A094C364BD5}" dt="2024-07-31T12:30:55.514" v="2025"/>
              <pc2:cmMkLst xmlns:pc2="http://schemas.microsoft.com/office/powerpoint/2019/9/main/command">
                <pc:docMk/>
                <pc:sldMk cId="92912035" sldId="259"/>
                <pc2:cmMk id="{45CC3298-BD31-4235-819A-2F2A5A474496}"/>
              </pc2:cmMkLst>
            </pc226:cmChg>
            <pc226:cmChg xmlns:pc226="http://schemas.microsoft.com/office/powerpoint/2022/06/main/command" chg="add">
              <pc226:chgData name="Randall Hunt" userId="4c55b6c8-20fa-4fc5-ad69-633eabcdc40e" providerId="ADAL" clId="{44146AFE-2AE9-490A-9CDD-5A094C364BD5}" dt="2024-07-31T12:30:34.862" v="2022"/>
              <pc2:cmMkLst xmlns:pc2="http://schemas.microsoft.com/office/powerpoint/2019/9/main/command">
                <pc:docMk/>
                <pc:sldMk cId="92912035" sldId="259"/>
                <pc2:cmMk id="{C41E16F6-C2A5-48FB-AF28-19C9727D57C6}"/>
              </pc2:cmMkLst>
            </pc226:cmChg>
          </p:ext>
        </pc:extLst>
      </pc:sldChg>
      <pc:sldChg chg="addSp modSp new mod">
        <pc:chgData name="Randall Hunt" userId="4c55b6c8-20fa-4fc5-ad69-633eabcdc40e" providerId="ADAL" clId="{44146AFE-2AE9-490A-9CDD-5A094C364BD5}" dt="2024-07-31T12:45:28.173" v="3084" actId="1076"/>
        <pc:sldMkLst>
          <pc:docMk/>
          <pc:sldMk cId="3578887820" sldId="260"/>
        </pc:sldMkLst>
        <pc:spChg chg="mod">
          <ac:chgData name="Randall Hunt" userId="4c55b6c8-20fa-4fc5-ad69-633eabcdc40e" providerId="ADAL" clId="{44146AFE-2AE9-490A-9CDD-5A094C364BD5}" dt="2024-07-31T12:44:27.908" v="3065" actId="20577"/>
          <ac:spMkLst>
            <pc:docMk/>
            <pc:sldMk cId="3578887820" sldId="260"/>
            <ac:spMk id="2" creationId="{9C4B1CFD-5071-C24D-7707-3DCA02CAFA1C}"/>
          </ac:spMkLst>
        </pc:spChg>
        <pc:spChg chg="mod">
          <ac:chgData name="Randall Hunt" userId="4c55b6c8-20fa-4fc5-ad69-633eabcdc40e" providerId="ADAL" clId="{44146AFE-2AE9-490A-9CDD-5A094C364BD5}" dt="2024-07-31T12:45:15.544" v="3081" actId="20577"/>
          <ac:spMkLst>
            <pc:docMk/>
            <pc:sldMk cId="3578887820" sldId="260"/>
            <ac:spMk id="3" creationId="{D2A98FD8-309E-C5BE-2945-12172F28A068}"/>
          </ac:spMkLst>
        </pc:spChg>
        <pc:picChg chg="add mod">
          <ac:chgData name="Randall Hunt" userId="4c55b6c8-20fa-4fc5-ad69-633eabcdc40e" providerId="ADAL" clId="{44146AFE-2AE9-490A-9CDD-5A094C364BD5}" dt="2024-07-31T12:45:28.173" v="3084" actId="1076"/>
          <ac:picMkLst>
            <pc:docMk/>
            <pc:sldMk cId="3578887820" sldId="260"/>
            <ac:picMk id="5" creationId="{D9AB557F-AED4-667D-E020-C6519031D83A}"/>
          </ac:picMkLst>
        </pc:picChg>
        <pc:picChg chg="add mod">
          <ac:chgData name="Randall Hunt" userId="4c55b6c8-20fa-4fc5-ad69-633eabcdc40e" providerId="ADAL" clId="{44146AFE-2AE9-490A-9CDD-5A094C364BD5}" dt="2024-07-31T12:45:19.353" v="3082" actId="1076"/>
          <ac:picMkLst>
            <pc:docMk/>
            <pc:sldMk cId="3578887820" sldId="260"/>
            <ac:picMk id="7" creationId="{F92C4E2D-C3E6-E2E2-8E08-099B64E5609C}"/>
          </ac:picMkLst>
        </pc:picChg>
        <pc:picChg chg="add mod">
          <ac:chgData name="Randall Hunt" userId="4c55b6c8-20fa-4fc5-ad69-633eabcdc40e" providerId="ADAL" clId="{44146AFE-2AE9-490A-9CDD-5A094C364BD5}" dt="2024-07-31T12:45:24.394" v="3083" actId="1076"/>
          <ac:picMkLst>
            <pc:docMk/>
            <pc:sldMk cId="3578887820" sldId="260"/>
            <ac:picMk id="8" creationId="{F4594002-6DF2-C8B2-6535-3D345EA50545}"/>
          </ac:picMkLst>
        </pc:picChg>
      </pc:sldChg>
      <pc:sldChg chg="modSp new mod">
        <pc:chgData name="Randall Hunt" userId="4c55b6c8-20fa-4fc5-ad69-633eabcdc40e" providerId="ADAL" clId="{44146AFE-2AE9-490A-9CDD-5A094C364BD5}" dt="2024-07-31T12:46:05.616" v="3102" actId="1076"/>
        <pc:sldMkLst>
          <pc:docMk/>
          <pc:sldMk cId="3536314684" sldId="261"/>
        </pc:sldMkLst>
        <pc:spChg chg="mod">
          <ac:chgData name="Randall Hunt" userId="4c55b6c8-20fa-4fc5-ad69-633eabcdc40e" providerId="ADAL" clId="{44146AFE-2AE9-490A-9CDD-5A094C364BD5}" dt="2024-07-31T12:46:05.616" v="3102" actId="1076"/>
          <ac:spMkLst>
            <pc:docMk/>
            <pc:sldMk cId="3536314684" sldId="261"/>
            <ac:spMk id="2" creationId="{01EB2C5B-BB8D-71F8-3A99-0BAFBB347B1E}"/>
          </ac:spMkLst>
        </pc:spChg>
      </pc:sldChg>
    </pc:docChg>
  </pc:docChgLst>
  <pc:docChgLst>
    <pc:chgData name="Hunt, Randall [USA]" userId="89bfa2a9-2144-4bd6-ba22-d79ad510780c" providerId="ADAL" clId="{4205C843-081C-4396-A0CD-98E051182070}"/>
    <pc:docChg chg="custSel delSld modSld">
      <pc:chgData name="Hunt, Randall [USA]" userId="89bfa2a9-2144-4bd6-ba22-d79ad510780c" providerId="ADAL" clId="{4205C843-081C-4396-A0CD-98E051182070}" dt="2025-04-14T13:09:48.439" v="396" actId="20577"/>
      <pc:docMkLst>
        <pc:docMk/>
      </pc:docMkLst>
      <pc:sldChg chg="addSp delSp modSp mod">
        <pc:chgData name="Hunt, Randall [USA]" userId="89bfa2a9-2144-4bd6-ba22-d79ad510780c" providerId="ADAL" clId="{4205C843-081C-4396-A0CD-98E051182070}" dt="2025-04-14T13:07:18.223" v="372" actId="1076"/>
        <pc:sldMkLst>
          <pc:docMk/>
          <pc:sldMk cId="45949728" sldId="257"/>
        </pc:sldMkLst>
        <pc:spChg chg="mod">
          <ac:chgData name="Hunt, Randall [USA]" userId="89bfa2a9-2144-4bd6-ba22-d79ad510780c" providerId="ADAL" clId="{4205C843-081C-4396-A0CD-98E051182070}" dt="2025-04-14T13:06:53.817" v="366" actId="20577"/>
          <ac:spMkLst>
            <pc:docMk/>
            <pc:sldMk cId="45949728" sldId="257"/>
            <ac:spMk id="3" creationId="{1F750A4E-8D04-33F3-A3E8-2DB199B4C14E}"/>
          </ac:spMkLst>
        </pc:spChg>
        <pc:picChg chg="del">
          <ac:chgData name="Hunt, Randall [USA]" userId="89bfa2a9-2144-4bd6-ba22-d79ad510780c" providerId="ADAL" clId="{4205C843-081C-4396-A0CD-98E051182070}" dt="2025-04-14T13:01:10.482" v="348" actId="478"/>
          <ac:picMkLst>
            <pc:docMk/>
            <pc:sldMk cId="45949728" sldId="257"/>
            <ac:picMk id="5" creationId="{A8DA1646-B0C1-A29E-41DF-392638373D85}"/>
          </ac:picMkLst>
        </pc:picChg>
        <pc:picChg chg="add mod">
          <ac:chgData name="Hunt, Randall [USA]" userId="89bfa2a9-2144-4bd6-ba22-d79ad510780c" providerId="ADAL" clId="{4205C843-081C-4396-A0CD-98E051182070}" dt="2025-04-14T13:07:08.492" v="369" actId="1076"/>
          <ac:picMkLst>
            <pc:docMk/>
            <pc:sldMk cId="45949728" sldId="257"/>
            <ac:picMk id="6" creationId="{6C7B9A80-9782-F670-C4B0-C376ECFD2742}"/>
          </ac:picMkLst>
        </pc:picChg>
        <pc:picChg chg="del">
          <ac:chgData name="Hunt, Randall [USA]" userId="89bfa2a9-2144-4bd6-ba22-d79ad510780c" providerId="ADAL" clId="{4205C843-081C-4396-A0CD-98E051182070}" dt="2025-04-14T13:02:30.799" v="356" actId="478"/>
          <ac:picMkLst>
            <pc:docMk/>
            <pc:sldMk cId="45949728" sldId="257"/>
            <ac:picMk id="7" creationId="{105EC5F8-6124-001C-5C7C-4D85A050C4CB}"/>
          </ac:picMkLst>
        </pc:picChg>
        <pc:picChg chg="add mod">
          <ac:chgData name="Hunt, Randall [USA]" userId="89bfa2a9-2144-4bd6-ba22-d79ad510780c" providerId="ADAL" clId="{4205C843-081C-4396-A0CD-98E051182070}" dt="2025-04-14T13:07:18.223" v="372" actId="1076"/>
          <ac:picMkLst>
            <pc:docMk/>
            <pc:sldMk cId="45949728" sldId="257"/>
            <ac:picMk id="9" creationId="{5033DAD0-3483-1A01-A11D-E45871BA796D}"/>
          </ac:picMkLst>
        </pc:picChg>
      </pc:sldChg>
      <pc:sldChg chg="del">
        <pc:chgData name="Hunt, Randall [USA]" userId="89bfa2a9-2144-4bd6-ba22-d79ad510780c" providerId="ADAL" clId="{4205C843-081C-4396-A0CD-98E051182070}" dt="2025-04-04T13:31:31.045" v="0" actId="47"/>
        <pc:sldMkLst>
          <pc:docMk/>
          <pc:sldMk cId="4197516819" sldId="258"/>
        </pc:sldMkLst>
      </pc:sldChg>
      <pc:sldChg chg="modSp mod modCm">
        <pc:chgData name="Hunt, Randall [USA]" userId="89bfa2a9-2144-4bd6-ba22-d79ad510780c" providerId="ADAL" clId="{4205C843-081C-4396-A0CD-98E051182070}" dt="2025-04-14T13:09:28.063" v="386" actId="20577"/>
        <pc:sldMkLst>
          <pc:docMk/>
          <pc:sldMk cId="92912035" sldId="259"/>
        </pc:sldMkLst>
        <pc:spChg chg="mod">
          <ac:chgData name="Hunt, Randall [USA]" userId="89bfa2a9-2144-4bd6-ba22-d79ad510780c" providerId="ADAL" clId="{4205C843-081C-4396-A0CD-98E051182070}" dt="2025-04-14T13:09:28.063" v="386" actId="20577"/>
          <ac:spMkLst>
            <pc:docMk/>
            <pc:sldMk cId="92912035" sldId="259"/>
            <ac:spMk id="3" creationId="{AB034410-D9D3-8D2C-161D-6BF5F92745A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Hunt, Randall [USA]" userId="89bfa2a9-2144-4bd6-ba22-d79ad510780c" providerId="ADAL" clId="{4205C843-081C-4396-A0CD-98E051182070}" dt="2025-04-14T13:09:28.063" v="386" actId="20577"/>
              <pc2:cmMkLst xmlns:pc2="http://schemas.microsoft.com/office/powerpoint/2019/9/main/command">
                <pc:docMk/>
                <pc:sldMk cId="92912035" sldId="259"/>
                <pc2:cmMk id="{45CC3298-BD31-4235-819A-2F2A5A474496}"/>
              </pc2:cmMkLst>
            </pc226:cmChg>
            <pc226:cmChg xmlns:pc226="http://schemas.microsoft.com/office/powerpoint/2022/06/main/command" chg="mod">
              <pc226:chgData name="Hunt, Randall [USA]" userId="89bfa2a9-2144-4bd6-ba22-d79ad510780c" providerId="ADAL" clId="{4205C843-081C-4396-A0CD-98E051182070}" dt="2025-04-14T13:09:28.063" v="386" actId="20577"/>
              <pc2:cmMkLst xmlns:pc2="http://schemas.microsoft.com/office/powerpoint/2019/9/main/command">
                <pc:docMk/>
                <pc:sldMk cId="92912035" sldId="259"/>
                <pc2:cmMk id="{C41E16F6-C2A5-48FB-AF28-19C9727D57C6}"/>
              </pc2:cmMkLst>
            </pc226:cmChg>
          </p:ext>
        </pc:extLst>
      </pc:sldChg>
      <pc:sldChg chg="modSp mod">
        <pc:chgData name="Hunt, Randall [USA]" userId="89bfa2a9-2144-4bd6-ba22-d79ad510780c" providerId="ADAL" clId="{4205C843-081C-4396-A0CD-98E051182070}" dt="2025-04-14T13:09:48.439" v="396" actId="20577"/>
        <pc:sldMkLst>
          <pc:docMk/>
          <pc:sldMk cId="3578887820" sldId="260"/>
        </pc:sldMkLst>
        <pc:spChg chg="mod">
          <ac:chgData name="Hunt, Randall [USA]" userId="89bfa2a9-2144-4bd6-ba22-d79ad510780c" providerId="ADAL" clId="{4205C843-081C-4396-A0CD-98E051182070}" dt="2025-04-14T13:09:48.439" v="396" actId="20577"/>
          <ac:spMkLst>
            <pc:docMk/>
            <pc:sldMk cId="3578887820" sldId="260"/>
            <ac:spMk id="3" creationId="{D2A98FD8-309E-C5BE-2945-12172F28A068}"/>
          </ac:spMkLst>
        </pc:spChg>
      </pc:sldChg>
    </pc:docChg>
  </pc:docChgLst>
  <pc:docChgLst>
    <pc:chgData name="Randall Hunt" userId="4c55b6c8-20fa-4fc5-ad69-633eabcdc40e" providerId="ADAL" clId="{6CBA10DD-CD78-4524-8D0C-5E3E82EA5E44}"/>
    <pc:docChg chg="custSel modSld">
      <pc:chgData name="Randall Hunt" userId="4c55b6c8-20fa-4fc5-ad69-633eabcdc40e" providerId="ADAL" clId="{6CBA10DD-CD78-4524-8D0C-5E3E82EA5E44}" dt="2024-08-05T16:49:53.489" v="140" actId="20577"/>
      <pc:docMkLst>
        <pc:docMk/>
      </pc:docMkLst>
      <pc:sldChg chg="modSp mod">
        <pc:chgData name="Randall Hunt" userId="4c55b6c8-20fa-4fc5-ad69-633eabcdc40e" providerId="ADAL" clId="{6CBA10DD-CD78-4524-8D0C-5E3E82EA5E44}" dt="2024-08-05T16:49:53.489" v="140" actId="20577"/>
        <pc:sldMkLst>
          <pc:docMk/>
          <pc:sldMk cId="45949728" sldId="257"/>
        </pc:sldMkLst>
        <pc:spChg chg="mod">
          <ac:chgData name="Randall Hunt" userId="4c55b6c8-20fa-4fc5-ad69-633eabcdc40e" providerId="ADAL" clId="{6CBA10DD-CD78-4524-8D0C-5E3E82EA5E44}" dt="2024-08-05T16:49:53.489" v="140" actId="20577"/>
          <ac:spMkLst>
            <pc:docMk/>
            <pc:sldMk cId="45949728" sldId="257"/>
            <ac:spMk id="3" creationId="{1F750A4E-8D04-33F3-A3E8-2DB199B4C14E}"/>
          </ac:spMkLst>
        </pc:spChg>
      </pc:sldChg>
      <pc:sldChg chg="modSp mod">
        <pc:chgData name="Randall Hunt" userId="4c55b6c8-20fa-4fc5-ad69-633eabcdc40e" providerId="ADAL" clId="{6CBA10DD-CD78-4524-8D0C-5E3E82EA5E44}" dt="2024-08-05T16:49:13.484" v="136" actId="20577"/>
        <pc:sldMkLst>
          <pc:docMk/>
          <pc:sldMk cId="4197516819" sldId="258"/>
        </pc:sldMkLst>
        <pc:spChg chg="mod">
          <ac:chgData name="Randall Hunt" userId="4c55b6c8-20fa-4fc5-ad69-633eabcdc40e" providerId="ADAL" clId="{6CBA10DD-CD78-4524-8D0C-5E3E82EA5E44}" dt="2024-08-05T16:49:13.484" v="136" actId="20577"/>
          <ac:spMkLst>
            <pc:docMk/>
            <pc:sldMk cId="4197516819" sldId="258"/>
            <ac:spMk id="3" creationId="{D0624CF9-F001-4BB8-26FB-4998D40D96ED}"/>
          </ac:spMkLst>
        </pc:spChg>
      </pc:sldChg>
    </pc:docChg>
  </pc:docChgLst>
</pc:chgInfo>
</file>

<file path=ppt/comments/modernComment_103_589B9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E16F6-C2A5-48FB-AF28-19C9727D57C6}" authorId="{F8FCC031-81A3-B21B-57EB-22115A932BF2}" created="2024-07-31T12:30:34.85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2912035" sldId="259"/>
      <ac:spMk id="3" creationId="{AB034410-D9D3-8D2C-161D-6BF5F92745A8}"/>
      <ac:txMk cp="81">
        <ac:context len="430" hash="3501892709"/>
      </ac:txMk>
    </ac:txMkLst>
    <p188:pos x="10257148" y="1033899"/>
    <p188:txBody>
      <a:bodyPr/>
      <a:lstStyle/>
      <a:p>
        <a:r>
          <a:rPr lang="en-US"/>
          <a:t>Within here you can find six scripts, we know they are scripts since they will end in “.sh” or by looking at the “Type” within our file explorer window</a:t>
        </a:r>
      </a:p>
    </p188:txBody>
  </p188:cm>
  <p188:cm id="{45CC3298-BD31-4235-819A-2F2A5A474496}" authorId="{F8FCC031-81A3-B21B-57EB-22115A932BF2}" created="2024-07-31T12:30:43.2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2912035" sldId="259"/>
      <ac:spMk id="3" creationId="{AB034410-D9D3-8D2C-161D-6BF5F92745A8}"/>
      <ac:txMk cp="234">
        <ac:context len="430" hash="3501892709"/>
      </ac:txMk>
    </ac:txMkLst>
    <p188:pos x="10172307" y="1750336"/>
    <p188:txBody>
      <a:bodyPr/>
      <a:lstStyle/>
      <a:p>
        <a:r>
          <a:rPr lang="en-US"/>
          <a:t>There is also a “Rocky8_Instructions” folder that contains instructions for the server and for enrolling a TAK Server client cert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21566-B98E-467A-AF7E-A36308BB0E4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205EC-5137-4D2C-998F-2B928E8DD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3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Segoe UI" panose="020B0502040204020203" pitchFamily="34" charset="0"/>
              </a:rPr>
              <a:t># Within here you can find six scripts, we know they are scripts since they will end in “.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sh</a:t>
            </a:r>
            <a:r>
              <a:rPr lang="en-US" sz="1800" dirty="0">
                <a:effectLst/>
                <a:latin typeface="Segoe UI" panose="020B0502040204020203" pitchFamily="34" charset="0"/>
              </a:rPr>
              <a:t>” or by looking at the “Type” within our file explorer window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There is also a “Rocky8_Instructions” folder that contains instructions for the server and for enrolling a TAK Server client cert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05EC-5137-4D2C-998F-2B928E8DD0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3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4BE7-F122-930A-62E2-A365DDB9B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681FC-0CE0-970A-4BA0-368954AC5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F97FC-394A-BBB2-B7BC-2601EF2F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C1127-0C5E-84AF-8525-9F367BD8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BADF2-4769-E8E8-E358-3015B893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9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148B-6187-219A-12D6-AD8A70E0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4B58E-A30C-A6AE-31FB-529C4A2B2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615CF-70E9-AA6F-9BC2-A1147AA7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194DA-F1CF-6884-DBED-AE9AADDA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2A725-1649-6F16-78D3-69A6239C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5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0AA1-F416-58E4-3B31-BC8F4BDB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5ACE2-0AF0-8962-E6C4-A7CF56B61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E3574-02E1-BA30-0E84-D2D5D7A3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C29B-D734-5A84-6AD6-07966E8F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40217-43FB-0854-DD2A-697B91A0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1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6774-A88D-F34F-D6DB-DEBB49FE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22C0-2813-1427-52B1-E3D14B05B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E981D-3A86-0F87-C774-A0D9C57A4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3267A-4691-7380-8E22-00774A28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32576-42D1-ACA0-66B3-EE7C6079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F60F0-48CB-34A9-16DC-4F0DFA5A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4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D1A6-DCFF-D3FC-1B36-A37CB37F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0BDD2-F12C-90DD-9520-3F7B08C0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2FEC6-38C7-9B36-0845-E3AD9AEC6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3A3C8-201B-68B8-6FE8-9169D676D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10FA8-42F9-232C-EEA1-D47F3A06F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65F03-222B-8483-3E55-7E0BC227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2D82E-EC97-02B4-A359-6C750AB9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71C76-3118-67F9-16CD-3DCAFFB9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2A0D-3D55-E9F6-EC1E-C0797F1D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8F7D8-5E8D-D26D-CF4D-569D11BA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A32EA-EC8D-60BA-FFD7-372438BE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0EB3A-7613-E2A6-DEE2-9F06A2FB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97745-A84F-9473-5283-FC92E898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FC216-DB12-7BC6-12C4-5CAD10BC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C0595-F772-025F-A554-41FC7A96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8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1688-2E8B-2BE3-72F7-DD62150C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F92F-D493-9234-62B6-F2EA92CF4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7986E-B362-2A77-A960-2037B14E7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807DF-F091-A03E-5FC9-BC05A3B20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6E52B-4F51-7384-0614-4F25783A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6ECB9-9305-1278-8906-76926097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2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B2BD-71E9-22BF-8375-F1A1A012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2FA37-F795-EDFC-D7EC-F4281F0C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EEDE8-F30C-40D4-67B2-DCBEF6116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87FC5-9550-1E85-C54A-ABD32FDB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96636-85EC-49FA-6724-D71669CF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E2333-F694-8901-C80F-04D8000A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5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5AF8-DE8C-6260-7CB5-7FBB88AC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686A7-0932-CC7C-D676-EBDBF4B2B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92003-DC09-F6E6-DF7D-D9263A3B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91146-8EC0-7433-8B55-19DDFACC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E5C7C-A58D-4B8E-AD34-EF7F5885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0B971-8527-5510-6237-07FD99A14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05EE1-2BC0-F3B8-4066-F0E9824E8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EAE6F-C465-7D39-6698-D420EDA9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0DCCB-814F-B3F8-FC52-E0F7884C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E4D2C-208E-5E0A-0A23-DB8F91EE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9527B-6A16-C404-D8CE-A710540A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FB2FD-816E-B337-615E-509457B49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D6E0F-F9F8-0E99-3381-B4ECE42C1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23732-26F9-4768-83A5-BA2705BC629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019C-8CB5-51DD-0BF4-CE4672E08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F7F7A-FFA5-B62E-AD4F-CEF900A3B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A1916-4854-45B8-96A4-E37C1D0A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ak.gov/products/tak-server" TargetMode="External"/><Relationship Id="rId2" Type="http://schemas.openxmlformats.org/officeDocument/2006/relationships/hyperlink" Target="https://rockylinux.org/downloa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maps.takserver.u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589B9A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9C3F-11A8-6F8A-F552-A3BFE31BA0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Pre-Requirements for TAK Server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E729F-9634-0D99-E401-6F52034ECE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40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D7ED-F2A6-C333-78D6-9AA3BD74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 Necessary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50A4E-8D04-33F3-A3E8-2DB199B4C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929"/>
            <a:ext cx="105156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Download Rocky Linux</a:t>
            </a:r>
          </a:p>
          <a:p>
            <a:pPr lvl="1"/>
            <a:r>
              <a:rPr lang="en-US" dirty="0"/>
              <a:t>Go to the following link and select Default Image Rocky </a:t>
            </a:r>
            <a:br>
              <a:rPr lang="en-US" dirty="0"/>
            </a:br>
            <a:r>
              <a:rPr lang="en-US" dirty="0"/>
              <a:t>Linux 9 Boost ISO, which should start a download</a:t>
            </a:r>
          </a:p>
          <a:p>
            <a:pPr lvl="2"/>
            <a:r>
              <a:rPr lang="en-US" dirty="0">
                <a:hlinkClick r:id="rId2"/>
              </a:rPr>
              <a:t>https://rockylinux.org/download</a:t>
            </a:r>
            <a:endParaRPr lang="en-US" dirty="0"/>
          </a:p>
          <a:p>
            <a:r>
              <a:rPr lang="en-US" dirty="0"/>
              <a:t>Download TAK-SERVER</a:t>
            </a:r>
          </a:p>
          <a:p>
            <a:pPr lvl="1"/>
            <a:r>
              <a:rPr lang="en-US" dirty="0"/>
              <a:t>Go to the following link and download Rocky release version of TAK Server on your local machine to the “TAK Server Install” folder</a:t>
            </a:r>
          </a:p>
          <a:p>
            <a:pPr lvl="2"/>
            <a:r>
              <a:rPr lang="en-US" dirty="0">
                <a:hlinkClick r:id="rId3"/>
              </a:rPr>
              <a:t>https://tak.gov/products/tak-server</a:t>
            </a:r>
            <a:endParaRPr lang="en-US" dirty="0"/>
          </a:p>
          <a:p>
            <a:r>
              <a:rPr lang="en-US" dirty="0"/>
              <a:t>Download Scripts</a:t>
            </a:r>
          </a:p>
          <a:p>
            <a:pPr lvl="1"/>
            <a:r>
              <a:rPr lang="en-US" dirty="0"/>
              <a:t>Go to the following link then to the TAK-SERVER folder and download the TAK SERVER SCRIPTS and the MASTER_SERVER_NAME_FOLDER_STRUCTURE onto your local machine and extract the zip files</a:t>
            </a:r>
          </a:p>
          <a:p>
            <a:pPr lvl="2"/>
            <a:r>
              <a:rPr lang="en-US" dirty="0">
                <a:hlinkClick r:id="rId4"/>
              </a:rPr>
              <a:t>http://maps.takserver.us/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B9A80-9782-F670-C4B0-C376ECFD2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156360"/>
            <a:ext cx="3322320" cy="1109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3DAD0-3483-1A01-A11D-E45871BA7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48771"/>
            <a:ext cx="3962400" cy="78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65E-01F3-5D58-48E1-B80EE4FB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 our Scripts – Opening the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4410-D9D3-8D2C-161D-6BF5F927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Unzip the “TAK SERVER SCRIPTS...” </a:t>
            </a:r>
          </a:p>
          <a:p>
            <a:r>
              <a:rPr lang="en-US" dirty="0"/>
              <a:t>Open “TAK SERVER SCRIPTS….”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open “</a:t>
            </a:r>
            <a:r>
              <a:rPr lang="en-US" dirty="0" err="1"/>
              <a:t>Rocky#_Scripts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here we need to make sure the install script matches the TAK Server version we are using.</a:t>
            </a:r>
          </a:p>
          <a:p>
            <a:pPr lvl="2"/>
            <a:r>
              <a:rPr lang="en-US" dirty="0"/>
              <a:t>Notice that then name currently says “RL9.5_tak5.4r14_install.sh” or something similar to this, this indicates that an older version may be referenced currently. </a:t>
            </a:r>
          </a:p>
          <a:p>
            <a:pPr lvl="2"/>
            <a:r>
              <a:rPr lang="en-US" dirty="0"/>
              <a:t>To verify or update the current file being referenced we need to open the file.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20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1CFD-5071-C24D-7707-3DCA02CA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Modify our Script – Update the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8FD8-309E-C5BE-2945-12172F28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/>
          <a:lstStyle/>
          <a:p>
            <a:r>
              <a:rPr lang="en-US"/>
              <a:t>To change this open the file “RL9.5_tak5.4r14_install.sh” with a text editor and scroll down to the following section.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the scripts to the downloaded TAK Server version.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Save the file and exit out of the text editor.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B557F-AED4-667D-E020-C6519031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574" y="3873018"/>
            <a:ext cx="3685538" cy="459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C4E2D-C3E6-E2E2-8E08-099B64E56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40" y="3870906"/>
            <a:ext cx="5077534" cy="924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594002-6DF2-C8B2-6535-3D345EA50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040" y="2460078"/>
            <a:ext cx="511563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8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2C5B-BB8D-71F8-3A99-0BAFBB34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12" y="2103437"/>
            <a:ext cx="10515600" cy="1325563"/>
          </a:xfrm>
        </p:spPr>
        <p:txBody>
          <a:bodyPr/>
          <a:lstStyle/>
          <a:p>
            <a:pPr algn="ctr"/>
            <a:r>
              <a:rPr lang="en-US"/>
              <a:t>Set Up Your VM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4BAB-6B7E-2C76-6C84-D07DF78D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1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335</Words>
  <PresentationFormat>Widescreen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Segoe UI</vt:lpstr>
      <vt:lpstr>Wingdings</vt:lpstr>
      <vt:lpstr>Office Theme</vt:lpstr>
      <vt:lpstr>Pre-Requirements for TAK Server Deployment</vt:lpstr>
      <vt:lpstr>Downloading Necessary Files</vt:lpstr>
      <vt:lpstr>Modify our Scripts – Opening the File</vt:lpstr>
      <vt:lpstr>Modify our Script – Update the Script</vt:lpstr>
      <vt:lpstr>Set Up Your VM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2024-07-31T11:56:26Z</dcterms:created>
  <dcterms:modified xsi:type="dcterms:W3CDTF">2025-04-14T13:09:52Z</dcterms:modified>
</cp:coreProperties>
</file>
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3_B372DCB8.xml" ContentType="application/vnd.ms-powerpoint.comments+xml"/>
  <Override PartName="/ppt/comments/modernComment_106_17DB617A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F000C-62EC-FE4C-69DB-62675E11F5A0}" name="Hunt, Randall [USA]" initials="HR[" userId="S::640458@bah.com::89bfa2a9-2144-4bd6-ba22-d79ad510780c" providerId="AD"/>
  <p188:author id="{F8FCC031-81A3-B21B-57EB-22115A932BF2}" name="Randall Hunt" initials="RH" userId="S::Randall_Hunt@partech.com::4c55b6c8-20fa-4fc5-ad69-633eabcdc4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FC4ED374-B76E-44AB-B849-F19305CC97C0}"/>
    <pc:docChg chg="custSel modSld">
      <pc:chgData name="Hunt, Randall [USA]" userId="89bfa2a9-2144-4bd6-ba22-d79ad510780c" providerId="ADAL" clId="{FC4ED374-B76E-44AB-B849-F19305CC97C0}" dt="2024-12-30T16:53:12.133" v="0" actId="33524"/>
      <pc:docMkLst>
        <pc:docMk/>
      </pc:docMkLst>
      <pc:sldChg chg="modSp mod">
        <pc:chgData name="Hunt, Randall [USA]" userId="89bfa2a9-2144-4bd6-ba22-d79ad510780c" providerId="ADAL" clId="{FC4ED374-B76E-44AB-B849-F19305CC97C0}" dt="2024-12-30T16:53:12.133" v="0" actId="33524"/>
        <pc:sldMkLst>
          <pc:docMk/>
          <pc:sldMk cId="1129575703" sldId="257"/>
        </pc:sldMkLst>
        <pc:spChg chg="mod">
          <ac:chgData name="Hunt, Randall [USA]" userId="89bfa2a9-2144-4bd6-ba22-d79ad510780c" providerId="ADAL" clId="{FC4ED374-B76E-44AB-B849-F19305CC97C0}" dt="2024-12-30T16:53:12.133" v="0" actId="33524"/>
          <ac:spMkLst>
            <pc:docMk/>
            <pc:sldMk cId="1129575703" sldId="257"/>
            <ac:spMk id="3" creationId="{F489A0D9-5039-CFAB-454D-811C067B8EA6}"/>
          </ac:spMkLst>
        </pc:spChg>
      </pc:sldChg>
    </pc:docChg>
  </pc:docChgLst>
  <pc:docChgLst>
    <pc:chgData name="Randall Hunt" userId="4c55b6c8-20fa-4fc5-ad69-633eabcdc40e" providerId="ADAL" clId="{8D77172E-CD53-44ED-A936-D1D788F73944}"/>
    <pc:docChg chg="undo custSel addSld delSld modSld">
      <pc:chgData name="Randall Hunt" userId="4c55b6c8-20fa-4fc5-ad69-633eabcdc40e" providerId="ADAL" clId="{8D77172E-CD53-44ED-A936-D1D788F73944}" dt="2024-08-11T19:09:36.080" v="5468" actId="1076"/>
      <pc:docMkLst>
        <pc:docMk/>
      </pc:docMkLst>
      <pc:sldChg chg="addSp delSp modSp new mod">
        <pc:chgData name="Randall Hunt" userId="4c55b6c8-20fa-4fc5-ad69-633eabcdc40e" providerId="ADAL" clId="{8D77172E-CD53-44ED-A936-D1D788F73944}" dt="2024-08-11T18:09:03.482" v="1353" actId="1076"/>
        <pc:sldMkLst>
          <pc:docMk/>
          <pc:sldMk cId="1129575703" sldId="257"/>
        </pc:sldMkLst>
        <pc:spChg chg="mod">
          <ac:chgData name="Randall Hunt" userId="4c55b6c8-20fa-4fc5-ad69-633eabcdc40e" providerId="ADAL" clId="{8D77172E-CD53-44ED-A936-D1D788F73944}" dt="2024-08-09T16:17:47.423" v="36" actId="20577"/>
          <ac:spMkLst>
            <pc:docMk/>
            <pc:sldMk cId="1129575703" sldId="257"/>
            <ac:spMk id="2" creationId="{86E94525-0A6E-4D35-F3BD-2E26AC2786CA}"/>
          </ac:spMkLst>
        </pc:spChg>
        <pc:spChg chg="mod">
          <ac:chgData name="Randall Hunt" userId="4c55b6c8-20fa-4fc5-ad69-633eabcdc40e" providerId="ADAL" clId="{8D77172E-CD53-44ED-A936-D1D788F73944}" dt="2024-08-09T16:29:51.326" v="637" actId="20577"/>
          <ac:spMkLst>
            <pc:docMk/>
            <pc:sldMk cId="1129575703" sldId="257"/>
            <ac:spMk id="3" creationId="{F489A0D9-5039-CFAB-454D-811C067B8EA6}"/>
          </ac:spMkLst>
        </pc:spChg>
        <pc:spChg chg="add mod">
          <ac:chgData name="Randall Hunt" userId="4c55b6c8-20fa-4fc5-ad69-633eabcdc40e" providerId="ADAL" clId="{8D77172E-CD53-44ED-A936-D1D788F73944}" dt="2024-08-11T18:09:03.482" v="1353" actId="1076"/>
          <ac:spMkLst>
            <pc:docMk/>
            <pc:sldMk cId="1129575703" sldId="257"/>
            <ac:spMk id="12" creationId="{5468B7B5-1278-6405-982F-92359734C3EF}"/>
          </ac:spMkLst>
        </pc:spChg>
        <pc:picChg chg="add mod">
          <ac:chgData name="Randall Hunt" userId="4c55b6c8-20fa-4fc5-ad69-633eabcdc40e" providerId="ADAL" clId="{8D77172E-CD53-44ED-A936-D1D788F73944}" dt="2024-08-11T18:07:11.379" v="1323" actId="1076"/>
          <ac:picMkLst>
            <pc:docMk/>
            <pc:sldMk cId="1129575703" sldId="257"/>
            <ac:picMk id="5" creationId="{BA0DFAD0-6D03-B745-C6A4-5D105C701359}"/>
          </ac:picMkLst>
        </pc:picChg>
        <pc:picChg chg="add mod">
          <ac:chgData name="Randall Hunt" userId="4c55b6c8-20fa-4fc5-ad69-633eabcdc40e" providerId="ADAL" clId="{8D77172E-CD53-44ED-A936-D1D788F73944}" dt="2024-08-11T18:07:29" v="1325" actId="1076"/>
          <ac:picMkLst>
            <pc:docMk/>
            <pc:sldMk cId="1129575703" sldId="257"/>
            <ac:picMk id="7" creationId="{48550098-7E0A-C8BD-76BC-925AF5CCA57B}"/>
          </ac:picMkLst>
        </pc:picChg>
        <pc:cxnChg chg="add del mod">
          <ac:chgData name="Randall Hunt" userId="4c55b6c8-20fa-4fc5-ad69-633eabcdc40e" providerId="ADAL" clId="{8D77172E-CD53-44ED-A936-D1D788F73944}" dt="2024-08-11T18:08:49.528" v="1350" actId="478"/>
          <ac:cxnSpMkLst>
            <pc:docMk/>
            <pc:sldMk cId="1129575703" sldId="257"/>
            <ac:cxnSpMk id="10" creationId="{021E30F6-CFFB-8F74-6B8D-A4952E935448}"/>
          </ac:cxnSpMkLst>
        </pc:cxnChg>
      </pc:sldChg>
      <pc:sldChg chg="modSp new mod">
        <pc:chgData name="Randall Hunt" userId="4c55b6c8-20fa-4fc5-ad69-633eabcdc40e" providerId="ADAL" clId="{8D77172E-CD53-44ED-A936-D1D788F73944}" dt="2024-08-11T18:09:56.089" v="1354" actId="1076"/>
        <pc:sldMkLst>
          <pc:docMk/>
          <pc:sldMk cId="3862973966" sldId="258"/>
        </pc:sldMkLst>
        <pc:spChg chg="mod">
          <ac:chgData name="Randall Hunt" userId="4c55b6c8-20fa-4fc5-ad69-633eabcdc40e" providerId="ADAL" clId="{8D77172E-CD53-44ED-A936-D1D788F73944}" dt="2024-08-09T16:32:04.677" v="661" actId="20577"/>
          <ac:spMkLst>
            <pc:docMk/>
            <pc:sldMk cId="3862973966" sldId="258"/>
            <ac:spMk id="2" creationId="{7B1E4F29-8A61-12ED-B13F-2CF7AA352E4F}"/>
          </ac:spMkLst>
        </pc:spChg>
        <pc:spChg chg="mod">
          <ac:chgData name="Randall Hunt" userId="4c55b6c8-20fa-4fc5-ad69-633eabcdc40e" providerId="ADAL" clId="{8D77172E-CD53-44ED-A936-D1D788F73944}" dt="2024-08-11T18:09:56.089" v="1354" actId="1076"/>
          <ac:spMkLst>
            <pc:docMk/>
            <pc:sldMk cId="3862973966" sldId="258"/>
            <ac:spMk id="3" creationId="{109D4AF7-713C-7BF3-F834-1769F76B33E9}"/>
          </ac:spMkLst>
        </pc:spChg>
      </pc:sldChg>
      <pc:sldChg chg="modSp new mod">
        <pc:chgData name="Randall Hunt" userId="4c55b6c8-20fa-4fc5-ad69-633eabcdc40e" providerId="ADAL" clId="{8D77172E-CD53-44ED-A936-D1D788F73944}" dt="2024-08-11T18:12:47.985" v="1887" actId="20577"/>
        <pc:sldMkLst>
          <pc:docMk/>
          <pc:sldMk cId="3010649272" sldId="259"/>
        </pc:sldMkLst>
        <pc:spChg chg="mod">
          <ac:chgData name="Randall Hunt" userId="4c55b6c8-20fa-4fc5-ad69-633eabcdc40e" providerId="ADAL" clId="{8D77172E-CD53-44ED-A936-D1D788F73944}" dt="2024-08-11T18:10:09.314" v="1403" actId="20577"/>
          <ac:spMkLst>
            <pc:docMk/>
            <pc:sldMk cId="3010649272" sldId="259"/>
            <ac:spMk id="2" creationId="{1C552029-83EC-D9EF-4261-CEF9AA20DD4E}"/>
          </ac:spMkLst>
        </pc:spChg>
        <pc:spChg chg="mod">
          <ac:chgData name="Randall Hunt" userId="4c55b6c8-20fa-4fc5-ad69-633eabcdc40e" providerId="ADAL" clId="{8D77172E-CD53-44ED-A936-D1D788F73944}" dt="2024-08-11T18:12:47.985" v="1887" actId="20577"/>
          <ac:spMkLst>
            <pc:docMk/>
            <pc:sldMk cId="3010649272" sldId="259"/>
            <ac:spMk id="3" creationId="{E221C1CC-EEC1-471A-51ED-8DA5A5055F62}"/>
          </ac:spMkLst>
        </pc:spChg>
      </pc:sldChg>
      <pc:sldChg chg="addSp modSp new mod">
        <pc:chgData name="Randall Hunt" userId="4c55b6c8-20fa-4fc5-ad69-633eabcdc40e" providerId="ADAL" clId="{8D77172E-CD53-44ED-A936-D1D788F73944}" dt="2024-08-11T18:21:07.416" v="2429" actId="1076"/>
        <pc:sldMkLst>
          <pc:docMk/>
          <pc:sldMk cId="1742026448" sldId="260"/>
        </pc:sldMkLst>
        <pc:spChg chg="mod">
          <ac:chgData name="Randall Hunt" userId="4c55b6c8-20fa-4fc5-ad69-633eabcdc40e" providerId="ADAL" clId="{8D77172E-CD53-44ED-A936-D1D788F73944}" dt="2024-08-11T18:16:00.496" v="1889"/>
          <ac:spMkLst>
            <pc:docMk/>
            <pc:sldMk cId="1742026448" sldId="260"/>
            <ac:spMk id="2" creationId="{78DAE1DD-9AE5-E14B-14D9-B948FE80FDF6}"/>
          </ac:spMkLst>
        </pc:spChg>
        <pc:spChg chg="mod">
          <ac:chgData name="Randall Hunt" userId="4c55b6c8-20fa-4fc5-ad69-633eabcdc40e" providerId="ADAL" clId="{8D77172E-CD53-44ED-A936-D1D788F73944}" dt="2024-08-11T18:21:05.017" v="2428" actId="14100"/>
          <ac:spMkLst>
            <pc:docMk/>
            <pc:sldMk cId="1742026448" sldId="260"/>
            <ac:spMk id="3" creationId="{962913A8-CA57-23C5-439C-B45487A8C1C4}"/>
          </ac:spMkLst>
        </pc:spChg>
        <pc:picChg chg="add mod">
          <ac:chgData name="Randall Hunt" userId="4c55b6c8-20fa-4fc5-ad69-633eabcdc40e" providerId="ADAL" clId="{8D77172E-CD53-44ED-A936-D1D788F73944}" dt="2024-08-11T18:21:07.416" v="2429" actId="1076"/>
          <ac:picMkLst>
            <pc:docMk/>
            <pc:sldMk cId="1742026448" sldId="260"/>
            <ac:picMk id="5" creationId="{C25A3C45-E4FF-404F-7810-4E970412969F}"/>
          </ac:picMkLst>
        </pc:picChg>
        <pc:picChg chg="add mod">
          <ac:chgData name="Randall Hunt" userId="4c55b6c8-20fa-4fc5-ad69-633eabcdc40e" providerId="ADAL" clId="{8D77172E-CD53-44ED-A936-D1D788F73944}" dt="2024-08-11T18:21:01.275" v="2427" actId="1076"/>
          <ac:picMkLst>
            <pc:docMk/>
            <pc:sldMk cId="1742026448" sldId="260"/>
            <ac:picMk id="7" creationId="{49B10456-88CE-9A6E-B94E-130BD7AA130E}"/>
          </ac:picMkLst>
        </pc:picChg>
      </pc:sldChg>
      <pc:sldChg chg="addSp modSp new mod">
        <pc:chgData name="Randall Hunt" userId="4c55b6c8-20fa-4fc5-ad69-633eabcdc40e" providerId="ADAL" clId="{8D77172E-CD53-44ED-A936-D1D788F73944}" dt="2024-08-11T18:26:02.282" v="3030" actId="1076"/>
        <pc:sldMkLst>
          <pc:docMk/>
          <pc:sldMk cId="2176465457" sldId="261"/>
        </pc:sldMkLst>
        <pc:spChg chg="mod">
          <ac:chgData name="Randall Hunt" userId="4c55b6c8-20fa-4fc5-ad69-633eabcdc40e" providerId="ADAL" clId="{8D77172E-CD53-44ED-A936-D1D788F73944}" dt="2024-08-11T18:20:00.840" v="2294"/>
          <ac:spMkLst>
            <pc:docMk/>
            <pc:sldMk cId="2176465457" sldId="261"/>
            <ac:spMk id="2" creationId="{3F2A4B7F-D280-2F95-9C9D-ECD34D4655FF}"/>
          </ac:spMkLst>
        </pc:spChg>
        <pc:spChg chg="mod">
          <ac:chgData name="Randall Hunt" userId="4c55b6c8-20fa-4fc5-ad69-633eabcdc40e" providerId="ADAL" clId="{8D77172E-CD53-44ED-A936-D1D788F73944}" dt="2024-08-11T18:25:30.345" v="3024" actId="20577"/>
          <ac:spMkLst>
            <pc:docMk/>
            <pc:sldMk cId="2176465457" sldId="261"/>
            <ac:spMk id="3" creationId="{8A3ECB02-6AA5-D01E-660D-33DEEB2100EC}"/>
          </ac:spMkLst>
        </pc:spChg>
        <pc:picChg chg="add mod">
          <ac:chgData name="Randall Hunt" userId="4c55b6c8-20fa-4fc5-ad69-633eabcdc40e" providerId="ADAL" clId="{8D77172E-CD53-44ED-A936-D1D788F73944}" dt="2024-08-11T18:26:02.282" v="3030" actId="1076"/>
          <ac:picMkLst>
            <pc:docMk/>
            <pc:sldMk cId="2176465457" sldId="261"/>
            <ac:picMk id="5" creationId="{58EC925D-DDBC-9A93-5703-9C9E6BC5C312}"/>
          </ac:picMkLst>
        </pc:picChg>
      </pc:sldChg>
      <pc:sldChg chg="addSp modSp new mod">
        <pc:chgData name="Randall Hunt" userId="4c55b6c8-20fa-4fc5-ad69-633eabcdc40e" providerId="ADAL" clId="{8D77172E-CD53-44ED-A936-D1D788F73944}" dt="2024-08-11T19:01:34.645" v="5457" actId="27636"/>
        <pc:sldMkLst>
          <pc:docMk/>
          <pc:sldMk cId="400253306" sldId="262"/>
        </pc:sldMkLst>
        <pc:spChg chg="mod">
          <ac:chgData name="Randall Hunt" userId="4c55b6c8-20fa-4fc5-ad69-633eabcdc40e" providerId="ADAL" clId="{8D77172E-CD53-44ED-A936-D1D788F73944}" dt="2024-08-11T18:26:13.716" v="3032"/>
          <ac:spMkLst>
            <pc:docMk/>
            <pc:sldMk cId="400253306" sldId="262"/>
            <ac:spMk id="2" creationId="{3FC9DE3F-CD5C-0883-D22C-71B5BECF7F04}"/>
          </ac:spMkLst>
        </pc:spChg>
        <pc:spChg chg="mod">
          <ac:chgData name="Randall Hunt" userId="4c55b6c8-20fa-4fc5-ad69-633eabcdc40e" providerId="ADAL" clId="{8D77172E-CD53-44ED-A936-D1D788F73944}" dt="2024-08-11T19:01:34.645" v="5457" actId="27636"/>
          <ac:spMkLst>
            <pc:docMk/>
            <pc:sldMk cId="400253306" sldId="262"/>
            <ac:spMk id="3" creationId="{DC5807CB-C8F3-5A34-864E-E575F5F75F9F}"/>
          </ac:spMkLst>
        </pc:spChg>
        <pc:picChg chg="add mod">
          <ac:chgData name="Randall Hunt" userId="4c55b6c8-20fa-4fc5-ad69-633eabcdc40e" providerId="ADAL" clId="{8D77172E-CD53-44ED-A936-D1D788F73944}" dt="2024-08-11T18:38:42.431" v="4208" actId="1076"/>
          <ac:picMkLst>
            <pc:docMk/>
            <pc:sldMk cId="400253306" sldId="262"/>
            <ac:picMk id="5" creationId="{6840B316-E247-0D78-DE58-1C5003A23456}"/>
          </ac:picMkLst>
        </pc:picChg>
      </pc:sldChg>
      <pc:sldChg chg="add del">
        <pc:chgData name="Randall Hunt" userId="4c55b6c8-20fa-4fc5-ad69-633eabcdc40e" providerId="ADAL" clId="{8D77172E-CD53-44ED-A936-D1D788F73944}" dt="2024-08-11T18:23:55.452" v="2674" actId="2890"/>
        <pc:sldMkLst>
          <pc:docMk/>
          <pc:sldMk cId="2571667025" sldId="262"/>
        </pc:sldMkLst>
      </pc:sldChg>
      <pc:sldChg chg="addSp modSp new mod">
        <pc:chgData name="Randall Hunt" userId="4c55b6c8-20fa-4fc5-ad69-633eabcdc40e" providerId="ADAL" clId="{8D77172E-CD53-44ED-A936-D1D788F73944}" dt="2024-08-11T18:43:39.870" v="5055" actId="1076"/>
        <pc:sldMkLst>
          <pc:docMk/>
          <pc:sldMk cId="2387333231" sldId="263"/>
        </pc:sldMkLst>
        <pc:spChg chg="mod">
          <ac:chgData name="Randall Hunt" userId="4c55b6c8-20fa-4fc5-ad69-633eabcdc40e" providerId="ADAL" clId="{8D77172E-CD53-44ED-A936-D1D788F73944}" dt="2024-08-11T18:39:46.743" v="4213" actId="1076"/>
          <ac:spMkLst>
            <pc:docMk/>
            <pc:sldMk cId="2387333231" sldId="263"/>
            <ac:spMk id="2" creationId="{9B4AB6F8-91B5-5BA0-0504-21AD90C7F79F}"/>
          </ac:spMkLst>
        </pc:spChg>
        <pc:spChg chg="mod">
          <ac:chgData name="Randall Hunt" userId="4c55b6c8-20fa-4fc5-ad69-633eabcdc40e" providerId="ADAL" clId="{8D77172E-CD53-44ED-A936-D1D788F73944}" dt="2024-08-11T18:43:33.179" v="5053" actId="20577"/>
          <ac:spMkLst>
            <pc:docMk/>
            <pc:sldMk cId="2387333231" sldId="263"/>
            <ac:spMk id="3" creationId="{D092A8A4-A90C-6FB2-CE16-C07D8C24A712}"/>
          </ac:spMkLst>
        </pc:spChg>
        <pc:picChg chg="add mod">
          <ac:chgData name="Randall Hunt" userId="4c55b6c8-20fa-4fc5-ad69-633eabcdc40e" providerId="ADAL" clId="{8D77172E-CD53-44ED-A936-D1D788F73944}" dt="2024-08-11T18:43:39.870" v="5055" actId="1076"/>
          <ac:picMkLst>
            <pc:docMk/>
            <pc:sldMk cId="2387333231" sldId="263"/>
            <ac:picMk id="5" creationId="{49788579-E56E-7260-1DAB-7F57D3ACB003}"/>
          </ac:picMkLst>
        </pc:picChg>
      </pc:sldChg>
      <pc:sldChg chg="addSp delSp modSp new mod">
        <pc:chgData name="Randall Hunt" userId="4c55b6c8-20fa-4fc5-ad69-633eabcdc40e" providerId="ADAL" clId="{8D77172E-CD53-44ED-A936-D1D788F73944}" dt="2024-08-11T19:09:36.080" v="5468" actId="1076"/>
        <pc:sldMkLst>
          <pc:docMk/>
          <pc:sldMk cId="159131355" sldId="264"/>
        </pc:sldMkLst>
        <pc:spChg chg="mod">
          <ac:chgData name="Randall Hunt" userId="4c55b6c8-20fa-4fc5-ad69-633eabcdc40e" providerId="ADAL" clId="{8D77172E-CD53-44ED-A936-D1D788F73944}" dt="2024-08-11T18:44:18.898" v="5105" actId="20577"/>
          <ac:spMkLst>
            <pc:docMk/>
            <pc:sldMk cId="159131355" sldId="264"/>
            <ac:spMk id="2" creationId="{D0AE64D9-6802-6935-E3ED-6597B427E2BB}"/>
          </ac:spMkLst>
        </pc:spChg>
        <pc:spChg chg="mod">
          <ac:chgData name="Randall Hunt" userId="4c55b6c8-20fa-4fc5-ad69-633eabcdc40e" providerId="ADAL" clId="{8D77172E-CD53-44ED-A936-D1D788F73944}" dt="2024-08-11T18:46:19.566" v="5360" actId="20577"/>
          <ac:spMkLst>
            <pc:docMk/>
            <pc:sldMk cId="159131355" sldId="264"/>
            <ac:spMk id="3" creationId="{7470EAA4-CC26-E77B-E247-94CE167FDB19}"/>
          </ac:spMkLst>
        </pc:spChg>
        <pc:spChg chg="add mod">
          <ac:chgData name="Randall Hunt" userId="4c55b6c8-20fa-4fc5-ad69-633eabcdc40e" providerId="ADAL" clId="{8D77172E-CD53-44ED-A936-D1D788F73944}" dt="2024-08-11T18:54:15.249" v="5445" actId="1076"/>
          <ac:spMkLst>
            <pc:docMk/>
            <pc:sldMk cId="159131355" sldId="264"/>
            <ac:spMk id="6" creationId="{BB6035F7-7FA3-E1AF-2BCB-46B9FB219749}"/>
          </ac:spMkLst>
        </pc:spChg>
        <pc:spChg chg="add mod">
          <ac:chgData name="Randall Hunt" userId="4c55b6c8-20fa-4fc5-ad69-633eabcdc40e" providerId="ADAL" clId="{8D77172E-CD53-44ED-A936-D1D788F73944}" dt="2024-08-11T18:51:39.334" v="5426" actId="255"/>
          <ac:spMkLst>
            <pc:docMk/>
            <pc:sldMk cId="159131355" sldId="264"/>
            <ac:spMk id="8" creationId="{A4D77364-8353-E2AC-CC6F-59B52ED0F01F}"/>
          </ac:spMkLst>
        </pc:spChg>
        <pc:spChg chg="add del mod">
          <ac:chgData name="Randall Hunt" userId="4c55b6c8-20fa-4fc5-ad69-633eabcdc40e" providerId="ADAL" clId="{8D77172E-CD53-44ED-A936-D1D788F73944}" dt="2024-08-11T19:09:20.595" v="5464" actId="478"/>
          <ac:spMkLst>
            <pc:docMk/>
            <pc:sldMk cId="159131355" sldId="264"/>
            <ac:spMk id="13" creationId="{2DFDED93-D43E-38D2-9597-4C70624BD12A}"/>
          </ac:spMkLst>
        </pc:spChg>
        <pc:spChg chg="add mod">
          <ac:chgData name="Randall Hunt" userId="4c55b6c8-20fa-4fc5-ad69-633eabcdc40e" providerId="ADAL" clId="{8D77172E-CD53-44ED-A936-D1D788F73944}" dt="2024-08-11T18:51:34.637" v="5425" actId="255"/>
          <ac:spMkLst>
            <pc:docMk/>
            <pc:sldMk cId="159131355" sldId="264"/>
            <ac:spMk id="15" creationId="{F1C9B530-C9B0-DCFC-899D-8E0CFCB045B2}"/>
          </ac:spMkLst>
        </pc:spChg>
        <pc:picChg chg="add mod">
          <ac:chgData name="Randall Hunt" userId="4c55b6c8-20fa-4fc5-ad69-633eabcdc40e" providerId="ADAL" clId="{8D77172E-CD53-44ED-A936-D1D788F73944}" dt="2024-08-11T18:51:43.441" v="5428" actId="1076"/>
          <ac:picMkLst>
            <pc:docMk/>
            <pc:sldMk cId="159131355" sldId="264"/>
            <ac:picMk id="5" creationId="{DB22431F-2BDC-9E7C-B010-B2AD54C14060}"/>
          </ac:picMkLst>
        </pc:picChg>
        <pc:picChg chg="add mod">
          <ac:chgData name="Randall Hunt" userId="4c55b6c8-20fa-4fc5-ad69-633eabcdc40e" providerId="ADAL" clId="{8D77172E-CD53-44ED-A936-D1D788F73944}" dt="2024-08-11T18:51:52.918" v="5431" actId="1076"/>
          <ac:picMkLst>
            <pc:docMk/>
            <pc:sldMk cId="159131355" sldId="264"/>
            <ac:picMk id="7" creationId="{7E6DF501-01BD-3254-AA9B-0A1382F6AE59}"/>
          </ac:picMkLst>
        </pc:picChg>
        <pc:picChg chg="add del mod">
          <ac:chgData name="Randall Hunt" userId="4c55b6c8-20fa-4fc5-ad69-633eabcdc40e" providerId="ADAL" clId="{8D77172E-CD53-44ED-A936-D1D788F73944}" dt="2024-08-11T19:09:07.649" v="5458" actId="478"/>
          <ac:picMkLst>
            <pc:docMk/>
            <pc:sldMk cId="159131355" sldId="264"/>
            <ac:picMk id="9" creationId="{9F3BDC1A-982E-FE40-C5D1-6FD097559AD4}"/>
          </ac:picMkLst>
        </pc:picChg>
        <pc:picChg chg="add mod">
          <ac:chgData name="Randall Hunt" userId="4c55b6c8-20fa-4fc5-ad69-633eabcdc40e" providerId="ADAL" clId="{8D77172E-CD53-44ED-A936-D1D788F73944}" dt="2024-08-11T19:09:19.049" v="5463" actId="1076"/>
          <ac:picMkLst>
            <pc:docMk/>
            <pc:sldMk cId="159131355" sldId="264"/>
            <ac:picMk id="10" creationId="{01EAC67C-2C1D-892D-066D-0DED6B25FEEA}"/>
          </ac:picMkLst>
        </pc:picChg>
        <pc:picChg chg="add del mod">
          <ac:chgData name="Randall Hunt" userId="4c55b6c8-20fa-4fc5-ad69-633eabcdc40e" providerId="ADAL" clId="{8D77172E-CD53-44ED-A936-D1D788F73944}" dt="2024-08-11T18:53:16.664" v="5432" actId="478"/>
          <ac:picMkLst>
            <pc:docMk/>
            <pc:sldMk cId="159131355" sldId="264"/>
            <ac:picMk id="10" creationId="{E4046DBB-0A66-E562-FFAC-0297F9234E1A}"/>
          </ac:picMkLst>
        </pc:picChg>
        <pc:picChg chg="add del mod">
          <ac:chgData name="Randall Hunt" userId="4c55b6c8-20fa-4fc5-ad69-633eabcdc40e" providerId="ADAL" clId="{8D77172E-CD53-44ED-A936-D1D788F73944}" dt="2024-08-11T19:09:08.060" v="5459" actId="478"/>
          <ac:picMkLst>
            <pc:docMk/>
            <pc:sldMk cId="159131355" sldId="264"/>
            <ac:picMk id="12" creationId="{0B72C78A-361D-7CD0-CE64-B1A0789C4F54}"/>
          </ac:picMkLst>
        </pc:picChg>
        <pc:picChg chg="add del mod">
          <ac:chgData name="Randall Hunt" userId="4c55b6c8-20fa-4fc5-ad69-633eabcdc40e" providerId="ADAL" clId="{8D77172E-CD53-44ED-A936-D1D788F73944}" dt="2024-08-11T18:50:41.628" v="5403" actId="478"/>
          <ac:picMkLst>
            <pc:docMk/>
            <pc:sldMk cId="159131355" sldId="264"/>
            <ac:picMk id="12" creationId="{CFB005F6-43AC-3B73-70A4-058E0CF43BE4}"/>
          </ac:picMkLst>
        </pc:picChg>
        <pc:picChg chg="add mod">
          <ac:chgData name="Randall Hunt" userId="4c55b6c8-20fa-4fc5-ad69-633eabcdc40e" providerId="ADAL" clId="{8D77172E-CD53-44ED-A936-D1D788F73944}" dt="2024-08-11T19:09:36.080" v="5468" actId="1076"/>
          <ac:picMkLst>
            <pc:docMk/>
            <pc:sldMk cId="159131355" sldId="264"/>
            <ac:picMk id="14" creationId="{671C5EA3-E539-93C3-044C-A17DA3AB9DB3}"/>
          </ac:picMkLst>
        </pc:picChg>
        <pc:picChg chg="add del mod">
          <ac:chgData name="Randall Hunt" userId="4c55b6c8-20fa-4fc5-ad69-633eabcdc40e" providerId="ADAL" clId="{8D77172E-CD53-44ED-A936-D1D788F73944}" dt="2024-08-11T18:53:17.047" v="5433" actId="478"/>
          <ac:picMkLst>
            <pc:docMk/>
            <pc:sldMk cId="159131355" sldId="264"/>
            <ac:picMk id="14" creationId="{F57F92E1-DC5E-128C-93D2-FE2CE7A1AD17}"/>
          </ac:picMkLst>
        </pc:picChg>
      </pc:sldChg>
      <pc:sldChg chg="new del">
        <pc:chgData name="Randall Hunt" userId="4c55b6c8-20fa-4fc5-ad69-633eabcdc40e" providerId="ADAL" clId="{8D77172E-CD53-44ED-A936-D1D788F73944}" dt="2024-08-11T18:38:32.009" v="4201" actId="680"/>
        <pc:sldMkLst>
          <pc:docMk/>
          <pc:sldMk cId="661055253" sldId="264"/>
        </pc:sldMkLst>
      </pc:sldChg>
    </pc:docChg>
  </pc:docChgLst>
  <pc:docChgLst>
    <pc:chgData name="Hunt, Randall [USA]" userId="89bfa2a9-2144-4bd6-ba22-d79ad510780c" providerId="ADAL" clId="{36205F4D-1620-445B-83F5-137D3B258C06}"/>
    <pc:docChg chg="custSel modSld">
      <pc:chgData name="Hunt, Randall [USA]" userId="89bfa2a9-2144-4bd6-ba22-d79ad510780c" providerId="ADAL" clId="{36205F4D-1620-445B-83F5-137D3B258C06}" dt="2024-09-10T09:34:17.723" v="81" actId="20577"/>
      <pc:docMkLst>
        <pc:docMk/>
      </pc:docMkLst>
      <pc:sldChg chg="modSp mod">
        <pc:chgData name="Hunt, Randall [USA]" userId="89bfa2a9-2144-4bd6-ba22-d79ad510780c" providerId="ADAL" clId="{36205F4D-1620-445B-83F5-137D3B258C06}" dt="2024-08-26T21:25:44.037" v="2" actId="20577"/>
        <pc:sldMkLst>
          <pc:docMk/>
          <pc:sldMk cId="1129575703" sldId="257"/>
        </pc:sldMkLst>
        <pc:spChg chg="mod">
          <ac:chgData name="Hunt, Randall [USA]" userId="89bfa2a9-2144-4bd6-ba22-d79ad510780c" providerId="ADAL" clId="{36205F4D-1620-445B-83F5-137D3B258C06}" dt="2024-08-26T21:25:44.037" v="2" actId="20577"/>
          <ac:spMkLst>
            <pc:docMk/>
            <pc:sldMk cId="1129575703" sldId="257"/>
            <ac:spMk id="3" creationId="{F489A0D9-5039-CFAB-454D-811C067B8EA6}"/>
          </ac:spMkLst>
        </pc:spChg>
      </pc:sldChg>
      <pc:sldChg chg="modSp mod">
        <pc:chgData name="Hunt, Randall [USA]" userId="89bfa2a9-2144-4bd6-ba22-d79ad510780c" providerId="ADAL" clId="{36205F4D-1620-445B-83F5-137D3B258C06}" dt="2024-09-10T09:34:17.723" v="81" actId="20577"/>
        <pc:sldMkLst>
          <pc:docMk/>
          <pc:sldMk cId="1742026448" sldId="260"/>
        </pc:sldMkLst>
        <pc:spChg chg="mod">
          <ac:chgData name="Hunt, Randall [USA]" userId="89bfa2a9-2144-4bd6-ba22-d79ad510780c" providerId="ADAL" clId="{36205F4D-1620-445B-83F5-137D3B258C06}" dt="2024-09-10T09:34:17.723" v="81" actId="20577"/>
          <ac:spMkLst>
            <pc:docMk/>
            <pc:sldMk cId="1742026448" sldId="260"/>
            <ac:spMk id="3" creationId="{962913A8-CA57-23C5-439C-B45487A8C1C4}"/>
          </ac:spMkLst>
        </pc:spChg>
      </pc:sldChg>
      <pc:sldChg chg="modSp mod">
        <pc:chgData name="Hunt, Randall [USA]" userId="89bfa2a9-2144-4bd6-ba22-d79ad510780c" providerId="ADAL" clId="{36205F4D-1620-445B-83F5-137D3B258C06}" dt="2024-08-26T21:27:54.666" v="3" actId="20577"/>
        <pc:sldMkLst>
          <pc:docMk/>
          <pc:sldMk cId="2176465457" sldId="261"/>
        </pc:sldMkLst>
        <pc:spChg chg="mod">
          <ac:chgData name="Hunt, Randall [USA]" userId="89bfa2a9-2144-4bd6-ba22-d79ad510780c" providerId="ADAL" clId="{36205F4D-1620-445B-83F5-137D3B258C06}" dt="2024-08-26T21:27:54.666" v="3" actId="20577"/>
          <ac:spMkLst>
            <pc:docMk/>
            <pc:sldMk cId="2176465457" sldId="261"/>
            <ac:spMk id="3" creationId="{8A3ECB02-6AA5-D01E-660D-33DEEB2100EC}"/>
          </ac:spMkLst>
        </pc:spChg>
      </pc:sldChg>
      <pc:sldChg chg="modSp mod addCm modCm">
        <pc:chgData name="Hunt, Randall [USA]" userId="89bfa2a9-2144-4bd6-ba22-d79ad510780c" providerId="ADAL" clId="{36205F4D-1620-445B-83F5-137D3B258C06}" dt="2024-08-26T21:30:47.672" v="78" actId="27636"/>
        <pc:sldMkLst>
          <pc:docMk/>
          <pc:sldMk cId="400253306" sldId="262"/>
        </pc:sldMkLst>
        <pc:spChg chg="mod">
          <ac:chgData name="Hunt, Randall [USA]" userId="89bfa2a9-2144-4bd6-ba22-d79ad510780c" providerId="ADAL" clId="{36205F4D-1620-445B-83F5-137D3B258C06}" dt="2024-08-26T21:30:47.672" v="78" actId="27636"/>
          <ac:spMkLst>
            <pc:docMk/>
            <pc:sldMk cId="400253306" sldId="262"/>
            <ac:spMk id="3" creationId="{DC5807CB-C8F3-5A34-864E-E575F5F75F9F}"/>
          </ac:spMkLst>
        </pc:spChg>
        <pc:picChg chg="mod">
          <ac:chgData name="Hunt, Randall [USA]" userId="89bfa2a9-2144-4bd6-ba22-d79ad510780c" providerId="ADAL" clId="{36205F4D-1620-445B-83F5-137D3B258C06}" dt="2024-08-26T21:30:25.508" v="58" actId="1076"/>
          <ac:picMkLst>
            <pc:docMk/>
            <pc:sldMk cId="400253306" sldId="262"/>
            <ac:picMk id="5" creationId="{6840B316-E247-0D78-DE58-1C5003A2345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36205F4D-1620-445B-83F5-137D3B258C06}" dt="2024-08-26T21:29:06.937" v="7"/>
              <pc2:cmMkLst xmlns:pc2="http://schemas.microsoft.com/office/powerpoint/2019/9/main/command">
                <pc:docMk/>
                <pc:sldMk cId="400253306" sldId="262"/>
                <pc2:cmMk id="{5650B0FF-CE6B-4154-B5D9-8FA3EAEF3ACE}"/>
              </pc2:cmMkLst>
              <pc226:cmRplyChg chg="add">
                <pc226:chgData name="Hunt, Randall [USA]" userId="89bfa2a9-2144-4bd6-ba22-d79ad510780c" providerId="ADAL" clId="{36205F4D-1620-445B-83F5-137D3B258C06}" dt="2024-08-26T21:29:06.937" v="7"/>
                <pc2:cmRplyMkLst xmlns:pc2="http://schemas.microsoft.com/office/powerpoint/2019/9/main/command">
                  <pc:docMk/>
                  <pc:sldMk cId="400253306" sldId="262"/>
                  <pc2:cmMk id="{5650B0FF-CE6B-4154-B5D9-8FA3EAEF3ACE}"/>
                  <pc2:cmRplyMk id="{2830BF7C-0235-49F0-8E52-864C84D6061F}"/>
                </pc2:cmRplyMkLst>
              </pc226:cmRplyChg>
            </pc226:cmChg>
          </p:ext>
        </pc:extLst>
      </pc:sldChg>
      <pc:sldChg chg="modSp mod">
        <pc:chgData name="Hunt, Randall [USA]" userId="89bfa2a9-2144-4bd6-ba22-d79ad510780c" providerId="ADAL" clId="{36205F4D-1620-445B-83F5-137D3B258C06}" dt="2024-08-26T21:31:04.062" v="79" actId="20577"/>
        <pc:sldMkLst>
          <pc:docMk/>
          <pc:sldMk cId="2387333231" sldId="263"/>
        </pc:sldMkLst>
        <pc:spChg chg="mod">
          <ac:chgData name="Hunt, Randall [USA]" userId="89bfa2a9-2144-4bd6-ba22-d79ad510780c" providerId="ADAL" clId="{36205F4D-1620-445B-83F5-137D3B258C06}" dt="2024-08-26T21:31:04.062" v="79" actId="20577"/>
          <ac:spMkLst>
            <pc:docMk/>
            <pc:sldMk cId="2387333231" sldId="263"/>
            <ac:spMk id="3" creationId="{D092A8A4-A90C-6FB2-CE16-C07D8C24A712}"/>
          </ac:spMkLst>
        </pc:spChg>
      </pc:sldChg>
    </pc:docChg>
  </pc:docChgLst>
</pc:chgInfo>
</file>

<file path=ppt/comments/modernComment_103_B372DC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B634CA-C3F2-43C8-A9C1-236672B70A3C}" authorId="{F8FCC031-81A3-B21B-57EB-22115A932BF2}" created="2024-08-11T18:13:45.9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10649272" sldId="259"/>
      <ac:spMk id="3" creationId="{E221C1CC-EEC1-471A-51ED-8DA5A5055F62}"/>
    </ac:deMkLst>
    <p188:txBody>
      <a:bodyPr/>
      <a:lstStyle/>
      <a:p>
        <a:r>
          <a:rPr lang="en-US"/>
          <a:t>Vim is just a subset of vi with more features</a:t>
        </a:r>
      </a:p>
    </p188:txBody>
  </p188:cm>
</p188:cmLst>
</file>

<file path=ppt/comments/modernComment_106_17DB61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50B0FF-CE6B-4154-B5D9-8FA3EAEF3ACE}" authorId="{A4AF000C-62EC-FE4C-69DB-62675E11F5A0}" created="2024-08-26T21:28:53.4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0253306" sldId="262"/>
      <ac:spMk id="3" creationId="{DC5807CB-C8F3-5A34-864E-E575F5F75F9F}"/>
    </ac:deMkLst>
    <p188:replyLst>
      <p188:reply id="{2830BF7C-0235-49F0-8E52-864C84D6061F}" authorId="{A4AF000C-62EC-FE4C-69DB-62675E11F5A0}" created="2024-08-26T21:29:06.900">
        <p188:txBody>
          <a:bodyPr/>
          <a:lstStyle/>
          <a:p>
            <a:r>
              <a:rPr lang="en-US"/>
              <a:t>Another channel pref file download link
</a:t>
            </a:r>
          </a:p>
        </p188:txBody>
      </p188:reply>
    </p188:replyLst>
    <p188:txBody>
      <a:bodyPr/>
      <a:lstStyle/>
      <a:p>
        <a:r>
          <a:rPr lang="en-US"/>
          <a:t>https://wiki.tak.gov/download/attachments/16393313/Channels.pref?version=1&amp;modificationDate=1663939703871&amp;api=v2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84A4-FBA7-A30A-5EDB-51D246873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1D452-5FA4-657E-F89F-E5CE4C560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A2C79-8802-A706-AE2E-EE9EA575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BDD1C-3AF2-7132-0D1D-BBF7BF71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BA343-2818-EC4E-90D0-680FFAA9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0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C13B-2C25-197F-DE41-FC76C68C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36BAB-9813-2984-C85B-DF92FD3BA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08F4E-F886-8556-1C8E-6B4FA7C6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7F2F5-090F-4EB9-0C7B-B3953CA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4C102-83BA-8748-BA39-8E685E4D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2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1CEE-CC52-7CA4-1353-99E4A2160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AECA7-2B20-001E-5BC3-23FF0536C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4102B-13AD-1AD1-50AD-D1483F69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56F08-79C0-DD58-5FDD-89C760BD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C13EE-CA0B-A030-FEBC-CB7EA9D9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58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37BD-05D4-78DF-C414-A6F97797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A4240-0B39-B454-40D1-B010C6FF0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D60DA-2FAA-DF0B-1EB6-138803AB6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240A6-B2A6-0A43-EBE5-E574ECC7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DA2CA-E8EF-23D0-C73D-0D64BE8A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C0EE7-82EB-483C-AB65-62FA2DDE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06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22D4-EDA8-4A6A-D92A-FB780FF78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FC988-7F4A-B211-84F1-76D10B22E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267C9-FF88-F2F9-2390-F7EA6DE63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798A0-27ED-1FBF-64FA-A73FB9139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6AF3F-9F83-C164-44A5-6172E0162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8BA2C-81A0-5317-27DB-58CB602E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C7526-5250-1B5A-CD45-059D97EEA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807F8-E38F-0281-0573-D4AE2102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5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42E5-6248-5406-F57A-76BBF2DD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CB80C-4239-DE99-BEF4-3C56A2BB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792CA-A54B-1CFB-EACA-CB6FA352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89855-804B-08BD-28DA-02BA8C39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2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4EF11-80DB-38E2-76A8-BF76B520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0182A-1563-CC71-6E6E-3E0954B6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47612-F888-0F52-AA4E-F56B049D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4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1642-8DEE-BEB3-4671-D96E21A1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11918-71D8-8A1F-5FDD-D1D2DB539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CBF68-4428-946B-5679-10BEFAA24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8D24C-0FDF-F024-79AA-93A56AEC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C1FA4-4F23-AEC5-FB79-BB3E63B7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C7A78-7F78-1739-548E-EAC50929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6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CD51-1A58-6F2B-7445-036CEFE9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F108B4-B81D-D2C2-137F-C1278636A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927A0-9EB3-8733-9344-87B6B0F71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D2ACA-F9CB-48F0-949B-32594475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72529-54DF-D422-1D72-ADA94E7A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059F1-B953-7034-DE1F-4F6B8B00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6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98A38-9DDC-71DF-A96F-447265E1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AA62D-E290-F2D0-7834-1ADA42EF1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F6637-9BEB-BBA4-EBD6-7FE218F0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1FCD1-14B8-BC30-F171-E40CC48A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738C8-F4DA-2E4D-E83D-593A4864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2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59B63-3AA5-AF50-7A9E-2867990D7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D0DA5-196C-F74C-5837-B7A0D4653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BF129-806A-2E6A-6446-CE510424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24E2A-7F17-F2C2-CEAE-27DE67CC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50E84-D50B-813B-5C2C-EDB6D0B6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3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093860-48D9-C8E3-1EB3-99514395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6619-225C-B4F7-A4F0-51AA11739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51168-6509-1C6D-9107-E159EF835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51E1A-7733-411A-BD27-FD291796A195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92946-78F5-640A-B315-E4CA7A5EB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68E1B-D8C3-E3AE-197D-599CFBBEC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AE0B5-EF31-4E2F-AB42-AAD759E15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0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B372DCB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ytecknet.com/content/files/2023/08/channels.zip" TargetMode="External"/><Relationship Id="rId2" Type="http://schemas.microsoft.com/office/2018/10/relationships/comments" Target="../comments/modernComment_106_17DB617A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DFAF-5A42-0BD7-5738-B46013A48B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 Server - Channels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824A5-4266-E011-10C0-CCDF1427D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4525-0A6E-4D35-F3BD-2E26AC27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Intro to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9A0D9-5039-CFAB-454D-811C067B8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Channels allow the user to pick which of their sharing groups are active at a given point in time. </a:t>
            </a:r>
          </a:p>
          <a:p>
            <a:r>
              <a:rPr lang="en-US" dirty="0"/>
              <a:t>The user’s selection affects all information shared on both the messaging and API ports. </a:t>
            </a:r>
          </a:p>
          <a:p>
            <a:r>
              <a:rPr lang="en-US" dirty="0"/>
              <a:t>TAK Server admins can migrate from complex setups with many filter groups and a large network footprint, to a consolidated setup with a single messaging and API port.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0DFAD0-6D03-B745-C6A4-5D105C701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541" y="4875195"/>
            <a:ext cx="2475594" cy="1849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550098-7E0A-C8BD-76BC-925AF5CCA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121" y="5485353"/>
            <a:ext cx="3362794" cy="62873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68B7B5-1278-6405-982F-92359734C3EF}"/>
              </a:ext>
            </a:extLst>
          </p:cNvPr>
          <p:cNvSpPr/>
          <p:nvPr/>
        </p:nvSpPr>
        <p:spPr>
          <a:xfrm rot="3895282">
            <a:off x="4849908" y="5305069"/>
            <a:ext cx="528918" cy="22563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5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4F29-8A61-12ED-B13F-2CF7AA35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D4AF7-713C-7BF3-F834-1769F76B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Channels build on the existing Certificate Enrollment and x509 Authentication capabilities in TAK. </a:t>
            </a:r>
          </a:p>
          <a:p>
            <a:r>
              <a:rPr lang="en-US" dirty="0"/>
              <a:t>The CN (Common Name) of the certificate is set to the user’s name, which the x509 Authentication extracts and performs the group lookup using the configured authenticator(File or LDAP).</a:t>
            </a:r>
          </a:p>
          <a:p>
            <a:r>
              <a:rPr lang="en-US" dirty="0"/>
              <a:t>The groups returned  will always provide the authoritative ground truth for the user’s group membership. </a:t>
            </a:r>
          </a:p>
          <a:p>
            <a:r>
              <a:rPr lang="en-US" dirty="0"/>
              <a:t>This additional step will allow the end user to select a subset of these groups to use for the current authentication request.</a:t>
            </a:r>
          </a:p>
        </p:txBody>
      </p:sp>
    </p:spTree>
    <p:extLst>
      <p:ext uri="{BB962C8B-B14F-4D97-AF65-F5344CB8AC3E}">
        <p14:creationId xmlns:p14="http://schemas.microsoft.com/office/powerpoint/2010/main" val="386297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52029-83EC-D9EF-4261-CEF9AA20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Channels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1C1CC-EEC1-471A-51ED-8DA5A5055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Channels are disabled by default and needs to be enabled within the core configuration file.</a:t>
            </a:r>
          </a:p>
          <a:p>
            <a:r>
              <a:rPr lang="en-US" dirty="0"/>
              <a:t>While the TAK Server is running, and you have an open terminal </a:t>
            </a:r>
            <a:r>
              <a:rPr lang="en-US" dirty="0" err="1"/>
              <a:t>SSH’d</a:t>
            </a:r>
            <a:r>
              <a:rPr lang="en-US" dirty="0"/>
              <a:t> into it do the following: </a:t>
            </a:r>
          </a:p>
          <a:p>
            <a:pPr lvl="1"/>
            <a:r>
              <a:rPr lang="en-US" dirty="0"/>
              <a:t>Change directory:</a:t>
            </a:r>
          </a:p>
          <a:p>
            <a:pPr lvl="2"/>
            <a:r>
              <a:rPr lang="en-US" b="1" dirty="0"/>
              <a:t>cd /opt/</a:t>
            </a:r>
            <a:r>
              <a:rPr lang="en-US" b="1" dirty="0" err="1"/>
              <a:t>tak</a:t>
            </a:r>
            <a:endParaRPr lang="en-US" dirty="0"/>
          </a:p>
          <a:p>
            <a:pPr lvl="1"/>
            <a:r>
              <a:rPr lang="en-US" dirty="0"/>
              <a:t>Change to the </a:t>
            </a:r>
            <a:r>
              <a:rPr lang="en-US" dirty="0" err="1"/>
              <a:t>tak</a:t>
            </a:r>
            <a:r>
              <a:rPr lang="en-US" dirty="0"/>
              <a:t> user: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dirty="0"/>
          </a:p>
          <a:p>
            <a:pPr lvl="1"/>
            <a:r>
              <a:rPr lang="en-US" dirty="0"/>
              <a:t>Edit the CoreConfig.xml file with a text editor:</a:t>
            </a:r>
          </a:p>
          <a:p>
            <a:pPr lvl="2"/>
            <a:r>
              <a:rPr lang="en-US" b="1" dirty="0"/>
              <a:t>vi CoreConfig.xml</a:t>
            </a:r>
          </a:p>
        </p:txBody>
      </p:sp>
    </p:spTree>
    <p:extLst>
      <p:ext uri="{BB962C8B-B14F-4D97-AF65-F5344CB8AC3E}">
        <p14:creationId xmlns:p14="http://schemas.microsoft.com/office/powerpoint/2010/main" val="30106492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E1DD-9AE5-E14B-14D9-B948FE80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Channels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13A8-CA57-23C5-439C-B45487A8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179"/>
            <a:ext cx="10515600" cy="50904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Within the </a:t>
            </a:r>
            <a:r>
              <a:rPr lang="en-US" dirty="0" err="1"/>
              <a:t>CoreConfig</a:t>
            </a:r>
            <a:r>
              <a:rPr lang="en-US" dirty="0"/>
              <a:t> file find the following line: </a:t>
            </a:r>
          </a:p>
          <a:p>
            <a:endParaRPr lang="en-US" dirty="0"/>
          </a:p>
          <a:p>
            <a:r>
              <a:rPr lang="en-US" dirty="0"/>
              <a:t>Add the following to the auth element: </a:t>
            </a:r>
          </a:p>
          <a:p>
            <a:pPr lvl="1"/>
            <a:r>
              <a:rPr lang="en-US" b="1"/>
              <a:t>x509useGroupCache</a:t>
            </a:r>
            <a:r>
              <a:rPr lang="en-US" b="1" dirty="0"/>
              <a:t>=“true”</a:t>
            </a:r>
            <a:endParaRPr lang="en-US" dirty="0"/>
          </a:p>
          <a:p>
            <a:pPr lvl="1"/>
            <a:r>
              <a:rPr lang="en-US" dirty="0"/>
              <a:t>If done properly it should look like the following: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Note: that if you are using another file service, such as LDAP, the body of the auth element will be different.</a:t>
            </a:r>
          </a:p>
          <a:p>
            <a:pPr lvl="1"/>
            <a:r>
              <a:rPr lang="en-US" dirty="0"/>
              <a:t>Exit the </a:t>
            </a:r>
            <a:r>
              <a:rPr lang="en-US" dirty="0" err="1"/>
              <a:t>tak</a:t>
            </a:r>
            <a:r>
              <a:rPr lang="en-US" dirty="0"/>
              <a:t> user: </a:t>
            </a:r>
          </a:p>
          <a:p>
            <a:pPr lvl="2"/>
            <a:r>
              <a:rPr lang="en-US" b="1" dirty="0"/>
              <a:t>exit</a:t>
            </a:r>
            <a:endParaRPr lang="en-US" dirty="0"/>
          </a:p>
          <a:p>
            <a:pPr lvl="1"/>
            <a:r>
              <a:rPr lang="en-US" dirty="0"/>
              <a:t>Restart the TAK Server</a:t>
            </a:r>
          </a:p>
          <a:p>
            <a:pPr lvl="2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systemctl</a:t>
            </a:r>
            <a:r>
              <a:rPr lang="en-US" b="1" dirty="0"/>
              <a:t> restart </a:t>
            </a:r>
            <a:r>
              <a:rPr lang="en-US" b="1" dirty="0" err="1"/>
              <a:t>takserver</a:t>
            </a:r>
            <a:endParaRPr lang="en-US" b="1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A3C45-E4FF-404F-7810-4E9704129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0" y="3439197"/>
            <a:ext cx="7968792" cy="586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B10456-88CE-9A6E-B94E-130BD7AA1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0" y="1745498"/>
            <a:ext cx="6196553" cy="55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2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4B7F-D280-2F95-9C9D-ECD34D46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Channels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CB02-6AA5-D01E-660D-33DEEB210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35"/>
            <a:ext cx="10515600" cy="4687528"/>
          </a:xfrm>
        </p:spPr>
        <p:txBody>
          <a:bodyPr/>
          <a:lstStyle/>
          <a:p>
            <a:r>
              <a:rPr lang="en-US" dirty="0"/>
              <a:t>To apply the channel configuration to the end-user we need to create a Device Profile, which allows you to upload data packages that can be applied to a device or group. </a:t>
            </a:r>
          </a:p>
          <a:p>
            <a:r>
              <a:rPr lang="en-US" dirty="0"/>
              <a:t>Go to the Device Profiles section in the admin dashboard:</a:t>
            </a:r>
          </a:p>
          <a:p>
            <a:pPr lvl="1"/>
            <a:r>
              <a:rPr lang="en-US" dirty="0"/>
              <a:t>Hamburger menu </a:t>
            </a:r>
            <a:r>
              <a:rPr lang="en-US" dirty="0">
                <a:sym typeface="Wingdings" panose="05000000000000000000" pitchFamily="2" charset="2"/>
              </a:rPr>
              <a:t> Administrative  Device Profiles</a:t>
            </a:r>
          </a:p>
          <a:p>
            <a:r>
              <a:rPr lang="en-US" dirty="0"/>
              <a:t>To create a new profile: </a:t>
            </a:r>
          </a:p>
          <a:p>
            <a:pPr lvl="1"/>
            <a:r>
              <a:rPr lang="en-US" dirty="0"/>
              <a:t>Add a name for your profile in the section “Set Profile Name” </a:t>
            </a:r>
          </a:p>
          <a:p>
            <a:pPr lvl="1"/>
            <a:r>
              <a:rPr lang="en-US" dirty="0"/>
              <a:t>Select “Create”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C925D-DDBC-9A93-5703-9C9E6BC5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38" y="4547243"/>
            <a:ext cx="7847029" cy="164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6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DE3F-CD5C-0883-D22C-71B5BECF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Channels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807CB-C8F3-5A34-864E-E575F5F75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79" y="1461154"/>
            <a:ext cx="10515600" cy="4583833"/>
          </a:xfrm>
        </p:spPr>
        <p:txBody>
          <a:bodyPr>
            <a:normAutofit/>
          </a:bodyPr>
          <a:lstStyle/>
          <a:p>
            <a:r>
              <a:rPr lang="en-US" dirty="0"/>
              <a:t>Download the following Channel Configuration data package file:</a:t>
            </a:r>
          </a:p>
          <a:p>
            <a:pPr lvl="1"/>
            <a:r>
              <a:rPr lang="en-US" dirty="0">
                <a:hlinkClick r:id="rId3"/>
              </a:rPr>
              <a:t>https://mytecknet.com/content/files/2023/08/channels.zip</a:t>
            </a:r>
            <a:endParaRPr lang="en-US" dirty="0"/>
          </a:p>
          <a:p>
            <a:r>
              <a:rPr lang="en-US" dirty="0"/>
              <a:t>Within the new profile select the following: </a:t>
            </a:r>
          </a:p>
          <a:p>
            <a:pPr lvl="1"/>
            <a:r>
              <a:rPr lang="en-US" dirty="0"/>
              <a:t>Type: Apply on Enrollment</a:t>
            </a:r>
          </a:p>
          <a:p>
            <a:pPr lvl="2"/>
            <a:r>
              <a:rPr lang="en-US" dirty="0"/>
              <a:t>Apply on Enrollment: all new clients that connect using certificate auto-enrollment will have this device profile applied.</a:t>
            </a:r>
          </a:p>
          <a:p>
            <a:pPr lvl="2"/>
            <a:r>
              <a:rPr lang="en-US" dirty="0"/>
              <a:t>Apply on Connection : all clients that connect will have the device</a:t>
            </a:r>
            <a:br>
              <a:rPr lang="en-US" dirty="0"/>
            </a:br>
            <a:r>
              <a:rPr lang="en-US" dirty="0"/>
              <a:t> profile applied even if the client has already connected. </a:t>
            </a:r>
          </a:p>
          <a:p>
            <a:pPr lvl="1"/>
            <a:r>
              <a:rPr lang="en-US" dirty="0"/>
              <a:t>Groups: You can select which groups it applied to or</a:t>
            </a:r>
            <a:br>
              <a:rPr lang="en-US" dirty="0"/>
            </a:br>
            <a:r>
              <a:rPr lang="en-US" dirty="0"/>
              <a:t> use the “Select All” option.</a:t>
            </a:r>
          </a:p>
          <a:p>
            <a:pPr lvl="1"/>
            <a:r>
              <a:rPr lang="en-US" dirty="0"/>
              <a:t>Browse: Select the channel file you downloaded. </a:t>
            </a:r>
          </a:p>
          <a:p>
            <a:pPr lvl="1"/>
            <a:r>
              <a:rPr lang="en-US" dirty="0"/>
              <a:t>Select “Upload File”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0B316-E247-0D78-DE58-1C5003A23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900" y="3619893"/>
            <a:ext cx="3416515" cy="323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533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B6F8-91B5-5BA0-0504-21AD90C7F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994"/>
            <a:ext cx="10515600" cy="1325563"/>
          </a:xfrm>
        </p:spPr>
        <p:txBody>
          <a:bodyPr/>
          <a:lstStyle/>
          <a:p>
            <a:r>
              <a:rPr lang="en-US" dirty="0"/>
              <a:t>TAK Server - Channels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2A8A4-A90C-6FB2-CE16-C07D8C24A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4772369"/>
          </a:xfrm>
        </p:spPr>
        <p:txBody>
          <a:bodyPr/>
          <a:lstStyle/>
          <a:p>
            <a:r>
              <a:rPr lang="en-US" dirty="0"/>
              <a:t>When you </a:t>
            </a:r>
            <a:r>
              <a:rPr lang="en-US"/>
              <a:t>are done, </a:t>
            </a:r>
            <a:r>
              <a:rPr lang="en-US" dirty="0"/>
              <a:t>select the “Device Profile Manager” parent directory to be taken back to the Device Profiles section. </a:t>
            </a:r>
          </a:p>
          <a:p>
            <a:r>
              <a:rPr lang="en-US" dirty="0"/>
              <a:t>From here you can view and manage your profiles: </a:t>
            </a:r>
          </a:p>
          <a:p>
            <a:pPr lvl="1"/>
            <a:r>
              <a:rPr lang="en-US" dirty="0"/>
              <a:t>You have a couple options for the profiles to edit, send, download, or delete them.</a:t>
            </a:r>
          </a:p>
          <a:p>
            <a:pPr lvl="1"/>
            <a:r>
              <a:rPr lang="en-US" dirty="0"/>
              <a:t>One option to note is the “Send” option which allows you to send the device profile to a specific user.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88579-E56E-7260-1DAB-7F57D3ACB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208" y="4333563"/>
            <a:ext cx="8317584" cy="223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3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64D9-6802-6935-E3ED-6597B427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Channels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EAA4-CC26-E77B-E247-94CE167FD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7"/>
            <a:ext cx="10515600" cy="4574406"/>
          </a:xfrm>
        </p:spPr>
        <p:txBody>
          <a:bodyPr/>
          <a:lstStyle/>
          <a:p>
            <a:r>
              <a:rPr lang="en-US" dirty="0"/>
              <a:t>Once connected to the TAK Server the user can select which groups to enable by selecting the following icon from the </a:t>
            </a:r>
            <a:br>
              <a:rPr lang="en-US" dirty="0"/>
            </a:br>
            <a:r>
              <a:rPr lang="en-US" dirty="0"/>
              <a:t>“Manage Server Connections” section: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2431F-2BDC-9E7C-B010-B2AD54C14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60" y="3064046"/>
            <a:ext cx="2795480" cy="170398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B6035F7-7FA3-E1AF-2BCB-46B9FB219749}"/>
              </a:ext>
            </a:extLst>
          </p:cNvPr>
          <p:cNvSpPr/>
          <p:nvPr/>
        </p:nvSpPr>
        <p:spPr>
          <a:xfrm rot="18568220">
            <a:off x="10100067" y="4109908"/>
            <a:ext cx="650449" cy="16968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6DF501-01BD-3254-AA9B-0A1382F6A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303" y="4911866"/>
            <a:ext cx="2475594" cy="1849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D77364-8353-E2AC-CC6F-59B52ED0F01F}"/>
              </a:ext>
            </a:extLst>
          </p:cNvPr>
          <p:cNvSpPr txBox="1"/>
          <p:nvPr/>
        </p:nvSpPr>
        <p:spPr>
          <a:xfrm>
            <a:off x="8238400" y="2540826"/>
            <a:ext cx="295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WinTAK</a:t>
            </a:r>
            <a:endParaRPr lang="en-US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9B530-C9B0-DCFC-899D-8E0CFCB045B2}"/>
              </a:ext>
            </a:extLst>
          </p:cNvPr>
          <p:cNvSpPr txBox="1"/>
          <p:nvPr/>
        </p:nvSpPr>
        <p:spPr>
          <a:xfrm>
            <a:off x="2356701" y="2753907"/>
            <a:ext cx="1979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ATAK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EAC67C-2C1D-892D-066D-0DED6B25F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33" y="3277127"/>
            <a:ext cx="3857675" cy="1849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1C5EA3-E539-93C3-044C-A17DA3AB9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9295" y="4338064"/>
            <a:ext cx="3457385" cy="213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1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632</Words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TAK Server - Channels</vt:lpstr>
      <vt:lpstr>TAK Server - Intro to Channels</vt:lpstr>
      <vt:lpstr>TAK Server - Channels</vt:lpstr>
      <vt:lpstr>TAK Server - Channels Implementation</vt:lpstr>
      <vt:lpstr>TAK Server - Channels Implementation</vt:lpstr>
      <vt:lpstr>TAK Server - Channels Implementation</vt:lpstr>
      <vt:lpstr>TAK Server - Channels Implementation</vt:lpstr>
      <vt:lpstr>TAK Server - Channels Implementation</vt:lpstr>
      <vt:lpstr>TAK Server - Channels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2024-08-09T16:17:33Z</dcterms:created>
  <dcterms:modified xsi:type="dcterms:W3CDTF">2024-12-30T16:53:21Z</dcterms:modified>
</cp:coreProperties>
</file>
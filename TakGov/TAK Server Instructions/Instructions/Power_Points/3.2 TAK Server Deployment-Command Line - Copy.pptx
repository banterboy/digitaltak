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3_14551E52.xml" ContentType="application/vnd.ms-powerpoint.comments+xml"/>
  <Override PartName="/ppt/notesSlides/notesSlide2.xml" ContentType="application/vnd.openxmlformats-officedocument.presentationml.notesSlide+xml"/>
  <Override PartName="/ppt/comments/modernComment_101_CE0DCCD4.xml" ContentType="application/vnd.ms-powerpoint.comments+xml"/>
  <Override PartName="/ppt/notesSlides/notesSlide3.xml" ContentType="application/vnd.openxmlformats-officedocument.presentationml.notesSlide+xml"/>
  <Override PartName="/ppt/comments/modernComment_102_20FF1D2E.xml" ContentType="application/vnd.ms-powerpoint.comments+xml"/>
  <Override PartName="/ppt/notesSlides/notesSlide4.xml" ContentType="application/vnd.openxmlformats-officedocument.presentationml.notesSlide+xml"/>
  <Override PartName="/ppt/comments/modernComment_104_C0928BD1.xml" ContentType="application/vnd.ms-powerpoint.comments+xml"/>
  <Override PartName="/ppt/notesSlides/notesSlide5.xml" ContentType="application/vnd.openxmlformats-officedocument.presentationml.notesSlide+xml"/>
  <Override PartName="/ppt/comments/modernComment_105_E509CA6.xml" ContentType="application/vnd.ms-powerpoint.comments+xml"/>
  <Override PartName="/ppt/notesSlides/notesSlide6.xml" ContentType="application/vnd.openxmlformats-officedocument.presentationml.notesSlide+xml"/>
  <Override PartName="/ppt/comments/modernComment_107_876926A8.xml" ContentType="application/vnd.ms-powerpoint.comments+xml"/>
  <Override PartName="/ppt/notesSlides/notesSlide7.xml" ContentType="application/vnd.openxmlformats-officedocument.presentationml.notesSlide+xml"/>
  <Override PartName="/ppt/comments/modernComment_108_78D8964D.xml" ContentType="application/vnd.ms-powerpoint.comments+xml"/>
  <Override PartName="/ppt/notesSlides/notesSlide8.xml" ContentType="application/vnd.openxmlformats-officedocument.presentationml.notesSlide+xml"/>
  <Override PartName="/ppt/comments/modernComment_109_D9347652.xml" ContentType="application/vnd.ms-powerpoint.comments+xml"/>
  <Override PartName="/ppt/notesSlides/notesSlide9.xml" ContentType="application/vnd.openxmlformats-officedocument.presentationml.notesSlide+xml"/>
  <Override PartName="/ppt/comments/modernComment_10A_26B9D4D6.xml" ContentType="application/vnd.ms-powerpoint.comments+xml"/>
  <Override PartName="/ppt/notesSlides/notesSlide10.xml" ContentType="application/vnd.openxmlformats-officedocument.presentationml.notesSlide+xml"/>
  <Override PartName="/ppt/comments/modernComment_10B_210C35BC.xml" ContentType="application/vnd.ms-powerpoint.comments+xml"/>
  <Override PartName="/ppt/notesSlides/notesSlide11.xml" ContentType="application/vnd.openxmlformats-officedocument.presentationml.notesSlide+xml"/>
  <Override PartName="/ppt/comments/modernComment_10F_1F788BD8.xml" ContentType="application/vnd.ms-powerpoint.comments+xml"/>
  <Override PartName="/ppt/notesSlides/notesSlide12.xml" ContentType="application/vnd.openxmlformats-officedocument.presentationml.notesSlide+xml"/>
  <Override PartName="/ppt/comments/modernComment_110_B24FF28E.xml" ContentType="application/vnd.ms-powerpoint.comments+xml"/>
  <Override PartName="/ppt/notesSlides/notesSlide13.xml" ContentType="application/vnd.openxmlformats-officedocument.presentationml.notesSlide+xml"/>
  <Override PartName="/ppt/comments/modernComment_111_8A5D93B7.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76" r:id="rId3"/>
    <p:sldId id="259" r:id="rId4"/>
    <p:sldId id="257" r:id="rId5"/>
    <p:sldId id="258"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8" r:id="rId21"/>
    <p:sldId id="274" r:id="rId22"/>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4AF000C-62EC-FE4C-69DB-62675E11F5A0}" name="Hunt, Randall [USA]" initials="HR[" userId="S::640458@bah.com::89bfa2a9-2144-4bd6-ba22-d79ad510780c" providerId="AD"/>
  <p188:author id="{F8FCC031-81A3-B21B-57EB-22115A932BF2}" name="Randall Hunt" initials="RH" userId="S::Randall_Hunt@partech.com::4c55b6c8-20fa-4fc5-ad69-633eabcdc40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30FDAC-30FA-4ABA-A732-16119D5A298E}" v="1" dt="2025-04-14T16:11:37.9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t, Randall [USA]" userId="89bfa2a9-2144-4bd6-ba22-d79ad510780c" providerId="ADAL" clId="{B630FDAC-30FA-4ABA-A732-16119D5A298E}"/>
    <pc:docChg chg="undo custSel addSld modSld sldOrd">
      <pc:chgData name="Hunt, Randall [USA]" userId="89bfa2a9-2144-4bd6-ba22-d79ad510780c" providerId="ADAL" clId="{B630FDAC-30FA-4ABA-A732-16119D5A298E}" dt="2025-04-14T16:11:39.452" v="267"/>
      <pc:docMkLst>
        <pc:docMk/>
      </pc:docMkLst>
      <pc:sldChg chg="modSp mod">
        <pc:chgData name="Hunt, Randall [USA]" userId="89bfa2a9-2144-4bd6-ba22-d79ad510780c" providerId="ADAL" clId="{B630FDAC-30FA-4ABA-A732-16119D5A298E}" dt="2025-04-11T14:27:19.850" v="261" actId="20577"/>
        <pc:sldMkLst>
          <pc:docMk/>
          <pc:sldMk cId="3457010900" sldId="257"/>
        </pc:sldMkLst>
        <pc:spChg chg="mod">
          <ac:chgData name="Hunt, Randall [USA]" userId="89bfa2a9-2144-4bd6-ba22-d79ad510780c" providerId="ADAL" clId="{B630FDAC-30FA-4ABA-A732-16119D5A298E}" dt="2025-04-11T14:27:19.850" v="261" actId="20577"/>
          <ac:spMkLst>
            <pc:docMk/>
            <pc:sldMk cId="3457010900" sldId="257"/>
            <ac:spMk id="3" creationId="{3152E7C6-A2A8-4EF3-F842-5A6C27298488}"/>
          </ac:spMkLst>
        </pc:spChg>
      </pc:sldChg>
      <pc:sldChg chg="modSp mod">
        <pc:chgData name="Hunt, Randall [USA]" userId="89bfa2a9-2144-4bd6-ba22-d79ad510780c" providerId="ADAL" clId="{B630FDAC-30FA-4ABA-A732-16119D5A298E}" dt="2025-04-04T17:31:55.344" v="142" actId="20577"/>
        <pc:sldMkLst>
          <pc:docMk/>
          <pc:sldMk cId="3230829521" sldId="260"/>
        </pc:sldMkLst>
        <pc:spChg chg="mod">
          <ac:chgData name="Hunt, Randall [USA]" userId="89bfa2a9-2144-4bd6-ba22-d79ad510780c" providerId="ADAL" clId="{B630FDAC-30FA-4ABA-A732-16119D5A298E}" dt="2025-04-04T17:31:55.344" v="142" actId="20577"/>
          <ac:spMkLst>
            <pc:docMk/>
            <pc:sldMk cId="3230829521" sldId="260"/>
            <ac:spMk id="3" creationId="{AC90FE6A-0264-AAFF-D7FA-42D6D515A333}"/>
          </ac:spMkLst>
        </pc:spChg>
      </pc:sldChg>
      <pc:sldChg chg="addSp delSp mod">
        <pc:chgData name="Hunt, Randall [USA]" userId="89bfa2a9-2144-4bd6-ba22-d79ad510780c" providerId="ADAL" clId="{B630FDAC-30FA-4ABA-A732-16119D5A298E}" dt="2025-04-14T16:11:29.051" v="264" actId="22"/>
        <pc:sldMkLst>
          <pc:docMk/>
          <pc:sldMk cId="430810522" sldId="274"/>
        </pc:sldMkLst>
        <pc:spChg chg="add del">
          <ac:chgData name="Hunt, Randall [USA]" userId="89bfa2a9-2144-4bd6-ba22-d79ad510780c" providerId="ADAL" clId="{B630FDAC-30FA-4ABA-A732-16119D5A298E}" dt="2025-04-14T16:11:29.051" v="264" actId="22"/>
          <ac:spMkLst>
            <pc:docMk/>
            <pc:sldMk cId="430810522" sldId="274"/>
            <ac:spMk id="6" creationId="{E458B410-28E2-C4AC-8012-4435611230F8}"/>
          </ac:spMkLst>
        </pc:spChg>
      </pc:sldChg>
      <pc:sldChg chg="modSp mod">
        <pc:chgData name="Hunt, Randall [USA]" userId="89bfa2a9-2144-4bd6-ba22-d79ad510780c" providerId="ADAL" clId="{B630FDAC-30FA-4ABA-A732-16119D5A298E}" dt="2025-04-14T16:10:53.268" v="262" actId="20577"/>
        <pc:sldMkLst>
          <pc:docMk/>
          <pc:sldMk cId="3616637972" sldId="275"/>
        </pc:sldMkLst>
        <pc:spChg chg="mod">
          <ac:chgData name="Hunt, Randall [USA]" userId="89bfa2a9-2144-4bd6-ba22-d79ad510780c" providerId="ADAL" clId="{B630FDAC-30FA-4ABA-A732-16119D5A298E}" dt="2025-04-14T16:10:53.268" v="262" actId="20577"/>
          <ac:spMkLst>
            <pc:docMk/>
            <pc:sldMk cId="3616637972" sldId="275"/>
            <ac:spMk id="2" creationId="{886EAC94-E9E2-983E-FA1E-57D75C9E605A}"/>
          </ac:spMkLst>
        </pc:spChg>
      </pc:sldChg>
      <pc:sldChg chg="add ord">
        <pc:chgData name="Hunt, Randall [USA]" userId="89bfa2a9-2144-4bd6-ba22-d79ad510780c" providerId="ADAL" clId="{B630FDAC-30FA-4ABA-A732-16119D5A298E}" dt="2025-04-14T16:11:39.452" v="267"/>
        <pc:sldMkLst>
          <pc:docMk/>
          <pc:sldMk cId="384862127" sldId="278"/>
        </pc:sldMkLst>
      </pc:sldChg>
    </pc:docChg>
  </pc:docChgLst>
  <pc:docChgLst>
    <pc:chgData name="Hunt, Randall [USA]" userId="89bfa2a9-2144-4bd6-ba22-d79ad510780c" providerId="ADAL" clId="{BC5A3F05-62A5-4CF8-A6C9-8A22F0E39422}"/>
    <pc:docChg chg="undo custSel addSld modSld sldOrd">
      <pc:chgData name="Hunt, Randall [USA]" userId="89bfa2a9-2144-4bd6-ba22-d79ad510780c" providerId="ADAL" clId="{BC5A3F05-62A5-4CF8-A6C9-8A22F0E39422}" dt="2024-09-06T12:28:23.242" v="891"/>
      <pc:docMkLst>
        <pc:docMk/>
      </pc:docMkLst>
      <pc:sldChg chg="modSp mod modNotesTx">
        <pc:chgData name="Hunt, Randall [USA]" userId="89bfa2a9-2144-4bd6-ba22-d79ad510780c" providerId="ADAL" clId="{BC5A3F05-62A5-4CF8-A6C9-8A22F0E39422}" dt="2024-09-06T12:24:29.584" v="781"/>
        <pc:sldMkLst>
          <pc:docMk/>
          <pc:sldMk cId="3457010900" sldId="257"/>
        </pc:sldMkLst>
        <pc:spChg chg="mod">
          <ac:chgData name="Hunt, Randall [USA]" userId="89bfa2a9-2144-4bd6-ba22-d79ad510780c" providerId="ADAL" clId="{BC5A3F05-62A5-4CF8-A6C9-8A22F0E39422}" dt="2024-08-23T17:57:22.757" v="262" actId="20577"/>
          <ac:spMkLst>
            <pc:docMk/>
            <pc:sldMk cId="3457010900" sldId="257"/>
            <ac:spMk id="3" creationId="{3152E7C6-A2A8-4EF3-F842-5A6C27298488}"/>
          </ac:spMkLst>
        </pc:spChg>
      </pc:sldChg>
      <pc:sldChg chg="addSp modSp mod modNotesTx">
        <pc:chgData name="Hunt, Randall [USA]" userId="89bfa2a9-2144-4bd6-ba22-d79ad510780c" providerId="ADAL" clId="{BC5A3F05-62A5-4CF8-A6C9-8A22F0E39422}" dt="2024-09-06T12:24:51.666" v="790" actId="20577"/>
        <pc:sldMkLst>
          <pc:docMk/>
          <pc:sldMk cId="553590062" sldId="258"/>
        </pc:sldMkLst>
        <pc:spChg chg="mod">
          <ac:chgData name="Hunt, Randall [USA]" userId="89bfa2a9-2144-4bd6-ba22-d79ad510780c" providerId="ADAL" clId="{BC5A3F05-62A5-4CF8-A6C9-8A22F0E39422}" dt="2024-08-23T17:36:06.181" v="238" actId="1076"/>
          <ac:spMkLst>
            <pc:docMk/>
            <pc:sldMk cId="553590062" sldId="258"/>
            <ac:spMk id="2" creationId="{1ABC19CC-4A7F-B7CE-1451-284690090F0B}"/>
          </ac:spMkLst>
        </pc:spChg>
        <pc:spChg chg="mod">
          <ac:chgData name="Hunt, Randall [USA]" userId="89bfa2a9-2144-4bd6-ba22-d79ad510780c" providerId="ADAL" clId="{BC5A3F05-62A5-4CF8-A6C9-8A22F0E39422}" dt="2024-08-23T17:56:54.453" v="257" actId="113"/>
          <ac:spMkLst>
            <pc:docMk/>
            <pc:sldMk cId="553590062" sldId="258"/>
            <ac:spMk id="3" creationId="{44FCCB2C-EEBD-5DF0-7021-F6FCFCB47BAE}"/>
          </ac:spMkLst>
        </pc:spChg>
        <pc:spChg chg="add">
          <ac:chgData name="Hunt, Randall [USA]" userId="89bfa2a9-2144-4bd6-ba22-d79ad510780c" providerId="ADAL" clId="{BC5A3F05-62A5-4CF8-A6C9-8A22F0E39422}" dt="2024-08-23T17:55:44.230" v="249"/>
          <ac:spMkLst>
            <pc:docMk/>
            <pc:sldMk cId="553590062" sldId="258"/>
            <ac:spMk id="4" creationId="{DB3B5B21-CE85-88C9-2092-9153042413ED}"/>
          </ac:spMkLst>
        </pc:spChg>
        <pc:picChg chg="mod">
          <ac:chgData name="Hunt, Randall [USA]" userId="89bfa2a9-2144-4bd6-ba22-d79ad510780c" providerId="ADAL" clId="{BC5A3F05-62A5-4CF8-A6C9-8A22F0E39422}" dt="2024-08-23T17:56:57.317" v="258" actId="1076"/>
          <ac:picMkLst>
            <pc:docMk/>
            <pc:sldMk cId="553590062" sldId="258"/>
            <ac:picMk id="5" creationId="{42273892-031E-FBD8-6150-06C64499EF9F}"/>
          </ac:picMkLst>
        </pc:picChg>
        <pc:picChg chg="mod">
          <ac:chgData name="Hunt, Randall [USA]" userId="89bfa2a9-2144-4bd6-ba22-d79ad510780c" providerId="ADAL" clId="{BC5A3F05-62A5-4CF8-A6C9-8A22F0E39422}" dt="2024-08-23T17:56:59.812" v="260" actId="1076"/>
          <ac:picMkLst>
            <pc:docMk/>
            <pc:sldMk cId="553590062" sldId="258"/>
            <ac:picMk id="7" creationId="{2B629EC0-EA8C-F23C-4B77-65B460869D29}"/>
          </ac:picMkLst>
        </pc:picChg>
      </pc:sldChg>
      <pc:sldChg chg="modSp mod modNotesTx">
        <pc:chgData name="Hunt, Randall [USA]" userId="89bfa2a9-2144-4bd6-ba22-d79ad510780c" providerId="ADAL" clId="{BC5A3F05-62A5-4CF8-A6C9-8A22F0E39422}" dt="2024-09-06T12:24:00.033" v="767"/>
        <pc:sldMkLst>
          <pc:docMk/>
          <pc:sldMk cId="341122642" sldId="259"/>
        </pc:sldMkLst>
        <pc:spChg chg="mod">
          <ac:chgData name="Hunt, Randall [USA]" userId="89bfa2a9-2144-4bd6-ba22-d79ad510780c" providerId="ADAL" clId="{BC5A3F05-62A5-4CF8-A6C9-8A22F0E39422}" dt="2024-08-13T15:35:57.324" v="91" actId="14100"/>
          <ac:spMkLst>
            <pc:docMk/>
            <pc:sldMk cId="341122642" sldId="259"/>
            <ac:spMk id="3" creationId="{F81F77C5-F46D-D416-E6AF-723C2DA2ED27}"/>
          </ac:spMkLst>
        </pc:spChg>
        <pc:picChg chg="mod">
          <ac:chgData name="Hunt, Randall [USA]" userId="89bfa2a9-2144-4bd6-ba22-d79ad510780c" providerId="ADAL" clId="{BC5A3F05-62A5-4CF8-A6C9-8A22F0E39422}" dt="2024-08-23T17:36:52.761" v="240" actId="1076"/>
          <ac:picMkLst>
            <pc:docMk/>
            <pc:sldMk cId="341122642" sldId="259"/>
            <ac:picMk id="5" creationId="{D2976DEC-9F44-A574-69DC-998F7F6A7F16}"/>
          </ac:picMkLst>
        </pc:picChg>
      </pc:sldChg>
      <pc:sldChg chg="modSp mod modNotesTx">
        <pc:chgData name="Hunt, Randall [USA]" userId="89bfa2a9-2144-4bd6-ba22-d79ad510780c" providerId="ADAL" clId="{BC5A3F05-62A5-4CF8-A6C9-8A22F0E39422}" dt="2024-09-06T12:24:59.299" v="793"/>
        <pc:sldMkLst>
          <pc:docMk/>
          <pc:sldMk cId="3230829521" sldId="260"/>
        </pc:sldMkLst>
        <pc:spChg chg="mod">
          <ac:chgData name="Hunt, Randall [USA]" userId="89bfa2a9-2144-4bd6-ba22-d79ad510780c" providerId="ADAL" clId="{BC5A3F05-62A5-4CF8-A6C9-8A22F0E39422}" dt="2024-08-23T17:40:58.281" v="246" actId="20577"/>
          <ac:spMkLst>
            <pc:docMk/>
            <pc:sldMk cId="3230829521" sldId="260"/>
            <ac:spMk id="3" creationId="{AC90FE6A-0264-AAFF-D7FA-42D6D515A333}"/>
          </ac:spMkLst>
        </pc:spChg>
        <pc:picChg chg="mod">
          <ac:chgData name="Hunt, Randall [USA]" userId="89bfa2a9-2144-4bd6-ba22-d79ad510780c" providerId="ADAL" clId="{BC5A3F05-62A5-4CF8-A6C9-8A22F0E39422}" dt="2024-08-23T17:36:46.722" v="239" actId="1076"/>
          <ac:picMkLst>
            <pc:docMk/>
            <pc:sldMk cId="3230829521" sldId="260"/>
            <ac:picMk id="5" creationId="{91FEBDA6-2095-9B3D-6E96-D0C7C349D865}"/>
          </ac:picMkLst>
        </pc:picChg>
      </pc:sldChg>
      <pc:sldChg chg="modSp mod addCm modCm modNotesTx">
        <pc:chgData name="Hunt, Randall [USA]" userId="89bfa2a9-2144-4bd6-ba22-d79ad510780c" providerId="ADAL" clId="{BC5A3F05-62A5-4CF8-A6C9-8A22F0E39422}" dt="2024-09-06T12:25:13.264" v="800"/>
        <pc:sldMkLst>
          <pc:docMk/>
          <pc:sldMk cId="240164006" sldId="261"/>
        </pc:sldMkLst>
        <pc:spChg chg="mod">
          <ac:chgData name="Hunt, Randall [USA]" userId="89bfa2a9-2144-4bd6-ba22-d79ad510780c" providerId="ADAL" clId="{BC5A3F05-62A5-4CF8-A6C9-8A22F0E39422}" dt="2024-08-23T17:37:02.991" v="241" actId="1076"/>
          <ac:spMkLst>
            <pc:docMk/>
            <pc:sldMk cId="240164006" sldId="261"/>
            <ac:spMk id="3" creationId="{5368887A-986D-272F-9D8E-BB4FCD863147}"/>
          </ac:spMkLst>
        </pc:spChg>
        <pc:picChg chg="mod">
          <ac:chgData name="Hunt, Randall [USA]" userId="89bfa2a9-2144-4bd6-ba22-d79ad510780c" providerId="ADAL" clId="{BC5A3F05-62A5-4CF8-A6C9-8A22F0E39422}" dt="2024-08-23T17:37:05.177" v="242" actId="1076"/>
          <ac:picMkLst>
            <pc:docMk/>
            <pc:sldMk cId="240164006" sldId="261"/>
            <ac:picMk id="5" creationId="{2DEA186F-40B2-3310-083F-5135A4EDC41F}"/>
          </ac:picMkLst>
        </pc:picChg>
        <pc:extLst>
          <p:ext xmlns:p="http://schemas.openxmlformats.org/presentationml/2006/main" uri="{D6D511B9-2390-475A-947B-AFAB55BFBCF1}">
            <pc226:cmChg xmlns:pc226="http://schemas.microsoft.com/office/powerpoint/2022/06/main/command" chg="add mod">
              <pc226:chgData name="Hunt, Randall [USA]" userId="89bfa2a9-2144-4bd6-ba22-d79ad510780c" providerId="ADAL" clId="{BC5A3F05-62A5-4CF8-A6C9-8A22F0E39422}" dt="2024-08-23T17:39:08.603" v="244"/>
              <pc2:cmMkLst xmlns:pc2="http://schemas.microsoft.com/office/powerpoint/2019/9/main/command">
                <pc:docMk/>
                <pc:sldMk cId="240164006" sldId="261"/>
                <pc2:cmMk id="{015C5C06-E145-4DE3-AC4D-08A14F15C965}"/>
              </pc2:cmMkLst>
            </pc226:cmChg>
          </p:ext>
        </pc:extLst>
      </pc:sldChg>
      <pc:sldChg chg="modSp mod">
        <pc:chgData name="Hunt, Randall [USA]" userId="89bfa2a9-2144-4bd6-ba22-d79ad510780c" providerId="ADAL" clId="{BC5A3F05-62A5-4CF8-A6C9-8A22F0E39422}" dt="2024-08-13T15:31:17.374" v="15" actId="113"/>
        <pc:sldMkLst>
          <pc:docMk/>
          <pc:sldMk cId="1822547226" sldId="262"/>
        </pc:sldMkLst>
        <pc:spChg chg="mod">
          <ac:chgData name="Hunt, Randall [USA]" userId="89bfa2a9-2144-4bd6-ba22-d79ad510780c" providerId="ADAL" clId="{BC5A3F05-62A5-4CF8-A6C9-8A22F0E39422}" dt="2024-08-13T15:31:17.374" v="15" actId="113"/>
          <ac:spMkLst>
            <pc:docMk/>
            <pc:sldMk cId="1822547226" sldId="262"/>
            <ac:spMk id="3" creationId="{464E2F79-F7A0-5B91-C1E1-CCEBE1BC455D}"/>
          </ac:spMkLst>
        </pc:spChg>
      </pc:sldChg>
      <pc:sldChg chg="modSp mod modNotesTx">
        <pc:chgData name="Hunt, Randall [USA]" userId="89bfa2a9-2144-4bd6-ba22-d79ad510780c" providerId="ADAL" clId="{BC5A3F05-62A5-4CF8-A6C9-8A22F0E39422}" dt="2024-09-06T12:25:27.905" v="807"/>
        <pc:sldMkLst>
          <pc:docMk/>
          <pc:sldMk cId="2271815336" sldId="263"/>
        </pc:sldMkLst>
        <pc:spChg chg="mod">
          <ac:chgData name="Hunt, Randall [USA]" userId="89bfa2a9-2144-4bd6-ba22-d79ad510780c" providerId="ADAL" clId="{BC5A3F05-62A5-4CF8-A6C9-8A22F0E39422}" dt="2024-08-23T17:58:40.014" v="263" actId="33524"/>
          <ac:spMkLst>
            <pc:docMk/>
            <pc:sldMk cId="2271815336" sldId="263"/>
            <ac:spMk id="3" creationId="{7EB89A3C-3987-00EC-0ECC-E040B3B7E613}"/>
          </ac:spMkLst>
        </pc:spChg>
      </pc:sldChg>
      <pc:sldChg chg="modSp mod modNotesTx">
        <pc:chgData name="Hunt, Randall [USA]" userId="89bfa2a9-2144-4bd6-ba22-d79ad510780c" providerId="ADAL" clId="{BC5A3F05-62A5-4CF8-A6C9-8A22F0E39422}" dt="2024-09-06T12:26:13.171" v="833"/>
        <pc:sldMkLst>
          <pc:docMk/>
          <pc:sldMk cId="2027460173" sldId="264"/>
        </pc:sldMkLst>
        <pc:spChg chg="mod">
          <ac:chgData name="Hunt, Randall [USA]" userId="89bfa2a9-2144-4bd6-ba22-d79ad510780c" providerId="ADAL" clId="{BC5A3F05-62A5-4CF8-A6C9-8A22F0E39422}" dt="2024-08-13T15:31:39.837" v="23" actId="113"/>
          <ac:spMkLst>
            <pc:docMk/>
            <pc:sldMk cId="2027460173" sldId="264"/>
            <ac:spMk id="3" creationId="{C43FF21B-B6F5-BF45-BECC-A75945C70980}"/>
          </ac:spMkLst>
        </pc:spChg>
      </pc:sldChg>
      <pc:sldChg chg="modSp mod modNotesTx">
        <pc:chgData name="Hunt, Randall [USA]" userId="89bfa2a9-2144-4bd6-ba22-d79ad510780c" providerId="ADAL" clId="{BC5A3F05-62A5-4CF8-A6C9-8A22F0E39422}" dt="2024-09-06T12:26:51.936" v="848"/>
        <pc:sldMkLst>
          <pc:docMk/>
          <pc:sldMk cId="3644094034" sldId="265"/>
        </pc:sldMkLst>
        <pc:spChg chg="mod">
          <ac:chgData name="Hunt, Randall [USA]" userId="89bfa2a9-2144-4bd6-ba22-d79ad510780c" providerId="ADAL" clId="{BC5A3F05-62A5-4CF8-A6C9-8A22F0E39422}" dt="2024-08-13T15:32:03.677" v="29" actId="113"/>
          <ac:spMkLst>
            <pc:docMk/>
            <pc:sldMk cId="3644094034" sldId="265"/>
            <ac:spMk id="3" creationId="{C6C550F1-FE93-B7D2-EFD3-F4CC33BD6E3C}"/>
          </ac:spMkLst>
        </pc:spChg>
      </pc:sldChg>
      <pc:sldChg chg="modSp mod modNotesTx">
        <pc:chgData name="Hunt, Randall [USA]" userId="89bfa2a9-2144-4bd6-ba22-d79ad510780c" providerId="ADAL" clId="{BC5A3F05-62A5-4CF8-A6C9-8A22F0E39422}" dt="2024-09-06T12:27:09.287" v="855"/>
        <pc:sldMkLst>
          <pc:docMk/>
          <pc:sldMk cId="649712854" sldId="266"/>
        </pc:sldMkLst>
        <pc:spChg chg="mod">
          <ac:chgData name="Hunt, Randall [USA]" userId="89bfa2a9-2144-4bd6-ba22-d79ad510780c" providerId="ADAL" clId="{BC5A3F05-62A5-4CF8-A6C9-8A22F0E39422}" dt="2024-08-13T15:32:12.855" v="31" actId="113"/>
          <ac:spMkLst>
            <pc:docMk/>
            <pc:sldMk cId="649712854" sldId="266"/>
            <ac:spMk id="3" creationId="{5B95D81B-4850-0C1C-4154-C944CA65A9C0}"/>
          </ac:spMkLst>
        </pc:spChg>
      </pc:sldChg>
      <pc:sldChg chg="modSp mod modNotesTx">
        <pc:chgData name="Hunt, Randall [USA]" userId="89bfa2a9-2144-4bd6-ba22-d79ad510780c" providerId="ADAL" clId="{BC5A3F05-62A5-4CF8-A6C9-8A22F0E39422}" dt="2024-09-06T12:27:27.559" v="866"/>
        <pc:sldMkLst>
          <pc:docMk/>
          <pc:sldMk cId="554448316" sldId="267"/>
        </pc:sldMkLst>
        <pc:spChg chg="mod">
          <ac:chgData name="Hunt, Randall [USA]" userId="89bfa2a9-2144-4bd6-ba22-d79ad510780c" providerId="ADAL" clId="{BC5A3F05-62A5-4CF8-A6C9-8A22F0E39422}" dt="2024-08-23T18:29:36.466" v="763" actId="20577"/>
          <ac:spMkLst>
            <pc:docMk/>
            <pc:sldMk cId="554448316" sldId="267"/>
            <ac:spMk id="3" creationId="{9090A87F-E280-D475-4A3B-648A65D9CD39}"/>
          </ac:spMkLst>
        </pc:spChg>
        <pc:picChg chg="mod">
          <ac:chgData name="Hunt, Randall [USA]" userId="89bfa2a9-2144-4bd6-ba22-d79ad510780c" providerId="ADAL" clId="{BC5A3F05-62A5-4CF8-A6C9-8A22F0E39422}" dt="2024-08-23T18:07:22.470" v="266" actId="1076"/>
          <ac:picMkLst>
            <pc:docMk/>
            <pc:sldMk cId="554448316" sldId="267"/>
            <ac:picMk id="5" creationId="{CD1E55FC-8E88-850F-E291-81D83511940E}"/>
          </ac:picMkLst>
        </pc:picChg>
      </pc:sldChg>
      <pc:sldChg chg="modSp mod">
        <pc:chgData name="Hunt, Randall [USA]" userId="89bfa2a9-2144-4bd6-ba22-d79ad510780c" providerId="ADAL" clId="{BC5A3F05-62A5-4CF8-A6C9-8A22F0E39422}" dt="2024-08-13T15:32:40.415" v="46" actId="113"/>
        <pc:sldMkLst>
          <pc:docMk/>
          <pc:sldMk cId="3739513284" sldId="268"/>
        </pc:sldMkLst>
        <pc:spChg chg="mod">
          <ac:chgData name="Hunt, Randall [USA]" userId="89bfa2a9-2144-4bd6-ba22-d79ad510780c" providerId="ADAL" clId="{BC5A3F05-62A5-4CF8-A6C9-8A22F0E39422}" dt="2024-08-13T15:32:40.415" v="46" actId="113"/>
          <ac:spMkLst>
            <pc:docMk/>
            <pc:sldMk cId="3739513284" sldId="268"/>
            <ac:spMk id="3" creationId="{7C4E074E-DFD1-1BC1-3A54-AF972ED50AD9}"/>
          </ac:spMkLst>
        </pc:spChg>
      </pc:sldChg>
      <pc:sldChg chg="modSp mod">
        <pc:chgData name="Hunt, Randall [USA]" userId="89bfa2a9-2144-4bd6-ba22-d79ad510780c" providerId="ADAL" clId="{BC5A3F05-62A5-4CF8-A6C9-8A22F0E39422}" dt="2024-08-13T15:32:57.316" v="51" actId="113"/>
        <pc:sldMkLst>
          <pc:docMk/>
          <pc:sldMk cId="1334309304" sldId="269"/>
        </pc:sldMkLst>
        <pc:spChg chg="mod">
          <ac:chgData name="Hunt, Randall [USA]" userId="89bfa2a9-2144-4bd6-ba22-d79ad510780c" providerId="ADAL" clId="{BC5A3F05-62A5-4CF8-A6C9-8A22F0E39422}" dt="2024-08-13T15:32:57.316" v="51" actId="113"/>
          <ac:spMkLst>
            <pc:docMk/>
            <pc:sldMk cId="1334309304" sldId="269"/>
            <ac:spMk id="3" creationId="{1B4A5954-A379-8ABD-D699-2CEF69C77837}"/>
          </ac:spMkLst>
        </pc:spChg>
      </pc:sldChg>
      <pc:sldChg chg="addSp modSp mod">
        <pc:chgData name="Hunt, Randall [USA]" userId="89bfa2a9-2144-4bd6-ba22-d79ad510780c" providerId="ADAL" clId="{BC5A3F05-62A5-4CF8-A6C9-8A22F0E39422}" dt="2024-09-03T14:33:18.458" v="764" actId="1036"/>
        <pc:sldMkLst>
          <pc:docMk/>
          <pc:sldMk cId="1502941525" sldId="270"/>
        </pc:sldMkLst>
        <pc:spChg chg="mod">
          <ac:chgData name="Hunt, Randall [USA]" userId="89bfa2a9-2144-4bd6-ba22-d79ad510780c" providerId="ADAL" clId="{BC5A3F05-62A5-4CF8-A6C9-8A22F0E39422}" dt="2024-08-13T15:33:22.958" v="63" actId="14100"/>
          <ac:spMkLst>
            <pc:docMk/>
            <pc:sldMk cId="1502941525" sldId="270"/>
            <ac:spMk id="3" creationId="{1A4A2A91-9875-343D-B846-18B8D4926A80}"/>
          </ac:spMkLst>
        </pc:spChg>
        <pc:picChg chg="add mod">
          <ac:chgData name="Hunt, Randall [USA]" userId="89bfa2a9-2144-4bd6-ba22-d79ad510780c" providerId="ADAL" clId="{BC5A3F05-62A5-4CF8-A6C9-8A22F0E39422}" dt="2024-09-03T14:33:18.458" v="764" actId="1036"/>
          <ac:picMkLst>
            <pc:docMk/>
            <pc:sldMk cId="1502941525" sldId="270"/>
            <ac:picMk id="5" creationId="{FBF86BE9-463F-53D4-F84C-3065CC4A050D}"/>
          </ac:picMkLst>
        </pc:picChg>
      </pc:sldChg>
      <pc:sldChg chg="modSp mod modNotesTx">
        <pc:chgData name="Hunt, Randall [USA]" userId="89bfa2a9-2144-4bd6-ba22-d79ad510780c" providerId="ADAL" clId="{BC5A3F05-62A5-4CF8-A6C9-8A22F0E39422}" dt="2024-09-06T12:27:42.665" v="873"/>
        <pc:sldMkLst>
          <pc:docMk/>
          <pc:sldMk cId="527993816" sldId="271"/>
        </pc:sldMkLst>
        <pc:spChg chg="mod">
          <ac:chgData name="Hunt, Randall [USA]" userId="89bfa2a9-2144-4bd6-ba22-d79ad510780c" providerId="ADAL" clId="{BC5A3F05-62A5-4CF8-A6C9-8A22F0E39422}" dt="2024-08-23T18:17:10.685" v="597" actId="20577"/>
          <ac:spMkLst>
            <pc:docMk/>
            <pc:sldMk cId="527993816" sldId="271"/>
            <ac:spMk id="3" creationId="{52ACBB2F-1090-A221-2B91-6A00795819D7}"/>
          </ac:spMkLst>
        </pc:spChg>
      </pc:sldChg>
      <pc:sldChg chg="addSp delSp modSp mod modNotesTx">
        <pc:chgData name="Hunt, Randall [USA]" userId="89bfa2a9-2144-4bd6-ba22-d79ad510780c" providerId="ADAL" clId="{BC5A3F05-62A5-4CF8-A6C9-8A22F0E39422}" dt="2024-09-06T12:27:57.442" v="880"/>
        <pc:sldMkLst>
          <pc:docMk/>
          <pc:sldMk cId="2991583886" sldId="272"/>
        </pc:sldMkLst>
        <pc:spChg chg="mod">
          <ac:chgData name="Hunt, Randall [USA]" userId="89bfa2a9-2144-4bd6-ba22-d79ad510780c" providerId="ADAL" clId="{BC5A3F05-62A5-4CF8-A6C9-8A22F0E39422}" dt="2024-08-23T18:19:05.519" v="631" actId="20577"/>
          <ac:spMkLst>
            <pc:docMk/>
            <pc:sldMk cId="2991583886" sldId="272"/>
            <ac:spMk id="3" creationId="{5121FB65-32F1-4CEC-8214-471C6F32E865}"/>
          </ac:spMkLst>
        </pc:spChg>
        <pc:picChg chg="add del mod">
          <ac:chgData name="Hunt, Randall [USA]" userId="89bfa2a9-2144-4bd6-ba22-d79ad510780c" providerId="ADAL" clId="{BC5A3F05-62A5-4CF8-A6C9-8A22F0E39422}" dt="2024-08-23T18:19:34.185" v="638" actId="22"/>
          <ac:picMkLst>
            <pc:docMk/>
            <pc:sldMk cId="2991583886" sldId="272"/>
            <ac:picMk id="5" creationId="{4E4AD48F-7876-AEA6-C86B-004DC729ED5C}"/>
          </ac:picMkLst>
        </pc:picChg>
        <pc:picChg chg="add del mod">
          <ac:chgData name="Hunt, Randall [USA]" userId="89bfa2a9-2144-4bd6-ba22-d79ad510780c" providerId="ADAL" clId="{BC5A3F05-62A5-4CF8-A6C9-8A22F0E39422}" dt="2024-08-23T18:19:40.421" v="642" actId="1076"/>
          <ac:picMkLst>
            <pc:docMk/>
            <pc:sldMk cId="2991583886" sldId="272"/>
            <ac:picMk id="9" creationId="{7D99E68D-5AB6-F6E8-EE1E-FB2135918E38}"/>
          </ac:picMkLst>
        </pc:picChg>
      </pc:sldChg>
      <pc:sldChg chg="modSp mod modNotesTx">
        <pc:chgData name="Hunt, Randall [USA]" userId="89bfa2a9-2144-4bd6-ba22-d79ad510780c" providerId="ADAL" clId="{BC5A3F05-62A5-4CF8-A6C9-8A22F0E39422}" dt="2024-09-06T12:28:23.242" v="891"/>
        <pc:sldMkLst>
          <pc:docMk/>
          <pc:sldMk cId="2321388471" sldId="273"/>
        </pc:sldMkLst>
        <pc:spChg chg="mod">
          <ac:chgData name="Hunt, Randall [USA]" userId="89bfa2a9-2144-4bd6-ba22-d79ad510780c" providerId="ADAL" clId="{BC5A3F05-62A5-4CF8-A6C9-8A22F0E39422}" dt="2024-08-13T15:33:50.999" v="74" actId="113"/>
          <ac:spMkLst>
            <pc:docMk/>
            <pc:sldMk cId="2321388471" sldId="273"/>
            <ac:spMk id="3" creationId="{B6E71224-A1E4-2B96-C0F5-6C3CBB14B7D7}"/>
          </ac:spMkLst>
        </pc:spChg>
      </pc:sldChg>
      <pc:sldChg chg="modSp mod">
        <pc:chgData name="Hunt, Randall [USA]" userId="89bfa2a9-2144-4bd6-ba22-d79ad510780c" providerId="ADAL" clId="{BC5A3F05-62A5-4CF8-A6C9-8A22F0E39422}" dt="2024-08-13T15:34:03.959" v="75" actId="113"/>
        <pc:sldMkLst>
          <pc:docMk/>
          <pc:sldMk cId="3616637972" sldId="275"/>
        </pc:sldMkLst>
        <pc:spChg chg="mod">
          <ac:chgData name="Hunt, Randall [USA]" userId="89bfa2a9-2144-4bd6-ba22-d79ad510780c" providerId="ADAL" clId="{BC5A3F05-62A5-4CF8-A6C9-8A22F0E39422}" dt="2024-08-13T15:34:03.959" v="75" actId="113"/>
          <ac:spMkLst>
            <pc:docMk/>
            <pc:sldMk cId="3616637972" sldId="275"/>
            <ac:spMk id="3" creationId="{72B33156-FEF1-77BC-9E10-B60EA29FEA96}"/>
          </ac:spMkLst>
        </pc:spChg>
      </pc:sldChg>
      <pc:sldChg chg="addSp modSp new mod ord">
        <pc:chgData name="Hunt, Randall [USA]" userId="89bfa2a9-2144-4bd6-ba22-d79ad510780c" providerId="ADAL" clId="{BC5A3F05-62A5-4CF8-A6C9-8A22F0E39422}" dt="2024-08-13T15:36:49.657" v="231" actId="20577"/>
        <pc:sldMkLst>
          <pc:docMk/>
          <pc:sldMk cId="186056131" sldId="276"/>
        </pc:sldMkLst>
        <pc:spChg chg="mod">
          <ac:chgData name="Hunt, Randall [USA]" userId="89bfa2a9-2144-4bd6-ba22-d79ad510780c" providerId="ADAL" clId="{BC5A3F05-62A5-4CF8-A6C9-8A22F0E39422}" dt="2024-08-13T15:36:14.257" v="153" actId="20577"/>
          <ac:spMkLst>
            <pc:docMk/>
            <pc:sldMk cId="186056131" sldId="276"/>
            <ac:spMk id="2" creationId="{627B3879-8519-0469-BC28-12A0EA3882A2}"/>
          </ac:spMkLst>
        </pc:spChg>
        <pc:spChg chg="mod">
          <ac:chgData name="Hunt, Randall [USA]" userId="89bfa2a9-2144-4bd6-ba22-d79ad510780c" providerId="ADAL" clId="{BC5A3F05-62A5-4CF8-A6C9-8A22F0E39422}" dt="2024-08-13T15:36:49.657" v="231" actId="20577"/>
          <ac:spMkLst>
            <pc:docMk/>
            <pc:sldMk cId="186056131" sldId="276"/>
            <ac:spMk id="3" creationId="{3FBB0245-78EA-6AA4-B743-A19A3198D116}"/>
          </ac:spMkLst>
        </pc:spChg>
        <pc:picChg chg="add mod">
          <ac:chgData name="Hunt, Randall [USA]" userId="89bfa2a9-2144-4bd6-ba22-d79ad510780c" providerId="ADAL" clId="{BC5A3F05-62A5-4CF8-A6C9-8A22F0E39422}" dt="2024-08-13T15:36:30.824" v="198" actId="1076"/>
          <ac:picMkLst>
            <pc:docMk/>
            <pc:sldMk cId="186056131" sldId="276"/>
            <ac:picMk id="4" creationId="{17F2908A-5DC7-763B-5E6A-12F7A24A7805}"/>
          </ac:picMkLst>
        </pc:picChg>
      </pc:sldChg>
    </pc:docChg>
  </pc:docChgLst>
  <pc:docChgLst>
    <pc:chgData name="Randall Hunt" userId="4c55b6c8-20fa-4fc5-ad69-633eabcdc40e" providerId="ADAL" clId="{6359DC0D-7520-4308-BA51-2A3E188C5E25}"/>
    <pc:docChg chg="undo redo custSel addSld delSld modSld sldOrd">
      <pc:chgData name="Randall Hunt" userId="4c55b6c8-20fa-4fc5-ad69-633eabcdc40e" providerId="ADAL" clId="{6359DC0D-7520-4308-BA51-2A3E188C5E25}" dt="2024-08-05T17:01:51.998" v="11536" actId="33524"/>
      <pc:docMkLst>
        <pc:docMk/>
      </pc:docMkLst>
      <pc:sldChg chg="modSp mod">
        <pc:chgData name="Randall Hunt" userId="4c55b6c8-20fa-4fc5-ad69-633eabcdc40e" providerId="ADAL" clId="{6359DC0D-7520-4308-BA51-2A3E188C5E25}" dt="2024-08-02T12:54:58.120" v="1007"/>
        <pc:sldMkLst>
          <pc:docMk/>
          <pc:sldMk cId="37643467" sldId="256"/>
        </pc:sldMkLst>
        <pc:spChg chg="mod">
          <ac:chgData name="Randall Hunt" userId="4c55b6c8-20fa-4fc5-ad69-633eabcdc40e" providerId="ADAL" clId="{6359DC0D-7520-4308-BA51-2A3E188C5E25}" dt="2024-08-02T12:29:48.511" v="49" actId="20577"/>
          <ac:spMkLst>
            <pc:docMk/>
            <pc:sldMk cId="37643467" sldId="256"/>
            <ac:spMk id="2" creationId="{442246E6-CB2D-5069-D63A-8FFC5BEF5FFD}"/>
          </ac:spMkLst>
        </pc:spChg>
        <pc:spChg chg="mod">
          <ac:chgData name="Randall Hunt" userId="4c55b6c8-20fa-4fc5-ad69-633eabcdc40e" providerId="ADAL" clId="{6359DC0D-7520-4308-BA51-2A3E188C5E25}" dt="2024-08-02T12:54:58.120" v="1007"/>
          <ac:spMkLst>
            <pc:docMk/>
            <pc:sldMk cId="37643467" sldId="256"/>
            <ac:spMk id="3" creationId="{00666C2F-96A9-704F-238F-C6745A7CCD6A}"/>
          </ac:spMkLst>
        </pc:spChg>
      </pc:sldChg>
      <pc:sldChg chg="addSp delSp modSp new mod addCm">
        <pc:chgData name="Randall Hunt" userId="4c55b6c8-20fa-4fc5-ad69-633eabcdc40e" providerId="ADAL" clId="{6359DC0D-7520-4308-BA51-2A3E188C5E25}" dt="2024-08-02T13:48:33.286" v="3787"/>
        <pc:sldMkLst>
          <pc:docMk/>
          <pc:sldMk cId="3457010900" sldId="257"/>
        </pc:sldMkLst>
        <pc:spChg chg="mod">
          <ac:chgData name="Randall Hunt" userId="4c55b6c8-20fa-4fc5-ad69-633eabcdc40e" providerId="ADAL" clId="{6359DC0D-7520-4308-BA51-2A3E188C5E25}" dt="2024-08-02T12:49:41.214" v="988" actId="1076"/>
          <ac:spMkLst>
            <pc:docMk/>
            <pc:sldMk cId="3457010900" sldId="257"/>
            <ac:spMk id="2" creationId="{B56F0C47-4082-A857-83D3-DCAC4D40F616}"/>
          </ac:spMkLst>
        </pc:spChg>
        <pc:spChg chg="mod">
          <ac:chgData name="Randall Hunt" userId="4c55b6c8-20fa-4fc5-ad69-633eabcdc40e" providerId="ADAL" clId="{6359DC0D-7520-4308-BA51-2A3E188C5E25}" dt="2024-08-02T13:47:48.610" v="3785" actId="20577"/>
          <ac:spMkLst>
            <pc:docMk/>
            <pc:sldMk cId="3457010900" sldId="257"/>
            <ac:spMk id="3" creationId="{3152E7C6-A2A8-4EF3-F842-5A6C27298488}"/>
          </ac:spMkLst>
        </pc:spChg>
        <pc:spChg chg="add">
          <ac:chgData name="Randall Hunt" userId="4c55b6c8-20fa-4fc5-ad69-633eabcdc40e" providerId="ADAL" clId="{6359DC0D-7520-4308-BA51-2A3E188C5E25}" dt="2024-08-02T13:37:53.055" v="3320"/>
          <ac:spMkLst>
            <pc:docMk/>
            <pc:sldMk cId="3457010900" sldId="257"/>
            <ac:spMk id="8" creationId="{51ECE565-0DD7-1AFB-0348-AFF89097221E}"/>
          </ac:spMkLst>
        </pc:spChg>
        <pc:spChg chg="add">
          <ac:chgData name="Randall Hunt" userId="4c55b6c8-20fa-4fc5-ad69-633eabcdc40e" providerId="ADAL" clId="{6359DC0D-7520-4308-BA51-2A3E188C5E25}" dt="2024-08-02T13:38:05.770" v="3321"/>
          <ac:spMkLst>
            <pc:docMk/>
            <pc:sldMk cId="3457010900" sldId="257"/>
            <ac:spMk id="9" creationId="{EFBD7210-44C8-D8DB-4CBF-2D02C09A94F8}"/>
          </ac:spMkLst>
        </pc:spChg>
        <pc:spChg chg="add">
          <ac:chgData name="Randall Hunt" userId="4c55b6c8-20fa-4fc5-ad69-633eabcdc40e" providerId="ADAL" clId="{6359DC0D-7520-4308-BA51-2A3E188C5E25}" dt="2024-08-02T13:38:12.167" v="3322"/>
          <ac:spMkLst>
            <pc:docMk/>
            <pc:sldMk cId="3457010900" sldId="257"/>
            <ac:spMk id="10" creationId="{D67EE45D-494F-1667-F197-A80F3DE001A8}"/>
          </ac:spMkLst>
        </pc:spChg>
        <pc:picChg chg="add mod">
          <ac:chgData name="Randall Hunt" userId="4c55b6c8-20fa-4fc5-ad69-633eabcdc40e" providerId="ADAL" clId="{6359DC0D-7520-4308-BA51-2A3E188C5E25}" dt="2024-08-02T13:45:54.566" v="3770" actId="1076"/>
          <ac:picMkLst>
            <pc:docMk/>
            <pc:sldMk cId="3457010900" sldId="257"/>
            <ac:picMk id="5" creationId="{95F151B2-085A-F593-F217-992B9A71667C}"/>
          </ac:picMkLst>
        </pc:picChg>
        <pc:picChg chg="add del mod">
          <ac:chgData name="Randall Hunt" userId="4c55b6c8-20fa-4fc5-ad69-633eabcdc40e" providerId="ADAL" clId="{6359DC0D-7520-4308-BA51-2A3E188C5E25}" dt="2024-08-02T13:36:49.718" v="3312" actId="478"/>
          <ac:picMkLst>
            <pc:docMk/>
            <pc:sldMk cId="3457010900" sldId="257"/>
            <ac:picMk id="7" creationId="{92E96C88-BCF8-7279-DACF-8E3072D00FDD}"/>
          </ac:picMkLst>
        </pc:picChg>
        <pc:picChg chg="add del mod">
          <ac:chgData name="Randall Hunt" userId="4c55b6c8-20fa-4fc5-ad69-633eabcdc40e" providerId="ADAL" clId="{6359DC0D-7520-4308-BA51-2A3E188C5E25}" dt="2024-08-02T13:42:10.605" v="3754" actId="478"/>
          <ac:picMkLst>
            <pc:docMk/>
            <pc:sldMk cId="3457010900" sldId="257"/>
            <ac:picMk id="11" creationId="{55022314-011D-2DF4-FDAA-D90493FAA84F}"/>
          </ac:picMkLst>
        </pc:picChg>
        <pc:picChg chg="add mod">
          <ac:chgData name="Randall Hunt" userId="4c55b6c8-20fa-4fc5-ad69-633eabcdc40e" providerId="ADAL" clId="{6359DC0D-7520-4308-BA51-2A3E188C5E25}" dt="2024-08-02T13:47:51.030" v="3786" actId="14100"/>
          <ac:picMkLst>
            <pc:docMk/>
            <pc:sldMk cId="3457010900" sldId="257"/>
            <ac:picMk id="13" creationId="{1C32B441-E6F9-CD64-D58D-DFB8FECB46C1}"/>
          </ac:picMkLst>
        </pc:pic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6359DC0D-7520-4308-BA51-2A3E188C5E25}" dt="2024-08-02T13:47:05.740" v="3772"/>
              <pc2:cmMkLst xmlns:pc2="http://schemas.microsoft.com/office/powerpoint/2019/9/main/command">
                <pc:docMk/>
                <pc:sldMk cId="3457010900" sldId="257"/>
                <pc2:cmMk id="{781EB346-A741-44E9-B110-94D0DB1FC1AA}"/>
              </pc2:cmMkLst>
            </pc226:cmChg>
            <pc226:cmChg xmlns:pc226="http://schemas.microsoft.com/office/powerpoint/2022/06/main/command" chg="add">
              <pc226:chgData name="Randall Hunt" userId="4c55b6c8-20fa-4fc5-ad69-633eabcdc40e" providerId="ADAL" clId="{6359DC0D-7520-4308-BA51-2A3E188C5E25}" dt="2024-08-02T13:48:33.286" v="3787"/>
              <pc2:cmMkLst xmlns:pc2="http://schemas.microsoft.com/office/powerpoint/2019/9/main/command">
                <pc:docMk/>
                <pc:sldMk cId="3457010900" sldId="257"/>
                <pc2:cmMk id="{0584C849-6912-4C19-8CFD-133017E8E513}"/>
              </pc2:cmMkLst>
            </pc226:cmChg>
            <pc226:cmChg xmlns:pc226="http://schemas.microsoft.com/office/powerpoint/2022/06/main/command" chg="add">
              <pc226:chgData name="Randall Hunt" userId="4c55b6c8-20fa-4fc5-ad69-633eabcdc40e" providerId="ADAL" clId="{6359DC0D-7520-4308-BA51-2A3E188C5E25}" dt="2024-08-02T13:44:04.254" v="3757"/>
              <pc2:cmMkLst xmlns:pc2="http://schemas.microsoft.com/office/powerpoint/2019/9/main/command">
                <pc:docMk/>
                <pc:sldMk cId="3457010900" sldId="257"/>
                <pc2:cmMk id="{8F03B45F-3756-467A-A1A7-E31F8A855361}"/>
              </pc2:cmMkLst>
            </pc226:cmChg>
            <pc226:cmChg xmlns:pc226="http://schemas.microsoft.com/office/powerpoint/2022/06/main/command" chg="add">
              <pc226:chgData name="Randall Hunt" userId="4c55b6c8-20fa-4fc5-ad69-633eabcdc40e" providerId="ADAL" clId="{6359DC0D-7520-4308-BA51-2A3E188C5E25}" dt="2024-08-02T13:46:16.553" v="3771"/>
              <pc2:cmMkLst xmlns:pc2="http://schemas.microsoft.com/office/powerpoint/2019/9/main/command">
                <pc:docMk/>
                <pc:sldMk cId="3457010900" sldId="257"/>
                <pc2:cmMk id="{8FDC56B1-C644-4B5B-B761-A909688AD4AF}"/>
              </pc2:cmMkLst>
            </pc226:cmChg>
          </p:ext>
        </pc:extLst>
      </pc:sldChg>
      <pc:sldChg chg="addSp modSp new mod addCm">
        <pc:chgData name="Randall Hunt" userId="4c55b6c8-20fa-4fc5-ad69-633eabcdc40e" providerId="ADAL" clId="{6359DC0D-7520-4308-BA51-2A3E188C5E25}" dt="2024-08-02T13:52:53.939" v="3790"/>
        <pc:sldMkLst>
          <pc:docMk/>
          <pc:sldMk cId="553590062" sldId="258"/>
        </pc:sldMkLst>
        <pc:spChg chg="mod">
          <ac:chgData name="Randall Hunt" userId="4c55b6c8-20fa-4fc5-ad69-633eabcdc40e" providerId="ADAL" clId="{6359DC0D-7520-4308-BA51-2A3E188C5E25}" dt="2024-08-02T12:45:25.326" v="525" actId="20577"/>
          <ac:spMkLst>
            <pc:docMk/>
            <pc:sldMk cId="553590062" sldId="258"/>
            <ac:spMk id="2" creationId="{1ABC19CC-4A7F-B7CE-1451-284690090F0B}"/>
          </ac:spMkLst>
        </pc:spChg>
        <pc:spChg chg="mod">
          <ac:chgData name="Randall Hunt" userId="4c55b6c8-20fa-4fc5-ad69-633eabcdc40e" providerId="ADAL" clId="{6359DC0D-7520-4308-BA51-2A3E188C5E25}" dt="2024-08-02T12:54:16.714" v="1001" actId="14100"/>
          <ac:spMkLst>
            <pc:docMk/>
            <pc:sldMk cId="553590062" sldId="258"/>
            <ac:spMk id="3" creationId="{44FCCB2C-EEBD-5DF0-7021-F6FCFCB47BAE}"/>
          </ac:spMkLst>
        </pc:spChg>
        <pc:picChg chg="add mod">
          <ac:chgData name="Randall Hunt" userId="4c55b6c8-20fa-4fc5-ad69-633eabcdc40e" providerId="ADAL" clId="{6359DC0D-7520-4308-BA51-2A3E188C5E25}" dt="2024-08-02T12:50:41.116" v="998" actId="1076"/>
          <ac:picMkLst>
            <pc:docMk/>
            <pc:sldMk cId="553590062" sldId="258"/>
            <ac:picMk id="5" creationId="{42273892-031E-FBD8-6150-06C64499EF9F}"/>
          </ac:picMkLst>
        </pc:picChg>
        <pc:picChg chg="add mod">
          <ac:chgData name="Randall Hunt" userId="4c55b6c8-20fa-4fc5-ad69-633eabcdc40e" providerId="ADAL" clId="{6359DC0D-7520-4308-BA51-2A3E188C5E25}" dt="2024-08-02T12:54:27.054" v="1006" actId="1076"/>
          <ac:picMkLst>
            <pc:docMk/>
            <pc:sldMk cId="553590062" sldId="258"/>
            <ac:picMk id="7" creationId="{2B629EC0-EA8C-F23C-4B77-65B460869D29}"/>
          </ac:picMkLst>
        </pc:pic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6359DC0D-7520-4308-BA51-2A3E188C5E25}" dt="2024-08-02T13:51:54.225" v="3789"/>
              <pc2:cmMkLst xmlns:pc2="http://schemas.microsoft.com/office/powerpoint/2019/9/main/command">
                <pc:docMk/>
                <pc:sldMk cId="553590062" sldId="258"/>
                <pc2:cmMk id="{50E600C7-8F84-4854-B522-EF972AA59722}"/>
              </pc2:cmMkLst>
            </pc226:cmChg>
            <pc226:cmChg xmlns:pc226="http://schemas.microsoft.com/office/powerpoint/2022/06/main/command" chg="add">
              <pc226:chgData name="Randall Hunt" userId="4c55b6c8-20fa-4fc5-ad69-633eabcdc40e" providerId="ADAL" clId="{6359DC0D-7520-4308-BA51-2A3E188C5E25}" dt="2024-08-02T13:52:53.939" v="3790"/>
              <pc2:cmMkLst xmlns:pc2="http://schemas.microsoft.com/office/powerpoint/2019/9/main/command">
                <pc:docMk/>
                <pc:sldMk cId="553590062" sldId="258"/>
                <pc2:cmMk id="{520508F4-4F48-48DA-A906-05892413B5C3}"/>
              </pc2:cmMkLst>
            </pc226:cmChg>
          </p:ext>
        </pc:extLst>
      </pc:sldChg>
      <pc:sldChg chg="addSp modSp new mod addCm">
        <pc:chgData name="Randall Hunt" userId="4c55b6c8-20fa-4fc5-ad69-633eabcdc40e" providerId="ADAL" clId="{6359DC0D-7520-4308-BA51-2A3E188C5E25}" dt="2024-08-02T13:49:09.974" v="3788"/>
        <pc:sldMkLst>
          <pc:docMk/>
          <pc:sldMk cId="341122642" sldId="259"/>
        </pc:sldMkLst>
        <pc:spChg chg="mod">
          <ac:chgData name="Randall Hunt" userId="4c55b6c8-20fa-4fc5-ad69-633eabcdc40e" providerId="ADAL" clId="{6359DC0D-7520-4308-BA51-2A3E188C5E25}" dt="2024-08-02T12:46:06.401" v="561" actId="20577"/>
          <ac:spMkLst>
            <pc:docMk/>
            <pc:sldMk cId="341122642" sldId="259"/>
            <ac:spMk id="2" creationId="{C5B2DBE2-2B0D-C634-F42E-80B1B73096A4}"/>
          </ac:spMkLst>
        </pc:spChg>
        <pc:spChg chg="mod">
          <ac:chgData name="Randall Hunt" userId="4c55b6c8-20fa-4fc5-ad69-633eabcdc40e" providerId="ADAL" clId="{6359DC0D-7520-4308-BA51-2A3E188C5E25}" dt="2024-08-02T12:47:58.097" v="974" actId="20577"/>
          <ac:spMkLst>
            <pc:docMk/>
            <pc:sldMk cId="341122642" sldId="259"/>
            <ac:spMk id="3" creationId="{F81F77C5-F46D-D416-E6AF-723C2DA2ED27}"/>
          </ac:spMkLst>
        </pc:spChg>
        <pc:picChg chg="add mod">
          <ac:chgData name="Randall Hunt" userId="4c55b6c8-20fa-4fc5-ad69-633eabcdc40e" providerId="ADAL" clId="{6359DC0D-7520-4308-BA51-2A3E188C5E25}" dt="2024-08-02T12:48:27.124" v="976" actId="1076"/>
          <ac:picMkLst>
            <pc:docMk/>
            <pc:sldMk cId="341122642" sldId="259"/>
            <ac:picMk id="5" creationId="{D2976DEC-9F44-A574-69DC-998F7F6A7F16}"/>
          </ac:picMkLst>
        </pc:pic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6359DC0D-7520-4308-BA51-2A3E188C5E25}" dt="2024-08-02T13:49:09.974" v="3788"/>
              <pc2:cmMkLst xmlns:pc2="http://schemas.microsoft.com/office/powerpoint/2019/9/main/command">
                <pc:docMk/>
                <pc:sldMk cId="341122642" sldId="259"/>
                <pc2:cmMk id="{EE898F3D-5E52-4096-B0D7-1ADD2060C792}"/>
              </pc2:cmMkLst>
            </pc226:cmChg>
          </p:ext>
        </pc:extLst>
      </pc:sldChg>
      <pc:sldChg chg="addSp modSp new mod addCm">
        <pc:chgData name="Randall Hunt" userId="4c55b6c8-20fa-4fc5-ad69-633eabcdc40e" providerId="ADAL" clId="{6359DC0D-7520-4308-BA51-2A3E188C5E25}" dt="2024-08-02T13:55:01.675" v="3791"/>
        <pc:sldMkLst>
          <pc:docMk/>
          <pc:sldMk cId="3230829521" sldId="260"/>
        </pc:sldMkLst>
        <pc:spChg chg="mod">
          <ac:chgData name="Randall Hunt" userId="4c55b6c8-20fa-4fc5-ad69-633eabcdc40e" providerId="ADAL" clId="{6359DC0D-7520-4308-BA51-2A3E188C5E25}" dt="2024-08-02T12:56:17.558" v="1023" actId="20577"/>
          <ac:spMkLst>
            <pc:docMk/>
            <pc:sldMk cId="3230829521" sldId="260"/>
            <ac:spMk id="2" creationId="{01E61AA5-FCF3-5CB2-B0D1-99981FBB0994}"/>
          </ac:spMkLst>
        </pc:spChg>
        <pc:spChg chg="mod">
          <ac:chgData name="Randall Hunt" userId="4c55b6c8-20fa-4fc5-ad69-633eabcdc40e" providerId="ADAL" clId="{6359DC0D-7520-4308-BA51-2A3E188C5E25}" dt="2024-08-02T12:58:25.363" v="1180"/>
          <ac:spMkLst>
            <pc:docMk/>
            <pc:sldMk cId="3230829521" sldId="260"/>
            <ac:spMk id="3" creationId="{AC90FE6A-0264-AAFF-D7FA-42D6D515A333}"/>
          </ac:spMkLst>
        </pc:spChg>
        <pc:picChg chg="add mod">
          <ac:chgData name="Randall Hunt" userId="4c55b6c8-20fa-4fc5-ad69-633eabcdc40e" providerId="ADAL" clId="{6359DC0D-7520-4308-BA51-2A3E188C5E25}" dt="2024-08-02T13:02:28.684" v="1182" actId="1076"/>
          <ac:picMkLst>
            <pc:docMk/>
            <pc:sldMk cId="3230829521" sldId="260"/>
            <ac:picMk id="5" creationId="{91FEBDA6-2095-9B3D-6E96-D0C7C349D865}"/>
          </ac:picMkLst>
        </pc:pic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6359DC0D-7520-4308-BA51-2A3E188C5E25}" dt="2024-08-02T13:55:01.675" v="3791"/>
              <pc2:cmMkLst xmlns:pc2="http://schemas.microsoft.com/office/powerpoint/2019/9/main/command">
                <pc:docMk/>
                <pc:sldMk cId="3230829521" sldId="260"/>
                <pc2:cmMk id="{4F8E06BF-4B87-498F-A023-FAC880023CBE}"/>
              </pc2:cmMkLst>
            </pc226:cmChg>
          </p:ext>
        </pc:extLst>
      </pc:sldChg>
      <pc:sldChg chg="addSp modSp new mod addCm">
        <pc:chgData name="Randall Hunt" userId="4c55b6c8-20fa-4fc5-ad69-633eabcdc40e" providerId="ADAL" clId="{6359DC0D-7520-4308-BA51-2A3E188C5E25}" dt="2024-08-02T13:55:52.221" v="3792"/>
        <pc:sldMkLst>
          <pc:docMk/>
          <pc:sldMk cId="240164006" sldId="261"/>
        </pc:sldMkLst>
        <pc:spChg chg="mod">
          <ac:chgData name="Randall Hunt" userId="4c55b6c8-20fa-4fc5-ad69-633eabcdc40e" providerId="ADAL" clId="{6359DC0D-7520-4308-BA51-2A3E188C5E25}" dt="2024-08-02T13:05:41.595" v="1210" actId="20577"/>
          <ac:spMkLst>
            <pc:docMk/>
            <pc:sldMk cId="240164006" sldId="261"/>
            <ac:spMk id="2" creationId="{752CFC45-F83E-16E4-77BC-303AD9415F55}"/>
          </ac:spMkLst>
        </pc:spChg>
        <pc:spChg chg="mod">
          <ac:chgData name="Randall Hunt" userId="4c55b6c8-20fa-4fc5-ad69-633eabcdc40e" providerId="ADAL" clId="{6359DC0D-7520-4308-BA51-2A3E188C5E25}" dt="2024-08-02T13:17:43.696" v="2059" actId="20577"/>
          <ac:spMkLst>
            <pc:docMk/>
            <pc:sldMk cId="240164006" sldId="261"/>
            <ac:spMk id="3" creationId="{5368887A-986D-272F-9D8E-BB4FCD863147}"/>
          </ac:spMkLst>
        </pc:spChg>
        <pc:picChg chg="add mod">
          <ac:chgData name="Randall Hunt" userId="4c55b6c8-20fa-4fc5-ad69-633eabcdc40e" providerId="ADAL" clId="{6359DC0D-7520-4308-BA51-2A3E188C5E25}" dt="2024-08-02T13:17:57.993" v="2062" actId="1076"/>
          <ac:picMkLst>
            <pc:docMk/>
            <pc:sldMk cId="240164006" sldId="261"/>
            <ac:picMk id="5" creationId="{2DEA186F-40B2-3310-083F-5135A4EDC41F}"/>
          </ac:picMkLst>
        </pc:pic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6359DC0D-7520-4308-BA51-2A3E188C5E25}" dt="2024-08-02T13:55:52.221" v="3792"/>
              <pc2:cmMkLst xmlns:pc2="http://schemas.microsoft.com/office/powerpoint/2019/9/main/command">
                <pc:docMk/>
                <pc:sldMk cId="240164006" sldId="261"/>
                <pc2:cmMk id="{ADB3F91B-2080-4C0A-8AF1-E86FA42FF224}"/>
              </pc2:cmMkLst>
            </pc226:cmChg>
          </p:ext>
        </pc:extLst>
      </pc:sldChg>
      <pc:sldChg chg="addSp delSp modSp new mod ord">
        <pc:chgData name="Randall Hunt" userId="4c55b6c8-20fa-4fc5-ad69-633eabcdc40e" providerId="ADAL" clId="{6359DC0D-7520-4308-BA51-2A3E188C5E25}" dt="2024-08-02T14:03:17.354" v="4119" actId="33524"/>
        <pc:sldMkLst>
          <pc:docMk/>
          <pc:sldMk cId="1822547226" sldId="262"/>
        </pc:sldMkLst>
        <pc:spChg chg="mod">
          <ac:chgData name="Randall Hunt" userId="4c55b6c8-20fa-4fc5-ad69-633eabcdc40e" providerId="ADAL" clId="{6359DC0D-7520-4308-BA51-2A3E188C5E25}" dt="2024-08-02T13:18:12.519" v="2090" actId="20577"/>
          <ac:spMkLst>
            <pc:docMk/>
            <pc:sldMk cId="1822547226" sldId="262"/>
            <ac:spMk id="2" creationId="{B78A32B7-15F6-CED8-E76B-D5867030AD27}"/>
          </ac:spMkLst>
        </pc:spChg>
        <pc:spChg chg="mod">
          <ac:chgData name="Randall Hunt" userId="4c55b6c8-20fa-4fc5-ad69-633eabcdc40e" providerId="ADAL" clId="{6359DC0D-7520-4308-BA51-2A3E188C5E25}" dt="2024-08-02T14:03:17.354" v="4119" actId="33524"/>
          <ac:spMkLst>
            <pc:docMk/>
            <pc:sldMk cId="1822547226" sldId="262"/>
            <ac:spMk id="3" creationId="{464E2F79-F7A0-5B91-C1E1-CCEBE1BC455D}"/>
          </ac:spMkLst>
        </pc:spChg>
        <pc:picChg chg="add del mod">
          <ac:chgData name="Randall Hunt" userId="4c55b6c8-20fa-4fc5-ad69-633eabcdc40e" providerId="ADAL" clId="{6359DC0D-7520-4308-BA51-2A3E188C5E25}" dt="2024-08-02T14:00:05.331" v="3808" actId="478"/>
          <ac:picMkLst>
            <pc:docMk/>
            <pc:sldMk cId="1822547226" sldId="262"/>
            <ac:picMk id="5" creationId="{E1307048-9D65-7416-1146-A52A8F1CB8E8}"/>
          </ac:picMkLst>
        </pc:picChg>
      </pc:sldChg>
      <pc:sldChg chg="addSp modSp new mod ord addCm">
        <pc:chgData name="Randall Hunt" userId="4c55b6c8-20fa-4fc5-ad69-633eabcdc40e" providerId="ADAL" clId="{6359DC0D-7520-4308-BA51-2A3E188C5E25}" dt="2024-08-02T16:31:37.253" v="7117" actId="20577"/>
        <pc:sldMkLst>
          <pc:docMk/>
          <pc:sldMk cId="2271815336" sldId="263"/>
        </pc:sldMkLst>
        <pc:spChg chg="mod">
          <ac:chgData name="Randall Hunt" userId="4c55b6c8-20fa-4fc5-ad69-633eabcdc40e" providerId="ADAL" clId="{6359DC0D-7520-4308-BA51-2A3E188C5E25}" dt="2024-08-02T16:31:37.253" v="7117" actId="20577"/>
          <ac:spMkLst>
            <pc:docMk/>
            <pc:sldMk cId="2271815336" sldId="263"/>
            <ac:spMk id="2" creationId="{82C0E445-B607-AB01-ACE9-B0FA6618B472}"/>
          </ac:spMkLst>
        </pc:spChg>
        <pc:spChg chg="mod">
          <ac:chgData name="Randall Hunt" userId="4c55b6c8-20fa-4fc5-ad69-633eabcdc40e" providerId="ADAL" clId="{6359DC0D-7520-4308-BA51-2A3E188C5E25}" dt="2024-08-02T13:58:02.057" v="3799" actId="20577"/>
          <ac:spMkLst>
            <pc:docMk/>
            <pc:sldMk cId="2271815336" sldId="263"/>
            <ac:spMk id="3" creationId="{7EB89A3C-3987-00EC-0ECC-E040B3B7E613}"/>
          </ac:spMkLst>
        </pc:spChg>
        <pc:picChg chg="add mod">
          <ac:chgData name="Randall Hunt" userId="4c55b6c8-20fa-4fc5-ad69-633eabcdc40e" providerId="ADAL" clId="{6359DC0D-7520-4308-BA51-2A3E188C5E25}" dt="2024-08-02T13:31:54.688" v="3209" actId="1076"/>
          <ac:picMkLst>
            <pc:docMk/>
            <pc:sldMk cId="2271815336" sldId="263"/>
            <ac:picMk id="5" creationId="{24503CD4-8751-4979-291D-71E704C1C182}"/>
          </ac:picMkLst>
        </pc:picChg>
        <pc:picChg chg="add mod">
          <ac:chgData name="Randall Hunt" userId="4c55b6c8-20fa-4fc5-ad69-633eabcdc40e" providerId="ADAL" clId="{6359DC0D-7520-4308-BA51-2A3E188C5E25}" dt="2024-08-02T13:31:57.198" v="3210" actId="1076"/>
          <ac:picMkLst>
            <pc:docMk/>
            <pc:sldMk cId="2271815336" sldId="263"/>
            <ac:picMk id="7" creationId="{74F47EBF-1BFC-3980-E281-C0CFD9A79CCD}"/>
          </ac:picMkLst>
        </pc:pic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6359DC0D-7520-4308-BA51-2A3E188C5E25}" dt="2024-08-02T13:57:46.620" v="3797"/>
              <pc2:cmMkLst xmlns:pc2="http://schemas.microsoft.com/office/powerpoint/2019/9/main/command">
                <pc:docMk/>
                <pc:sldMk cId="2271815336" sldId="263"/>
                <pc2:cmMk id="{73D8FD0B-408F-43E0-B9EA-63E1DEFB403A}"/>
              </pc2:cmMkLst>
            </pc226:cmChg>
            <pc226:cmChg xmlns:pc226="http://schemas.microsoft.com/office/powerpoint/2022/06/main/command" chg="add">
              <pc226:chgData name="Randall Hunt" userId="4c55b6c8-20fa-4fc5-ad69-633eabcdc40e" providerId="ADAL" clId="{6359DC0D-7520-4308-BA51-2A3E188C5E25}" dt="2024-08-02T13:58:52.473" v="3800"/>
              <pc2:cmMkLst xmlns:pc2="http://schemas.microsoft.com/office/powerpoint/2019/9/main/command">
                <pc:docMk/>
                <pc:sldMk cId="2271815336" sldId="263"/>
                <pc2:cmMk id="{6D57D1DC-B70D-4C44-A2AA-86CA7ED83AF1}"/>
              </pc2:cmMkLst>
            </pc226:cmChg>
          </p:ext>
        </pc:extLst>
      </pc:sldChg>
      <pc:sldChg chg="addSp modSp new mod addCm">
        <pc:chgData name="Randall Hunt" userId="4c55b6c8-20fa-4fc5-ad69-633eabcdc40e" providerId="ADAL" clId="{6359DC0D-7520-4308-BA51-2A3E188C5E25}" dt="2024-08-02T14:25:22.729" v="4985"/>
        <pc:sldMkLst>
          <pc:docMk/>
          <pc:sldMk cId="2027460173" sldId="264"/>
        </pc:sldMkLst>
        <pc:spChg chg="mod">
          <ac:chgData name="Randall Hunt" userId="4c55b6c8-20fa-4fc5-ad69-633eabcdc40e" providerId="ADAL" clId="{6359DC0D-7520-4308-BA51-2A3E188C5E25}" dt="2024-08-02T13:32:17.874" v="3234" actId="20577"/>
          <ac:spMkLst>
            <pc:docMk/>
            <pc:sldMk cId="2027460173" sldId="264"/>
            <ac:spMk id="2" creationId="{82845654-0C40-0B7A-222C-BB1FBE488ED2}"/>
          </ac:spMkLst>
        </pc:spChg>
        <pc:spChg chg="mod">
          <ac:chgData name="Randall Hunt" userId="4c55b6c8-20fa-4fc5-ad69-633eabcdc40e" providerId="ADAL" clId="{6359DC0D-7520-4308-BA51-2A3E188C5E25}" dt="2024-08-02T14:17:09.575" v="4825" actId="20577"/>
          <ac:spMkLst>
            <pc:docMk/>
            <pc:sldMk cId="2027460173" sldId="264"/>
            <ac:spMk id="3" creationId="{C43FF21B-B6F5-BF45-BECC-A75945C70980}"/>
          </ac:spMkLst>
        </pc:spChg>
        <pc:picChg chg="add mod">
          <ac:chgData name="Randall Hunt" userId="4c55b6c8-20fa-4fc5-ad69-633eabcdc40e" providerId="ADAL" clId="{6359DC0D-7520-4308-BA51-2A3E188C5E25}" dt="2024-08-02T14:15:05.284" v="4732" actId="1076"/>
          <ac:picMkLst>
            <pc:docMk/>
            <pc:sldMk cId="2027460173" sldId="264"/>
            <ac:picMk id="5" creationId="{020075F9-C252-6F70-8A31-54A2BF9C958F}"/>
          </ac:picMkLst>
        </pc:pic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6359DC0D-7520-4308-BA51-2A3E188C5E25}" dt="2024-08-02T14:17:55.211" v="4826"/>
              <pc2:cmMkLst xmlns:pc2="http://schemas.microsoft.com/office/powerpoint/2019/9/main/command">
                <pc:docMk/>
                <pc:sldMk cId="2027460173" sldId="264"/>
                <pc2:cmMk id="{54C2C810-7235-4287-A726-35760653B29C}"/>
              </pc2:cmMkLst>
            </pc226:cmChg>
            <pc226:cmChg xmlns:pc226="http://schemas.microsoft.com/office/powerpoint/2022/06/main/command" chg="add">
              <pc226:chgData name="Randall Hunt" userId="4c55b6c8-20fa-4fc5-ad69-633eabcdc40e" providerId="ADAL" clId="{6359DC0D-7520-4308-BA51-2A3E188C5E25}" dt="2024-08-02T14:07:58.535" v="4121"/>
              <pc2:cmMkLst xmlns:pc2="http://schemas.microsoft.com/office/powerpoint/2019/9/main/command">
                <pc:docMk/>
                <pc:sldMk cId="2027460173" sldId="264"/>
                <pc2:cmMk id="{9C633227-6C7A-4979-B94B-46C83C9D6A4F}"/>
              </pc2:cmMkLst>
            </pc226:cmChg>
            <pc226:cmChg xmlns:pc226="http://schemas.microsoft.com/office/powerpoint/2022/06/main/command" chg="add">
              <pc226:chgData name="Randall Hunt" userId="4c55b6c8-20fa-4fc5-ad69-633eabcdc40e" providerId="ADAL" clId="{6359DC0D-7520-4308-BA51-2A3E188C5E25}" dt="2024-08-02T14:10:01.501" v="4122"/>
              <pc2:cmMkLst xmlns:pc2="http://schemas.microsoft.com/office/powerpoint/2019/9/main/command">
                <pc:docMk/>
                <pc:sldMk cId="2027460173" sldId="264"/>
                <pc2:cmMk id="{339CFDB8-B549-46C0-B37B-0F4DBB4B049D}"/>
              </pc2:cmMkLst>
            </pc226:cmChg>
            <pc226:cmChg xmlns:pc226="http://schemas.microsoft.com/office/powerpoint/2022/06/main/command" chg="add">
              <pc226:chgData name="Randall Hunt" userId="4c55b6c8-20fa-4fc5-ad69-633eabcdc40e" providerId="ADAL" clId="{6359DC0D-7520-4308-BA51-2A3E188C5E25}" dt="2024-08-02T14:18:51.554" v="4827"/>
              <pc2:cmMkLst xmlns:pc2="http://schemas.microsoft.com/office/powerpoint/2019/9/main/command">
                <pc:docMk/>
                <pc:sldMk cId="2027460173" sldId="264"/>
                <pc2:cmMk id="{7D01F2D1-DF98-4217-9F1F-547D81E381D9}"/>
              </pc2:cmMkLst>
            </pc226:cmChg>
            <pc226:cmChg xmlns:pc226="http://schemas.microsoft.com/office/powerpoint/2022/06/main/command" chg="add">
              <pc226:chgData name="Randall Hunt" userId="4c55b6c8-20fa-4fc5-ad69-633eabcdc40e" providerId="ADAL" clId="{6359DC0D-7520-4308-BA51-2A3E188C5E25}" dt="2024-08-02T14:07:04.903" v="4120"/>
              <pc2:cmMkLst xmlns:pc2="http://schemas.microsoft.com/office/powerpoint/2019/9/main/command">
                <pc:docMk/>
                <pc:sldMk cId="2027460173" sldId="264"/>
                <pc2:cmMk id="{3573A2D7-12A7-412F-BDB4-842107233CB8}"/>
              </pc2:cmMkLst>
            </pc226:cmChg>
            <pc226:cmChg xmlns:pc226="http://schemas.microsoft.com/office/powerpoint/2022/06/main/command" chg="add">
              <pc226:chgData name="Randall Hunt" userId="4c55b6c8-20fa-4fc5-ad69-633eabcdc40e" providerId="ADAL" clId="{6359DC0D-7520-4308-BA51-2A3E188C5E25}" dt="2024-08-02T14:25:22.729" v="4985"/>
              <pc2:cmMkLst xmlns:pc2="http://schemas.microsoft.com/office/powerpoint/2019/9/main/command">
                <pc:docMk/>
                <pc:sldMk cId="2027460173" sldId="264"/>
                <pc2:cmMk id="{AEEB0BF1-3D52-434E-9454-E1FB0881855E}"/>
              </pc2:cmMkLst>
            </pc226:cmChg>
          </p:ext>
        </pc:extLst>
      </pc:sldChg>
      <pc:sldChg chg="modSp new del mod ord">
        <pc:chgData name="Randall Hunt" userId="4c55b6c8-20fa-4fc5-ad69-633eabcdc40e" providerId="ADAL" clId="{6359DC0D-7520-4308-BA51-2A3E188C5E25}" dt="2024-08-02T14:02:32.528" v="3961" actId="680"/>
        <pc:sldMkLst>
          <pc:docMk/>
          <pc:sldMk cId="8934176" sldId="265"/>
        </pc:sldMkLst>
        <pc:spChg chg="mod">
          <ac:chgData name="Randall Hunt" userId="4c55b6c8-20fa-4fc5-ad69-633eabcdc40e" providerId="ADAL" clId="{6359DC0D-7520-4308-BA51-2A3E188C5E25}" dt="2024-08-02T14:02:31.715" v="3959" actId="20577"/>
          <ac:spMkLst>
            <pc:docMk/>
            <pc:sldMk cId="8934176" sldId="265"/>
            <ac:spMk id="2" creationId="{F79D8FF9-3237-9256-1412-00E589483A07}"/>
          </ac:spMkLst>
        </pc:spChg>
        <pc:spChg chg="mod">
          <ac:chgData name="Randall Hunt" userId="4c55b6c8-20fa-4fc5-ad69-633eabcdc40e" providerId="ADAL" clId="{6359DC0D-7520-4308-BA51-2A3E188C5E25}" dt="2024-08-02T14:02:31.255" v="3957" actId="20577"/>
          <ac:spMkLst>
            <pc:docMk/>
            <pc:sldMk cId="8934176" sldId="265"/>
            <ac:spMk id="3" creationId="{9D5C0ACB-9CC3-83DB-6F62-453F44200090}"/>
          </ac:spMkLst>
        </pc:spChg>
      </pc:sldChg>
      <pc:sldChg chg="addSp modSp new del mod">
        <pc:chgData name="Randall Hunt" userId="4c55b6c8-20fa-4fc5-ad69-633eabcdc40e" providerId="ADAL" clId="{6359DC0D-7520-4308-BA51-2A3E188C5E25}" dt="2024-08-02T13:40:32" v="3691" actId="47"/>
        <pc:sldMkLst>
          <pc:docMk/>
          <pc:sldMk cId="974537578" sldId="265"/>
        </pc:sldMkLst>
        <pc:spChg chg="mod">
          <ac:chgData name="Randall Hunt" userId="4c55b6c8-20fa-4fc5-ad69-633eabcdc40e" providerId="ADAL" clId="{6359DC0D-7520-4308-BA51-2A3E188C5E25}" dt="2024-08-02T13:36:43.840" v="3310"/>
          <ac:spMkLst>
            <pc:docMk/>
            <pc:sldMk cId="974537578" sldId="265"/>
            <ac:spMk id="2" creationId="{723A7629-DAAC-FBD0-ABDE-AF62BA9EA347}"/>
          </ac:spMkLst>
        </pc:spChg>
        <pc:spChg chg="mod">
          <ac:chgData name="Randall Hunt" userId="4c55b6c8-20fa-4fc5-ad69-633eabcdc40e" providerId="ADAL" clId="{6359DC0D-7520-4308-BA51-2A3E188C5E25}" dt="2024-08-02T13:36:39.832" v="3309"/>
          <ac:spMkLst>
            <pc:docMk/>
            <pc:sldMk cId="974537578" sldId="265"/>
            <ac:spMk id="3" creationId="{545A8706-1F65-52F3-A35A-804321B5F76B}"/>
          </ac:spMkLst>
        </pc:spChg>
        <pc:picChg chg="add mod">
          <ac:chgData name="Randall Hunt" userId="4c55b6c8-20fa-4fc5-ad69-633eabcdc40e" providerId="ADAL" clId="{6359DC0D-7520-4308-BA51-2A3E188C5E25}" dt="2024-08-02T13:36:54.252" v="3314" actId="1076"/>
          <ac:picMkLst>
            <pc:docMk/>
            <pc:sldMk cId="974537578" sldId="265"/>
            <ac:picMk id="4" creationId="{B83826A6-DC56-D920-285E-C0F7FC199AE4}"/>
          </ac:picMkLst>
        </pc:picChg>
      </pc:sldChg>
      <pc:sldChg chg="addSp modSp new mod addCm">
        <pc:chgData name="Randall Hunt" userId="4c55b6c8-20fa-4fc5-ad69-633eabcdc40e" providerId="ADAL" clId="{6359DC0D-7520-4308-BA51-2A3E188C5E25}" dt="2024-08-05T16:58:58.789" v="11535" actId="15"/>
        <pc:sldMkLst>
          <pc:docMk/>
          <pc:sldMk cId="3644094034" sldId="265"/>
        </pc:sldMkLst>
        <pc:spChg chg="mod">
          <ac:chgData name="Randall Hunt" userId="4c55b6c8-20fa-4fc5-ad69-633eabcdc40e" providerId="ADAL" clId="{6359DC0D-7520-4308-BA51-2A3E188C5E25}" dt="2024-08-02T14:20:20.072" v="4849" actId="20577"/>
          <ac:spMkLst>
            <pc:docMk/>
            <pc:sldMk cId="3644094034" sldId="265"/>
            <ac:spMk id="2" creationId="{6F2B07A4-7A3B-3391-15E7-34F46051A4EE}"/>
          </ac:spMkLst>
        </pc:spChg>
        <pc:spChg chg="mod">
          <ac:chgData name="Randall Hunt" userId="4c55b6c8-20fa-4fc5-ad69-633eabcdc40e" providerId="ADAL" clId="{6359DC0D-7520-4308-BA51-2A3E188C5E25}" dt="2024-08-05T16:58:58.789" v="11535" actId="15"/>
          <ac:spMkLst>
            <pc:docMk/>
            <pc:sldMk cId="3644094034" sldId="265"/>
            <ac:spMk id="3" creationId="{C6C550F1-FE93-B7D2-EFD3-F4CC33BD6E3C}"/>
          </ac:spMkLst>
        </pc:spChg>
        <pc:picChg chg="add mod">
          <ac:chgData name="Randall Hunt" userId="4c55b6c8-20fa-4fc5-ad69-633eabcdc40e" providerId="ADAL" clId="{6359DC0D-7520-4308-BA51-2A3E188C5E25}" dt="2024-08-02T14:29:48.966" v="4989" actId="1076"/>
          <ac:picMkLst>
            <pc:docMk/>
            <pc:sldMk cId="3644094034" sldId="265"/>
            <ac:picMk id="5" creationId="{00509B14-0EE8-B003-7C89-3DF8586C57CA}"/>
          </ac:picMkLst>
        </pc:picChg>
        <pc:picChg chg="add mod">
          <ac:chgData name="Randall Hunt" userId="4c55b6c8-20fa-4fc5-ad69-633eabcdc40e" providerId="ADAL" clId="{6359DC0D-7520-4308-BA51-2A3E188C5E25}" dt="2024-08-02T15:15:45.022" v="6111" actId="1076"/>
          <ac:picMkLst>
            <pc:docMk/>
            <pc:sldMk cId="3644094034" sldId="265"/>
            <ac:picMk id="7" creationId="{0791F5CC-133C-2015-C605-F4E472C51DAC}"/>
          </ac:picMkLst>
        </pc:pic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6359DC0D-7520-4308-BA51-2A3E188C5E25}" dt="2024-08-02T14:21:43.702" v="4984"/>
              <pc2:cmMkLst xmlns:pc2="http://schemas.microsoft.com/office/powerpoint/2019/9/main/command">
                <pc:docMk/>
                <pc:sldMk cId="3644094034" sldId="265"/>
                <pc2:cmMk id="{793EC16C-1949-45AA-A2ED-BACC7B5DA47D}"/>
              </pc2:cmMkLst>
            </pc226:cmChg>
            <pc226:cmChg xmlns:pc226="http://schemas.microsoft.com/office/powerpoint/2022/06/main/command" chg="add">
              <pc226:chgData name="Randall Hunt" userId="4c55b6c8-20fa-4fc5-ad69-633eabcdc40e" providerId="ADAL" clId="{6359DC0D-7520-4308-BA51-2A3E188C5E25}" dt="2024-08-02T14:41:12.234" v="5537"/>
              <pc2:cmMkLst xmlns:pc2="http://schemas.microsoft.com/office/powerpoint/2019/9/main/command">
                <pc:docMk/>
                <pc:sldMk cId="3644094034" sldId="265"/>
                <pc2:cmMk id="{A37D07DA-256C-4ED6-B59A-B19255AB7092}"/>
              </pc2:cmMkLst>
            </pc226:cmChg>
            <pc226:cmChg xmlns:pc226="http://schemas.microsoft.com/office/powerpoint/2022/06/main/command" chg="add">
              <pc226:chgData name="Randall Hunt" userId="4c55b6c8-20fa-4fc5-ad69-633eabcdc40e" providerId="ADAL" clId="{6359DC0D-7520-4308-BA51-2A3E188C5E25}" dt="2024-08-02T14:29:34.160" v="4986"/>
              <pc2:cmMkLst xmlns:pc2="http://schemas.microsoft.com/office/powerpoint/2019/9/main/command">
                <pc:docMk/>
                <pc:sldMk cId="3644094034" sldId="265"/>
                <pc2:cmMk id="{F8F242DD-2EC9-48E6-B8EE-C95DBBE56C65}"/>
              </pc2:cmMkLst>
            </pc226:cmChg>
          </p:ext>
        </pc:extLst>
      </pc:sldChg>
      <pc:sldChg chg="addSp modSp new mod addCm">
        <pc:chgData name="Randall Hunt" userId="4c55b6c8-20fa-4fc5-ad69-633eabcdc40e" providerId="ADAL" clId="{6359DC0D-7520-4308-BA51-2A3E188C5E25}" dt="2024-08-05T16:58:51.191" v="11534" actId="20577"/>
        <pc:sldMkLst>
          <pc:docMk/>
          <pc:sldMk cId="649712854" sldId="266"/>
        </pc:sldMkLst>
        <pc:spChg chg="mod">
          <ac:chgData name="Randall Hunt" userId="4c55b6c8-20fa-4fc5-ad69-633eabcdc40e" providerId="ADAL" clId="{6359DC0D-7520-4308-BA51-2A3E188C5E25}" dt="2024-08-02T14:33:54.415" v="5495" actId="20577"/>
          <ac:spMkLst>
            <pc:docMk/>
            <pc:sldMk cId="649712854" sldId="266"/>
            <ac:spMk id="2" creationId="{47788BAF-6AAC-38D1-1646-A9A3FC6006A0}"/>
          </ac:spMkLst>
        </pc:spChg>
        <pc:spChg chg="mod">
          <ac:chgData name="Randall Hunt" userId="4c55b6c8-20fa-4fc5-ad69-633eabcdc40e" providerId="ADAL" clId="{6359DC0D-7520-4308-BA51-2A3E188C5E25}" dt="2024-08-05T16:58:51.191" v="11534" actId="20577"/>
          <ac:spMkLst>
            <pc:docMk/>
            <pc:sldMk cId="649712854" sldId="266"/>
            <ac:spMk id="3" creationId="{5B95D81B-4850-0C1C-4154-C944CA65A9C0}"/>
          </ac:spMkLst>
        </pc:spChg>
        <pc:picChg chg="add mod">
          <ac:chgData name="Randall Hunt" userId="4c55b6c8-20fa-4fc5-ad69-633eabcdc40e" providerId="ADAL" clId="{6359DC0D-7520-4308-BA51-2A3E188C5E25}" dt="2024-08-02T15:05:20.242" v="5771" actId="1076"/>
          <ac:picMkLst>
            <pc:docMk/>
            <pc:sldMk cId="649712854" sldId="266"/>
            <ac:picMk id="5" creationId="{D242E78B-7759-6994-DCDF-68BFCD5D037D}"/>
          </ac:picMkLst>
        </pc:pic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6359DC0D-7520-4308-BA51-2A3E188C5E25}" dt="2024-08-02T14:53:30.388" v="5538"/>
              <pc2:cmMkLst xmlns:pc2="http://schemas.microsoft.com/office/powerpoint/2019/9/main/command">
                <pc:docMk/>
                <pc:sldMk cId="649712854" sldId="266"/>
                <pc2:cmMk id="{EDF34C15-C387-40F4-9CED-3B067613D669}"/>
              </pc2:cmMkLst>
            </pc226:cmChg>
          </p:ext>
        </pc:extLst>
      </pc:sldChg>
      <pc:sldChg chg="addSp modSp new mod addCm modCm">
        <pc:chgData name="Randall Hunt" userId="4c55b6c8-20fa-4fc5-ad69-633eabcdc40e" providerId="ADAL" clId="{6359DC0D-7520-4308-BA51-2A3E188C5E25}" dt="2024-08-02T15:20:15.028" v="6237" actId="1076"/>
        <pc:sldMkLst>
          <pc:docMk/>
          <pc:sldMk cId="554448316" sldId="267"/>
        </pc:sldMkLst>
        <pc:spChg chg="mod">
          <ac:chgData name="Randall Hunt" userId="4c55b6c8-20fa-4fc5-ad69-633eabcdc40e" providerId="ADAL" clId="{6359DC0D-7520-4308-BA51-2A3E188C5E25}" dt="2024-08-02T15:12:13.977" v="5803" actId="20577"/>
          <ac:spMkLst>
            <pc:docMk/>
            <pc:sldMk cId="554448316" sldId="267"/>
            <ac:spMk id="2" creationId="{72933C25-1038-6719-C626-3C901C61CC1B}"/>
          </ac:spMkLst>
        </pc:spChg>
        <pc:spChg chg="mod">
          <ac:chgData name="Randall Hunt" userId="4c55b6c8-20fa-4fc5-ad69-633eabcdc40e" providerId="ADAL" clId="{6359DC0D-7520-4308-BA51-2A3E188C5E25}" dt="2024-08-02T15:19:34.840" v="6235" actId="5793"/>
          <ac:spMkLst>
            <pc:docMk/>
            <pc:sldMk cId="554448316" sldId="267"/>
            <ac:spMk id="3" creationId="{9090A87F-E280-D475-4A3B-648A65D9CD39}"/>
          </ac:spMkLst>
        </pc:spChg>
        <pc:picChg chg="add mod">
          <ac:chgData name="Randall Hunt" userId="4c55b6c8-20fa-4fc5-ad69-633eabcdc40e" providerId="ADAL" clId="{6359DC0D-7520-4308-BA51-2A3E188C5E25}" dt="2024-08-02T15:20:15.028" v="6237" actId="1076"/>
          <ac:picMkLst>
            <pc:docMk/>
            <pc:sldMk cId="554448316" sldId="267"/>
            <ac:picMk id="5" creationId="{CD1E55FC-8E88-850F-E291-81D83511940E}"/>
          </ac:picMkLst>
        </pc:pic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6359DC0D-7520-4308-BA51-2A3E188C5E25}" dt="2024-08-02T15:07:09.701" v="5773"/>
              <pc2:cmMkLst xmlns:pc2="http://schemas.microsoft.com/office/powerpoint/2019/9/main/command">
                <pc:docMk/>
                <pc:sldMk cId="554448316" sldId="267"/>
                <pc2:cmMk id="{AEF92935-3DDB-47AB-9CA2-D346D2E9B82D}"/>
              </pc2:cmMkLst>
            </pc226:cmChg>
            <pc226:cmChg xmlns:pc226="http://schemas.microsoft.com/office/powerpoint/2022/06/main/command" chg="add">
              <pc226:chgData name="Randall Hunt" userId="4c55b6c8-20fa-4fc5-ad69-633eabcdc40e" providerId="ADAL" clId="{6359DC0D-7520-4308-BA51-2A3E188C5E25}" dt="2024-08-02T15:08:15.482" v="5774"/>
              <pc2:cmMkLst xmlns:pc2="http://schemas.microsoft.com/office/powerpoint/2019/9/main/command">
                <pc:docMk/>
                <pc:sldMk cId="554448316" sldId="267"/>
                <pc2:cmMk id="{E6560C4C-A101-46EB-9958-E1D7EF391869}"/>
              </pc2:cmMkLst>
            </pc226:cmChg>
            <pc226:cmChg xmlns:pc226="http://schemas.microsoft.com/office/powerpoint/2022/06/main/command" chg="add mod">
              <pc226:chgData name="Randall Hunt" userId="4c55b6c8-20fa-4fc5-ad69-633eabcdc40e" providerId="ADAL" clId="{6359DC0D-7520-4308-BA51-2A3E188C5E25}" dt="2024-08-02T15:12:04.666" v="5776"/>
              <pc2:cmMkLst xmlns:pc2="http://schemas.microsoft.com/office/powerpoint/2019/9/main/command">
                <pc:docMk/>
                <pc:sldMk cId="554448316" sldId="267"/>
                <pc2:cmMk id="{C9D44DE4-03D4-4D9A-92E0-674A7FE1DC36}"/>
              </pc2:cmMkLst>
            </pc226:cmChg>
          </p:ext>
        </pc:extLst>
      </pc:sldChg>
      <pc:sldChg chg="addSp modSp new mod">
        <pc:chgData name="Randall Hunt" userId="4c55b6c8-20fa-4fc5-ad69-633eabcdc40e" providerId="ADAL" clId="{6359DC0D-7520-4308-BA51-2A3E188C5E25}" dt="2024-08-02T15:22:49.960" v="6582" actId="1076"/>
        <pc:sldMkLst>
          <pc:docMk/>
          <pc:sldMk cId="3739513284" sldId="268"/>
        </pc:sldMkLst>
        <pc:spChg chg="mod">
          <ac:chgData name="Randall Hunt" userId="4c55b6c8-20fa-4fc5-ad69-633eabcdc40e" providerId="ADAL" clId="{6359DC0D-7520-4308-BA51-2A3E188C5E25}" dt="2024-08-02T15:20:53.898" v="6305" actId="20577"/>
          <ac:spMkLst>
            <pc:docMk/>
            <pc:sldMk cId="3739513284" sldId="268"/>
            <ac:spMk id="2" creationId="{4839A292-B332-17BD-5D66-6D5324521927}"/>
          </ac:spMkLst>
        </pc:spChg>
        <pc:spChg chg="mod">
          <ac:chgData name="Randall Hunt" userId="4c55b6c8-20fa-4fc5-ad69-633eabcdc40e" providerId="ADAL" clId="{6359DC0D-7520-4308-BA51-2A3E188C5E25}" dt="2024-08-02T15:22:39.539" v="6580" actId="20577"/>
          <ac:spMkLst>
            <pc:docMk/>
            <pc:sldMk cId="3739513284" sldId="268"/>
            <ac:spMk id="3" creationId="{7C4E074E-DFD1-1BC1-3A54-AF972ED50AD9}"/>
          </ac:spMkLst>
        </pc:spChg>
        <pc:picChg chg="add mod">
          <ac:chgData name="Randall Hunt" userId="4c55b6c8-20fa-4fc5-ad69-633eabcdc40e" providerId="ADAL" clId="{6359DC0D-7520-4308-BA51-2A3E188C5E25}" dt="2024-08-02T15:22:49.960" v="6582" actId="1076"/>
          <ac:picMkLst>
            <pc:docMk/>
            <pc:sldMk cId="3739513284" sldId="268"/>
            <ac:picMk id="5" creationId="{635D7D4E-EC49-705C-D465-29E221E78C1D}"/>
          </ac:picMkLst>
        </pc:picChg>
      </pc:sldChg>
      <pc:sldChg chg="modSp new mod">
        <pc:chgData name="Randall Hunt" userId="4c55b6c8-20fa-4fc5-ad69-633eabcdc40e" providerId="ADAL" clId="{6359DC0D-7520-4308-BA51-2A3E188C5E25}" dt="2024-08-02T15:26:13.334" v="6714" actId="27636"/>
        <pc:sldMkLst>
          <pc:docMk/>
          <pc:sldMk cId="1334309304" sldId="269"/>
        </pc:sldMkLst>
        <pc:spChg chg="mod">
          <ac:chgData name="Randall Hunt" userId="4c55b6c8-20fa-4fc5-ad69-633eabcdc40e" providerId="ADAL" clId="{6359DC0D-7520-4308-BA51-2A3E188C5E25}" dt="2024-08-02T15:23:07.651" v="6584"/>
          <ac:spMkLst>
            <pc:docMk/>
            <pc:sldMk cId="1334309304" sldId="269"/>
            <ac:spMk id="2" creationId="{979671C0-79CA-C0C3-86A3-098352C97619}"/>
          </ac:spMkLst>
        </pc:spChg>
        <pc:spChg chg="mod">
          <ac:chgData name="Randall Hunt" userId="4c55b6c8-20fa-4fc5-ad69-633eabcdc40e" providerId="ADAL" clId="{6359DC0D-7520-4308-BA51-2A3E188C5E25}" dt="2024-08-02T15:26:13.334" v="6714" actId="27636"/>
          <ac:spMkLst>
            <pc:docMk/>
            <pc:sldMk cId="1334309304" sldId="269"/>
            <ac:spMk id="3" creationId="{1B4A5954-A379-8ABD-D699-2CEF69C77837}"/>
          </ac:spMkLst>
        </pc:spChg>
      </pc:sldChg>
      <pc:sldChg chg="modSp new mod">
        <pc:chgData name="Randall Hunt" userId="4c55b6c8-20fa-4fc5-ad69-633eabcdc40e" providerId="ADAL" clId="{6359DC0D-7520-4308-BA51-2A3E188C5E25}" dt="2024-08-02T15:30:46.295" v="7102" actId="27636"/>
        <pc:sldMkLst>
          <pc:docMk/>
          <pc:sldMk cId="1502941525" sldId="270"/>
        </pc:sldMkLst>
        <pc:spChg chg="mod">
          <ac:chgData name="Randall Hunt" userId="4c55b6c8-20fa-4fc5-ad69-633eabcdc40e" providerId="ADAL" clId="{6359DC0D-7520-4308-BA51-2A3E188C5E25}" dt="2024-08-02T15:28:16.808" v="6782" actId="313"/>
          <ac:spMkLst>
            <pc:docMk/>
            <pc:sldMk cId="1502941525" sldId="270"/>
            <ac:spMk id="2" creationId="{42DA6DA1-2F4E-B90B-6C77-1A3D3C1E7441}"/>
          </ac:spMkLst>
        </pc:spChg>
        <pc:spChg chg="mod">
          <ac:chgData name="Randall Hunt" userId="4c55b6c8-20fa-4fc5-ad69-633eabcdc40e" providerId="ADAL" clId="{6359DC0D-7520-4308-BA51-2A3E188C5E25}" dt="2024-08-02T15:30:46.295" v="7102" actId="27636"/>
          <ac:spMkLst>
            <pc:docMk/>
            <pc:sldMk cId="1502941525" sldId="270"/>
            <ac:spMk id="3" creationId="{1A4A2A91-9875-343D-B846-18B8D4926A80}"/>
          </ac:spMkLst>
        </pc:spChg>
      </pc:sldChg>
      <pc:sldChg chg="modSp new mod addCm">
        <pc:chgData name="Randall Hunt" userId="4c55b6c8-20fa-4fc5-ad69-633eabcdc40e" providerId="ADAL" clId="{6359DC0D-7520-4308-BA51-2A3E188C5E25}" dt="2024-08-02T16:50:57.226" v="7810" actId="27636"/>
        <pc:sldMkLst>
          <pc:docMk/>
          <pc:sldMk cId="527993816" sldId="271"/>
        </pc:sldMkLst>
        <pc:spChg chg="mod">
          <ac:chgData name="Randall Hunt" userId="4c55b6c8-20fa-4fc5-ad69-633eabcdc40e" providerId="ADAL" clId="{6359DC0D-7520-4308-BA51-2A3E188C5E25}" dt="2024-08-02T16:47:23.359" v="7169" actId="20577"/>
          <ac:spMkLst>
            <pc:docMk/>
            <pc:sldMk cId="527993816" sldId="271"/>
            <ac:spMk id="2" creationId="{81C70055-45A7-63A3-03A4-E20432FD37C4}"/>
          </ac:spMkLst>
        </pc:spChg>
        <pc:spChg chg="mod">
          <ac:chgData name="Randall Hunt" userId="4c55b6c8-20fa-4fc5-ad69-633eabcdc40e" providerId="ADAL" clId="{6359DC0D-7520-4308-BA51-2A3E188C5E25}" dt="2024-08-02T16:50:57.226" v="7810" actId="27636"/>
          <ac:spMkLst>
            <pc:docMk/>
            <pc:sldMk cId="527993816" sldId="271"/>
            <ac:spMk id="3" creationId="{52ACBB2F-1090-A221-2B91-6A00795819D7}"/>
          </ac:spMkLst>
        </pc:sp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6359DC0D-7520-4308-BA51-2A3E188C5E25}" dt="2024-08-02T16:47:58.782" v="7171"/>
              <pc2:cmMkLst xmlns:pc2="http://schemas.microsoft.com/office/powerpoint/2019/9/main/command">
                <pc:docMk/>
                <pc:sldMk cId="527993816" sldId="271"/>
                <pc2:cmMk id="{4224F807-5678-4F5F-B1D4-0936917C2C48}"/>
              </pc2:cmMkLst>
            </pc226:cmChg>
            <pc226:cmChg xmlns:pc226="http://schemas.microsoft.com/office/powerpoint/2022/06/main/command" chg="add">
              <pc226:chgData name="Randall Hunt" userId="4c55b6c8-20fa-4fc5-ad69-633eabcdc40e" providerId="ADAL" clId="{6359DC0D-7520-4308-BA51-2A3E188C5E25}" dt="2024-08-02T16:49:13.810" v="7389"/>
              <pc2:cmMkLst xmlns:pc2="http://schemas.microsoft.com/office/powerpoint/2019/9/main/command">
                <pc:docMk/>
                <pc:sldMk cId="527993816" sldId="271"/>
                <pc2:cmMk id="{899CA84B-7725-4956-8E74-1286189B0648}"/>
              </pc2:cmMkLst>
            </pc226:cmChg>
          </p:ext>
        </pc:extLst>
      </pc:sldChg>
      <pc:sldChg chg="addSp delSp modSp new mod addCm modCm">
        <pc:chgData name="Randall Hunt" userId="4c55b6c8-20fa-4fc5-ad69-633eabcdc40e" providerId="ADAL" clId="{6359DC0D-7520-4308-BA51-2A3E188C5E25}" dt="2024-08-02T17:42:38.960" v="8353" actId="1076"/>
        <pc:sldMkLst>
          <pc:docMk/>
          <pc:sldMk cId="2991583886" sldId="272"/>
        </pc:sldMkLst>
        <pc:spChg chg="mod">
          <ac:chgData name="Randall Hunt" userId="4c55b6c8-20fa-4fc5-ad69-633eabcdc40e" providerId="ADAL" clId="{6359DC0D-7520-4308-BA51-2A3E188C5E25}" dt="2024-08-02T16:51:13.221" v="7845" actId="20577"/>
          <ac:spMkLst>
            <pc:docMk/>
            <pc:sldMk cId="2991583886" sldId="272"/>
            <ac:spMk id="2" creationId="{9E7304A6-6D6D-FFD7-4359-E89BF0536FC9}"/>
          </ac:spMkLst>
        </pc:spChg>
        <pc:spChg chg="add del mod">
          <ac:chgData name="Randall Hunt" userId="4c55b6c8-20fa-4fc5-ad69-633eabcdc40e" providerId="ADAL" clId="{6359DC0D-7520-4308-BA51-2A3E188C5E25}" dt="2024-08-02T17:41:59.961" v="8344" actId="20577"/>
          <ac:spMkLst>
            <pc:docMk/>
            <pc:sldMk cId="2991583886" sldId="272"/>
            <ac:spMk id="3" creationId="{5121FB65-32F1-4CEC-8214-471C6F32E865}"/>
          </ac:spMkLst>
        </pc:spChg>
        <pc:picChg chg="add del mod ord">
          <ac:chgData name="Randall Hunt" userId="4c55b6c8-20fa-4fc5-ad69-633eabcdc40e" providerId="ADAL" clId="{6359DC0D-7520-4308-BA51-2A3E188C5E25}" dt="2024-08-02T16:54:06.175" v="7855" actId="22"/>
          <ac:picMkLst>
            <pc:docMk/>
            <pc:sldMk cId="2991583886" sldId="272"/>
            <ac:picMk id="5" creationId="{567FA9E5-0BCF-96C4-1973-08DE512B9A44}"/>
          </ac:picMkLst>
        </pc:picChg>
        <pc:picChg chg="add mod">
          <ac:chgData name="Randall Hunt" userId="4c55b6c8-20fa-4fc5-ad69-633eabcdc40e" providerId="ADAL" clId="{6359DC0D-7520-4308-BA51-2A3E188C5E25}" dt="2024-08-02T16:59:34.474" v="8058" actId="1076"/>
          <ac:picMkLst>
            <pc:docMk/>
            <pc:sldMk cId="2991583886" sldId="272"/>
            <ac:picMk id="7" creationId="{5F972DB3-60B2-FD10-AF03-16CE0BD0D662}"/>
          </ac:picMkLst>
        </pc:picChg>
        <pc:picChg chg="add mod">
          <ac:chgData name="Randall Hunt" userId="4c55b6c8-20fa-4fc5-ad69-633eabcdc40e" providerId="ADAL" clId="{6359DC0D-7520-4308-BA51-2A3E188C5E25}" dt="2024-08-02T17:42:38.960" v="8353" actId="1076"/>
          <ac:picMkLst>
            <pc:docMk/>
            <pc:sldMk cId="2991583886" sldId="272"/>
            <ac:picMk id="9" creationId="{7D99E68D-5AB6-F6E8-EE1E-FB2135918E38}"/>
          </ac:picMkLst>
        </pc:pic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6359DC0D-7520-4308-BA51-2A3E188C5E25}" dt="2024-08-02T16:57:26.305" v="7859"/>
              <pc2:cmMkLst xmlns:pc2="http://schemas.microsoft.com/office/powerpoint/2019/9/main/command">
                <pc:docMk/>
                <pc:sldMk cId="2991583886" sldId="272"/>
                <pc2:cmMk id="{60CF3EB1-9D2D-4082-99FF-D19F6A9AF73B}"/>
              </pc2:cmMkLst>
            </pc226:cmChg>
            <pc226:cmChg xmlns:pc226="http://schemas.microsoft.com/office/powerpoint/2022/06/main/command" chg="add mod">
              <pc226:chgData name="Randall Hunt" userId="4c55b6c8-20fa-4fc5-ad69-633eabcdc40e" providerId="ADAL" clId="{6359DC0D-7520-4308-BA51-2A3E188C5E25}" dt="2024-08-02T16:54:06.175" v="7855" actId="22"/>
              <pc2:cmMkLst xmlns:pc2="http://schemas.microsoft.com/office/powerpoint/2019/9/main/command">
                <pc:docMk/>
                <pc:sldMk cId="2991583886" sldId="272"/>
                <pc2:cmMk id="{CCD37CCD-7D5C-40F4-B864-489FEC0DEB23}"/>
              </pc2:cmMkLst>
            </pc226:cmChg>
          </p:ext>
        </pc:extLst>
      </pc:sldChg>
      <pc:sldChg chg="addSp modSp new mod addCm">
        <pc:chgData name="Randall Hunt" userId="4c55b6c8-20fa-4fc5-ad69-633eabcdc40e" providerId="ADAL" clId="{6359DC0D-7520-4308-BA51-2A3E188C5E25}" dt="2024-08-05T17:01:51.998" v="11536" actId="33524"/>
        <pc:sldMkLst>
          <pc:docMk/>
          <pc:sldMk cId="2321388471" sldId="273"/>
        </pc:sldMkLst>
        <pc:spChg chg="mod">
          <ac:chgData name="Randall Hunt" userId="4c55b6c8-20fa-4fc5-ad69-633eabcdc40e" providerId="ADAL" clId="{6359DC0D-7520-4308-BA51-2A3E188C5E25}" dt="2024-08-02T17:50:02.700" v="9301" actId="20577"/>
          <ac:spMkLst>
            <pc:docMk/>
            <pc:sldMk cId="2321388471" sldId="273"/>
            <ac:spMk id="2" creationId="{57FF12B1-BFCE-F9F6-D111-5313EED1EEC8}"/>
          </ac:spMkLst>
        </pc:spChg>
        <pc:spChg chg="mod">
          <ac:chgData name="Randall Hunt" userId="4c55b6c8-20fa-4fc5-ad69-633eabcdc40e" providerId="ADAL" clId="{6359DC0D-7520-4308-BA51-2A3E188C5E25}" dt="2024-08-05T17:01:51.998" v="11536" actId="33524"/>
          <ac:spMkLst>
            <pc:docMk/>
            <pc:sldMk cId="2321388471" sldId="273"/>
            <ac:spMk id="3" creationId="{B6E71224-A1E4-2B96-C0F5-6C3CBB14B7D7}"/>
          </ac:spMkLst>
        </pc:spChg>
        <pc:picChg chg="add mod">
          <ac:chgData name="Randall Hunt" userId="4c55b6c8-20fa-4fc5-ad69-633eabcdc40e" providerId="ADAL" clId="{6359DC0D-7520-4308-BA51-2A3E188C5E25}" dt="2024-08-02T17:50:35.633" v="9304" actId="1076"/>
          <ac:picMkLst>
            <pc:docMk/>
            <pc:sldMk cId="2321388471" sldId="273"/>
            <ac:picMk id="5" creationId="{EB66AE83-5D1E-C106-9B23-18B7006B583F}"/>
          </ac:picMkLst>
        </pc:picChg>
        <pc:extLst>
          <p:ext xmlns:p="http://schemas.openxmlformats.org/presentationml/2006/main" uri="{D6D511B9-2390-475A-947B-AFAB55BFBCF1}">
            <pc226:cmChg xmlns:pc226="http://schemas.microsoft.com/office/powerpoint/2022/06/main/command" chg="add">
              <pc226:chgData name="Randall Hunt" userId="4c55b6c8-20fa-4fc5-ad69-633eabcdc40e" providerId="ADAL" clId="{6359DC0D-7520-4308-BA51-2A3E188C5E25}" dt="2024-08-02T17:51:47.811" v="9305"/>
              <pc2:cmMkLst xmlns:pc2="http://schemas.microsoft.com/office/powerpoint/2019/9/main/command">
                <pc:docMk/>
                <pc:sldMk cId="2321388471" sldId="273"/>
                <pc2:cmMk id="{56D2CE07-3513-4355-AD2A-BEAD9DCE9AC2}"/>
              </pc2:cmMkLst>
            </pc226:cmChg>
            <pc226:cmChg xmlns:pc226="http://schemas.microsoft.com/office/powerpoint/2022/06/main/command" chg="add">
              <pc226:chgData name="Randall Hunt" userId="4c55b6c8-20fa-4fc5-ad69-633eabcdc40e" providerId="ADAL" clId="{6359DC0D-7520-4308-BA51-2A3E188C5E25}" dt="2024-08-02T17:45:04.161" v="8393"/>
              <pc2:cmMkLst xmlns:pc2="http://schemas.microsoft.com/office/powerpoint/2019/9/main/command">
                <pc:docMk/>
                <pc:sldMk cId="2321388471" sldId="273"/>
                <pc2:cmMk id="{46793E91-A0C0-4116-8E52-04155201CFF2}"/>
              </pc2:cmMkLst>
            </pc226:cmChg>
            <pc226:cmChg xmlns:pc226="http://schemas.microsoft.com/office/powerpoint/2022/06/main/command" chg="add">
              <pc226:chgData name="Randall Hunt" userId="4c55b6c8-20fa-4fc5-ad69-633eabcdc40e" providerId="ADAL" clId="{6359DC0D-7520-4308-BA51-2A3E188C5E25}" dt="2024-08-02T17:45:40.794" v="8394"/>
              <pc2:cmMkLst xmlns:pc2="http://schemas.microsoft.com/office/powerpoint/2019/9/main/command">
                <pc:docMk/>
                <pc:sldMk cId="2321388471" sldId="273"/>
                <pc2:cmMk id="{6F146A9C-1BD8-47DA-8DA6-FD766A5AE193}"/>
              </pc2:cmMkLst>
            </pc226:cmChg>
          </p:ext>
        </pc:extLst>
      </pc:sldChg>
      <pc:sldChg chg="addSp modSp new mod">
        <pc:chgData name="Randall Hunt" userId="4c55b6c8-20fa-4fc5-ad69-633eabcdc40e" providerId="ADAL" clId="{6359DC0D-7520-4308-BA51-2A3E188C5E25}" dt="2024-08-02T18:05:03.894" v="10898" actId="1076"/>
        <pc:sldMkLst>
          <pc:docMk/>
          <pc:sldMk cId="430810522" sldId="274"/>
        </pc:sldMkLst>
        <pc:spChg chg="mod">
          <ac:chgData name="Randall Hunt" userId="4c55b6c8-20fa-4fc5-ad69-633eabcdc40e" providerId="ADAL" clId="{6359DC0D-7520-4308-BA51-2A3E188C5E25}" dt="2024-08-02T18:04:45.501" v="10894" actId="1076"/>
          <ac:spMkLst>
            <pc:docMk/>
            <pc:sldMk cId="430810522" sldId="274"/>
            <ac:spMk id="2" creationId="{52AE4F96-5726-E43D-DEFC-58E75291FE27}"/>
          </ac:spMkLst>
        </pc:spChg>
        <pc:spChg chg="mod">
          <ac:chgData name="Randall Hunt" userId="4c55b6c8-20fa-4fc5-ad69-633eabcdc40e" providerId="ADAL" clId="{6359DC0D-7520-4308-BA51-2A3E188C5E25}" dt="2024-08-02T18:04:54.269" v="10896" actId="20577"/>
          <ac:spMkLst>
            <pc:docMk/>
            <pc:sldMk cId="430810522" sldId="274"/>
            <ac:spMk id="3" creationId="{8BBE4FC2-43F5-D540-8478-3E1C3A67F9F7}"/>
          </ac:spMkLst>
        </pc:spChg>
        <pc:picChg chg="add mod">
          <ac:chgData name="Randall Hunt" userId="4c55b6c8-20fa-4fc5-ad69-633eabcdc40e" providerId="ADAL" clId="{6359DC0D-7520-4308-BA51-2A3E188C5E25}" dt="2024-08-02T18:05:03.894" v="10898" actId="1076"/>
          <ac:picMkLst>
            <pc:docMk/>
            <pc:sldMk cId="430810522" sldId="274"/>
            <ac:picMk id="5" creationId="{D5EA1A31-1A70-454D-267D-C4948C8C751D}"/>
          </ac:picMkLst>
        </pc:picChg>
      </pc:sldChg>
      <pc:sldChg chg="addSp modSp new mod">
        <pc:chgData name="Randall Hunt" userId="4c55b6c8-20fa-4fc5-ad69-633eabcdc40e" providerId="ADAL" clId="{6359DC0D-7520-4308-BA51-2A3E188C5E25}" dt="2024-08-02T18:10:26.444" v="11479" actId="1076"/>
        <pc:sldMkLst>
          <pc:docMk/>
          <pc:sldMk cId="3616637972" sldId="275"/>
        </pc:sldMkLst>
        <pc:spChg chg="mod">
          <ac:chgData name="Randall Hunt" userId="4c55b6c8-20fa-4fc5-ad69-633eabcdc40e" providerId="ADAL" clId="{6359DC0D-7520-4308-BA51-2A3E188C5E25}" dt="2024-08-02T18:05:07.672" v="10899"/>
          <ac:spMkLst>
            <pc:docMk/>
            <pc:sldMk cId="3616637972" sldId="275"/>
            <ac:spMk id="2" creationId="{886EAC94-E9E2-983E-FA1E-57D75C9E605A}"/>
          </ac:spMkLst>
        </pc:spChg>
        <pc:spChg chg="mod">
          <ac:chgData name="Randall Hunt" userId="4c55b6c8-20fa-4fc5-ad69-633eabcdc40e" providerId="ADAL" clId="{6359DC0D-7520-4308-BA51-2A3E188C5E25}" dt="2024-08-02T18:10:03.795" v="11474" actId="20577"/>
          <ac:spMkLst>
            <pc:docMk/>
            <pc:sldMk cId="3616637972" sldId="275"/>
            <ac:spMk id="3" creationId="{72B33156-FEF1-77BC-9E10-B60EA29FEA96}"/>
          </ac:spMkLst>
        </pc:spChg>
        <pc:picChg chg="add mod">
          <ac:chgData name="Randall Hunt" userId="4c55b6c8-20fa-4fc5-ad69-633eabcdc40e" providerId="ADAL" clId="{6359DC0D-7520-4308-BA51-2A3E188C5E25}" dt="2024-08-02T18:10:26.444" v="11479" actId="1076"/>
          <ac:picMkLst>
            <pc:docMk/>
            <pc:sldMk cId="3616637972" sldId="275"/>
            <ac:picMk id="5" creationId="{E0F88164-005F-7A1F-A1E5-AC86323E8B6C}"/>
          </ac:picMkLst>
        </pc:picChg>
      </pc:sldChg>
      <pc:sldChg chg="modSp new del mod">
        <pc:chgData name="Randall Hunt" userId="4c55b6c8-20fa-4fc5-ad69-633eabcdc40e" providerId="ADAL" clId="{6359DC0D-7520-4308-BA51-2A3E188C5E25}" dt="2024-08-02T18:14:53.126" v="11530" actId="47"/>
        <pc:sldMkLst>
          <pc:docMk/>
          <pc:sldMk cId="1553931261" sldId="276"/>
        </pc:sldMkLst>
        <pc:spChg chg="mod">
          <ac:chgData name="Randall Hunt" userId="4c55b6c8-20fa-4fc5-ad69-633eabcdc40e" providerId="ADAL" clId="{6359DC0D-7520-4308-BA51-2A3E188C5E25}" dt="2024-08-02T18:11:00.707" v="11529" actId="20577"/>
          <ac:spMkLst>
            <pc:docMk/>
            <pc:sldMk cId="1553931261" sldId="276"/>
            <ac:spMk id="2" creationId="{6C1570FD-8694-0981-9DAD-08034E457BE1}"/>
          </ac:spMkLst>
        </pc:spChg>
      </pc:sldChg>
    </pc:docChg>
  </pc:docChgLst>
</pc:chgInfo>
</file>

<file path=ppt/comments/modernComment_10A_26B9D4D6.xml><?xml version="1.0" encoding="utf-8"?>
<p188:cmLst xmlns:a="http://schemas.openxmlformats.org/drawingml/2006/main" xmlns:r="http://schemas.openxmlformats.org/officeDocument/2006/relationships" xmlns:p188="http://schemas.microsoft.com/office/powerpoint/2018/8/main">
  <p188:cm id="{EDF34C15-C387-40F4-9CED-3B067613D669}" authorId="{F8FCC031-81A3-B21B-57EB-22115A932BF2}" created="2024-08-02T14:53:30.387">
    <pc:sldMkLst xmlns:pc="http://schemas.microsoft.com/office/powerpoint/2013/main/command">
      <pc:docMk/>
      <pc:sldMk cId="649712854" sldId="266"/>
    </pc:sldMkLst>
    <p188:txBody>
      <a:bodyPr/>
      <a:lstStyle/>
      <a:p>
        <a:r>
          <a:rPr lang="en-US"/>
          <a:t>This public certificate will be what our clients validate against when connecting. We will use the makeCert.sh script that includes both the client and server authentication in the extended key properties. </a:t>
        </a:r>
      </a:p>
    </p188:txBody>
  </p188:cm>
  <p188:cm id="{DBA0C4EF-82C6-4084-A130-0338A837490D}" authorId="{F8FCC031-81A3-B21B-57EB-22115A932BF2}" created="2024-08-12T17:55:13.019">
    <pc:sldMkLst xmlns:pc="http://schemas.microsoft.com/office/powerpoint/2013/main/command">
      <pc:docMk/>
      <pc:sldMk cId="649712854" sldId="266"/>
    </pc:sldMkLst>
    <p188:txBody>
      <a:bodyPr/>
      <a:lstStyle/>
      <a:p>
        <a:r>
          <a:rPr lang="en-US"/>
          <a:t>The CoreConfig.example.xml file contains the baseline configuration for the TAK Server. Once we restart the CoreConfig.example.xml file will create the CoreConfig.xml file. Which is the active configuration that the server references for all operations. </a:t>
        </a:r>
      </a:p>
    </p188:txBody>
  </p188:cm>
</p188:cmLst>
</file>

<file path=ppt/comments/modernComment_10B_210C35BC.xml><?xml version="1.0" encoding="utf-8"?>
<p188:cmLst xmlns:a="http://schemas.openxmlformats.org/drawingml/2006/main" xmlns:r="http://schemas.openxmlformats.org/officeDocument/2006/relationships" xmlns:p188="http://schemas.microsoft.com/office/powerpoint/2018/8/main">
  <p188:cm id="{AEF92935-3DDB-47AB-9CA2-D346D2E9B82D}" authorId="{F8FCC031-81A3-B21B-57EB-22115A932BF2}" created="2024-08-02T15:07:09.700">
    <pc:sldMkLst xmlns:pc="http://schemas.microsoft.com/office/powerpoint/2013/main/command">
      <pc:docMk/>
      <pc:sldMk cId="554448316" sldId="267"/>
    </pc:sldMkLst>
    <p188:txBody>
      <a:bodyPr/>
      <a:lstStyle/>
      <a:p>
        <a:r>
          <a:rPr lang="en-US"/>
          <a:t>So far we have created our root and intermediate CA, along with our server certificate. </a:t>
        </a:r>
      </a:p>
    </p188:txBody>
  </p188:cm>
  <p188:cm id="{E6560C4C-A101-46EB-9958-E1D7EF391869}" authorId="{F8FCC031-81A3-B21B-57EB-22115A932BF2}" created="2024-08-02T15:08:15.481">
    <pc:sldMkLst xmlns:pc="http://schemas.microsoft.com/office/powerpoint/2013/main/command">
      <pc:docMk/>
      <pc:sldMk cId="554448316" sldId="267"/>
    </pc:sldMkLst>
    <p188:txBody>
      <a:bodyPr/>
      <a:lstStyle/>
      <a:p>
        <a:r>
          <a:rPr lang="en-US"/>
          <a:t>Now we need to modify the CoreConfig.example.xml file which contains the baseline configuration for out TAK Server. Once the server starts this file will create the CoreConfig.xml file that will be that active configuration for the server.</a:t>
        </a:r>
      </a:p>
    </p188:txBody>
  </p188:cm>
  <p188:cm id="{C9D44DE4-03D4-4D9A-92E0-674A7FE1DC36}" authorId="{F8FCC031-81A3-B21B-57EB-22115A932BF2}" created="2024-08-02T15:10:50.439">
    <pc:sldMkLst xmlns:pc="http://schemas.microsoft.com/office/powerpoint/2013/main/command">
      <pc:docMk/>
      <pc:sldMk cId="554448316" sldId="267"/>
    </pc:sldMkLst>
    <p188:txBody>
      <a:bodyPr/>
      <a:lstStyle/>
      <a:p>
        <a:r>
          <a:rPr lang="en-US"/>
          <a:t>In the file we will need to change the default value stored for the CA to our newly created intermediate CA. This allows the server to start successfully since the TAK Server is essentially a client of itself. So it needs to trust who signed it, along with needing to trust the clients it issues certs to via the trusted CA chain. This is known as our client keystore and then we have our server truststore. </a:t>
        </a:r>
      </a:p>
    </p188:txBody>
  </p188:cm>
</p188:cmLst>
</file>

<file path=ppt/comments/modernComment_10F_1F788BD8.xml><?xml version="1.0" encoding="utf-8"?>
<p188:cmLst xmlns:a="http://schemas.openxmlformats.org/drawingml/2006/main" xmlns:r="http://schemas.openxmlformats.org/officeDocument/2006/relationships" xmlns:p188="http://schemas.microsoft.com/office/powerpoint/2018/8/main">
  <p188:cm id="{4224F807-5678-4F5F-B1D4-0936917C2C48}" authorId="{F8FCC031-81A3-B21B-57EB-22115A932BF2}" created="2024-08-02T16:47:58.781">
    <ac:deMkLst xmlns:ac="http://schemas.microsoft.com/office/drawing/2013/main/command">
      <pc:docMk xmlns:pc="http://schemas.microsoft.com/office/powerpoint/2013/main/command"/>
      <pc:sldMk xmlns:pc="http://schemas.microsoft.com/office/powerpoint/2013/main/command" cId="527993816" sldId="271"/>
      <ac:spMk id="3" creationId="{52ACBB2F-1090-A221-2B91-6A00795819D7}"/>
    </ac:deMkLst>
    <p188:txBody>
      <a:bodyPr/>
      <a:lstStyle/>
      <a:p>
        <a:r>
          <a:rPr lang="en-US"/>
          <a:t>Now that we have created the admin cert we need to move it so that we can copy and install it on our admin workstation remotely. </a:t>
        </a:r>
      </a:p>
    </p188:txBody>
  </p188:cm>
  <p188:cm id="{899CA84B-7725-4956-8E74-1286189B0648}" authorId="{F8FCC031-81A3-B21B-57EB-22115A932BF2}" created="2024-08-02T16:49:13.809">
    <ac:deMkLst xmlns:ac="http://schemas.microsoft.com/office/drawing/2013/main/command">
      <pc:docMk xmlns:pc="http://schemas.microsoft.com/office/powerpoint/2013/main/command"/>
      <pc:sldMk xmlns:pc="http://schemas.microsoft.com/office/powerpoint/2013/main/command" cId="527993816" sldId="271"/>
      <ac:spMk id="3" creationId="{52ACBB2F-1090-A221-2B91-6A00795819D7}"/>
    </ac:deMkLst>
    <p188:txBody>
      <a:bodyPr/>
      <a:lstStyle/>
      <a:p>
        <a:r>
          <a:rPr lang="en-US"/>
          <a:t>Remember to add the period at the end of the command when moving the cert to move it to the current location</a:t>
        </a:r>
      </a:p>
    </p188:txBody>
  </p188:cm>
</p188:cmLst>
</file>

<file path=ppt/comments/modernComment_101_CE0DCCD4.xml><?xml version="1.0" encoding="utf-8"?>
<p188:cmLst xmlns:a="http://schemas.openxmlformats.org/drawingml/2006/main" xmlns:r="http://schemas.openxmlformats.org/officeDocument/2006/relationships" xmlns:p188="http://schemas.microsoft.com/office/powerpoint/2018/8/main">
  <p188:cm id="{8F03B45F-3756-467A-A1A7-E31F8A855361}" authorId="{F8FCC031-81A3-B21B-57EB-22115A932BF2}" created="2024-08-02T13:44:04.253">
    <pc:sldMkLst xmlns:pc="http://schemas.microsoft.com/office/powerpoint/2013/main/command">
      <pc:docMk/>
      <pc:sldMk cId="3457010900" sldId="257"/>
    </pc:sldMkLst>
    <p188:txBody>
      <a:bodyPr/>
      <a:lstStyle/>
      <a:p>
        <a:r>
          <a:rPr lang="en-US"/>
          <a:t>With a fresh OS we need to modify the Linux pluggable authentication module limits set within the /etc/security/limits.conf file
Specifically we need to increase the number of file handles allowed within the per-suer limit for the open files to support Java threads. </a:t>
        </a:r>
      </a:p>
    </p188:txBody>
  </p188:cm>
  <p188:cm id="{8FDC56B1-C644-4B5B-B761-A909688AD4AF}" authorId="{F8FCC031-81A3-B21B-57EB-22115A932BF2}" created="2024-08-02T13:46:16.552">
    <ac:deMkLst xmlns:ac="http://schemas.microsoft.com/office/drawing/2013/main/command">
      <pc:docMk xmlns:pc="http://schemas.microsoft.com/office/powerpoint/2013/main/command"/>
      <pc:sldMk xmlns:pc="http://schemas.microsoft.com/office/powerpoint/2013/main/command" cId="3457010900" sldId="257"/>
      <ac:picMk id="5" creationId="{95F151B2-085A-F593-F217-992B9A71667C}"/>
    </ac:deMkLst>
    <p188:txBody>
      <a:bodyPr/>
      <a:lstStyle/>
      <a:p>
        <a:r>
          <a:rPr lang="en-US"/>
          <a:t>Running the scripts allows us to configure the soft (user override) and hard (root override) limits.</a:t>
        </a:r>
      </a:p>
    </p188:txBody>
  </p188:cm>
  <p188:cm id="{781EB346-A741-44E9-B110-94D0DB1FC1AA}" authorId="{F8FCC031-81A3-B21B-57EB-22115A932BF2}" created="2024-08-02T13:47:05.739">
    <ac:deMkLst xmlns:ac="http://schemas.microsoft.com/office/drawing/2013/main/command">
      <pc:docMk xmlns:pc="http://schemas.microsoft.com/office/powerpoint/2013/main/command"/>
      <pc:sldMk xmlns:pc="http://schemas.microsoft.com/office/powerpoint/2013/main/command" cId="3457010900" sldId="257"/>
      <ac:picMk id="5" creationId="{95F151B2-085A-F593-F217-992B9A71667C}"/>
    </ac:deMkLst>
    <p188:txBody>
      <a:bodyPr/>
      <a:lstStyle/>
      <a:p>
        <a:r>
          <a:rPr lang="en-US"/>
          <a:t>We also need to install "nano" which is a text editor for Unix.</a:t>
        </a:r>
      </a:p>
    </p188:txBody>
  </p188:cm>
  <p188:cm id="{0584C849-6912-4C19-8CFD-133017E8E513}" authorId="{F8FCC031-81A3-B21B-57EB-22115A932BF2}" created="2024-08-02T13:48:33.284">
    <ac:deMkLst xmlns:ac="http://schemas.microsoft.com/office/drawing/2013/main/command">
      <pc:docMk xmlns:pc="http://schemas.microsoft.com/office/powerpoint/2013/main/command"/>
      <pc:sldMk xmlns:pc="http://schemas.microsoft.com/office/powerpoint/2013/main/command" cId="3457010900" sldId="257"/>
      <ac:picMk id="13" creationId="{1C32B441-E6F9-CD64-D58D-DFB8FECB46C1}"/>
    </ac:deMkLst>
    <p188:txBody>
      <a:bodyPr/>
      <a:lstStyle/>
      <a:p>
        <a:r>
          <a:rPr lang="en-US"/>
          <a:t>Next, we need to install extra packages for Enterprise Linux (EPEL) to provide the extra repositories required for then next installations. </a:t>
        </a:r>
      </a:p>
    </p188:txBody>
  </p188:cm>
</p188:cmLst>
</file>

<file path=ppt/comments/modernComment_102_20FF1D2E.xml><?xml version="1.0" encoding="utf-8"?>
<p188:cmLst xmlns:a="http://schemas.openxmlformats.org/drawingml/2006/main" xmlns:r="http://schemas.openxmlformats.org/officeDocument/2006/relationships" xmlns:p188="http://schemas.microsoft.com/office/powerpoint/2018/8/main">
  <p188:cm id="{50E600C7-8F84-4854-B522-EF972AA59722}" authorId="{F8FCC031-81A3-B21B-57EB-22115A932BF2}" created="2024-08-02T13:51:54.224">
    <pc:sldMkLst xmlns:pc="http://schemas.microsoft.com/office/powerpoint/2013/main/command">
      <pc:docMk/>
      <pc:sldMk cId="553590062" sldId="258"/>
    </pc:sldMkLst>
    <p188:txBody>
      <a:bodyPr/>
      <a:lstStyle/>
      <a:p>
        <a:r>
          <a:rPr lang="en-US"/>
          <a:t>PostgreSQL: a free open source relational database manager system. It has relational capabilities and an object-oriented design. It allows programmers to communicate with the database servers using objects in their code.</a:t>
        </a:r>
      </a:p>
    </p188:txBody>
  </p188:cm>
  <p188:cm id="{520508F4-4F48-48DA-A906-05892413B5C3}" authorId="{F8FCC031-81A3-B21B-57EB-22115A932BF2}" created="2024-08-02T13:52:53.938">
    <pc:sldMkLst xmlns:pc="http://schemas.microsoft.com/office/powerpoint/2013/main/command">
      <pc:docMk/>
      <pc:sldMk cId="553590062" sldId="258"/>
    </pc:sldMkLst>
    <p188:txBody>
      <a:bodyPr/>
      <a:lstStyle/>
      <a:p>
        <a:r>
          <a:rPr lang="en-US"/>
          <a:t>PostGIS is an extension for PostgreSQL that allows GIS (geographic information systems) objects to be stored in the database.</a:t>
        </a:r>
      </a:p>
    </p188:txBody>
  </p188:cm>
</p188:cmLst>
</file>

<file path=ppt/comments/modernComment_103_14551E52.xml><?xml version="1.0" encoding="utf-8"?>
<p188:cmLst xmlns:a="http://schemas.openxmlformats.org/drawingml/2006/main" xmlns:r="http://schemas.openxmlformats.org/officeDocument/2006/relationships" xmlns:p188="http://schemas.microsoft.com/office/powerpoint/2018/8/main">
  <p188:cm id="{EE898F3D-5E52-4096-B0D7-1ADD2060C792}" authorId="{F8FCC031-81A3-B21B-57EB-22115A932BF2}" created="2024-08-02T13:49:09.973">
    <pc:sldMkLst xmlns:pc="http://schemas.microsoft.com/office/powerpoint/2013/main/command">
      <pc:docMk/>
      <pc:sldMk cId="341122642" sldId="259"/>
    </pc:sldMkLst>
    <p188:txBody>
      <a:bodyPr/>
      <a:lstStyle/>
      <a:p>
        <a:r>
          <a:rPr lang="en-US"/>
          <a:t>They may not have been introduced to PuTTY so this may be a moment we need to talk more about it. 
</a:t>
        </a:r>
      </a:p>
    </p188:txBody>
  </p188:cm>
</p188:cmLst>
</file>

<file path=ppt/comments/modernComment_104_C0928BD1.xml><?xml version="1.0" encoding="utf-8"?>
<p188:cmLst xmlns:a="http://schemas.openxmlformats.org/drawingml/2006/main" xmlns:r="http://schemas.openxmlformats.org/officeDocument/2006/relationships" xmlns:p188="http://schemas.microsoft.com/office/powerpoint/2018/8/main">
  <p188:cm id="{4F8E06BF-4B87-498F-A023-FAC880023CBE}" authorId="{F8FCC031-81A3-B21B-57EB-22115A932BF2}" created="2024-08-02T13:55:01.674">
    <pc:sldMkLst xmlns:pc="http://schemas.microsoft.com/office/powerpoint/2013/main/command">
      <pc:docMk/>
      <pc:sldMk cId="3230829521" sldId="260"/>
    </pc:sldMkLst>
    <p188:txBody>
      <a:bodyPr/>
      <a:lstStyle/>
      <a:p>
        <a:r>
          <a:rPr lang="en-US"/>
          <a:t>Java OpenJDK:  open-source implementation of the Java platform </a:t>
        </a:r>
      </a:p>
    </p188:txBody>
  </p188:cm>
</p188:cmLst>
</file>

<file path=ppt/comments/modernComment_105_E509CA6.xml><?xml version="1.0" encoding="utf-8"?>
<p188:cmLst xmlns:a="http://schemas.openxmlformats.org/drawingml/2006/main" xmlns:r="http://schemas.openxmlformats.org/officeDocument/2006/relationships" xmlns:p188="http://schemas.microsoft.com/office/powerpoint/2018/8/main">
  <p188:cm id="{ADB3F91B-2080-4C0A-8AF1-E86FA42FF224}" authorId="{F8FCC031-81A3-B21B-57EB-22115A932BF2}" created="2024-08-02T13:55:52.220">
    <pc:sldMkLst xmlns:pc="http://schemas.microsoft.com/office/powerpoint/2013/main/command">
      <pc:docMk/>
      <pc:sldMk cId="240164006" sldId="261"/>
    </pc:sldMkLst>
    <p188:txBody>
      <a:bodyPr/>
      <a:lstStyle/>
      <a:p>
        <a:r>
          <a:rPr lang="en-US"/>
          <a:t>We need to transfer the server installation file over to the Linux machine from our local host. </a:t>
        </a:r>
      </a:p>
    </p188:txBody>
  </p188:cm>
  <p188:cm id="{015C5C06-E145-4DE3-AC4D-08A14F15C965}" authorId="{A4AF000C-62EC-FE4C-69DB-62675E11F5A0}" created="2024-08-23T17:38:41.209">
    <ac:deMkLst xmlns:ac="http://schemas.microsoft.com/office/drawing/2013/main/command">
      <pc:docMk xmlns:pc="http://schemas.microsoft.com/office/powerpoint/2013/main/command"/>
      <pc:sldMk xmlns:pc="http://schemas.microsoft.com/office/powerpoint/2013/main/command" cId="240164006" sldId="261"/>
      <ac:picMk id="5" creationId="{2DEA186F-40B2-3310-083F-5135A4EDC41F}"/>
    </ac:deMkLst>
    <p188:txBody>
      <a:bodyPr/>
      <a:lstStyle/>
      <a:p>
        <a:r>
          <a:rPr lang="en-US"/>
          <a:t>If you have multiple versions of TAK Server downloaded it will copy over all the ones unless the entire name is inputted. </a:t>
        </a:r>
      </a:p>
    </p188:txBody>
  </p188:cm>
</p188:cmLst>
</file>

<file path=ppt/comments/modernComment_107_876926A8.xml><?xml version="1.0" encoding="utf-8"?>
<p188:cmLst xmlns:a="http://schemas.openxmlformats.org/drawingml/2006/main" xmlns:r="http://schemas.openxmlformats.org/officeDocument/2006/relationships" xmlns:p188="http://schemas.microsoft.com/office/powerpoint/2018/8/main">
  <p188:cm id="{73D8FD0B-408F-43E0-B9EA-63E1DEFB403A}" authorId="{F8FCC031-81A3-B21B-57EB-22115A932BF2}" created="2024-08-02T13:57:46.619">
    <pc:sldMkLst xmlns:pc="http://schemas.microsoft.com/office/powerpoint/2013/main/command">
      <pc:docMk/>
      <pc:sldMk cId="2271815336" sldId="263"/>
    </pc:sldMkLst>
    <p188:txBody>
      <a:bodyPr/>
      <a:lstStyle/>
      <a:p>
        <a:r>
          <a:rPr lang="en-US"/>
          <a:t>SELinux stands for Security-Ehanced Linux and is a security feature developed initially by the National Security Agency that provides a technical control for supporting access security and mandatory access controls. </a:t>
        </a:r>
      </a:p>
    </p188:txBody>
  </p188:cm>
  <p188:cm id="{6D57D1DC-B70D-4C44-A2AA-86CA7ED83AF1}" authorId="{F8FCC031-81A3-B21B-57EB-22115A932BF2}" created="2024-08-02T13:58:52.472">
    <ac:deMkLst xmlns:ac="http://schemas.microsoft.com/office/drawing/2013/main/command">
      <pc:docMk xmlns:pc="http://schemas.microsoft.com/office/powerpoint/2013/main/command"/>
      <pc:sldMk xmlns:pc="http://schemas.microsoft.com/office/powerpoint/2013/main/command" cId="2271815336" sldId="263"/>
      <ac:spMk id="3" creationId="{7EB89A3C-3987-00EC-0ECC-E040B3B7E613}"/>
    </ac:deMkLst>
    <p188:txBody>
      <a:bodyPr/>
      <a:lstStyle/>
      <a:p>
        <a:r>
          <a:rPr lang="en-US"/>
          <a:t>checkpolicy: program that checks and compiles a SELinux security poly configuration into a binary representation that can be loaded into the kernel.</a:t>
        </a:r>
      </a:p>
    </p188:txBody>
  </p188:cm>
</p188:cmLst>
</file>

<file path=ppt/comments/modernComment_108_78D8964D.xml><?xml version="1.0" encoding="utf-8"?>
<p188:cmLst xmlns:a="http://schemas.openxmlformats.org/drawingml/2006/main" xmlns:r="http://schemas.openxmlformats.org/officeDocument/2006/relationships" xmlns:p188="http://schemas.microsoft.com/office/powerpoint/2018/8/main">
  <p188:cm id="{3573A2D7-12A7-412F-BDB4-842107233CB8}" authorId="{F8FCC031-81A3-B21B-57EB-22115A932BF2}" created="2024-08-02T14:07:04.902">
    <ac:deMkLst xmlns:ac="http://schemas.microsoft.com/office/drawing/2013/main/command">
      <pc:docMk xmlns:pc="http://schemas.microsoft.com/office/powerpoint/2013/main/command"/>
      <pc:sldMk xmlns:pc="http://schemas.microsoft.com/office/powerpoint/2013/main/command" cId="2027460173" sldId="264"/>
      <ac:spMk id="3" creationId="{C43FF21B-B6F5-BF45-BECC-A75945C70980}"/>
    </ac:deMkLst>
    <p188:txBody>
      <a:bodyPr/>
      <a:lstStyle/>
      <a:p>
        <a:r>
          <a:rPr lang="en-US"/>
          <a:t>This section will establish our root and intermediate certificate authority (CA), the server certificate, and an admin client certificate. </a:t>
        </a:r>
      </a:p>
    </p188:txBody>
  </p188:cm>
  <p188:cm id="{9C633227-6C7A-4979-B94B-46C83C9D6A4F}" authorId="{F8FCC031-81A3-B21B-57EB-22115A932BF2}" created="2024-08-02T14:07:58.535">
    <ac:deMkLst xmlns:ac="http://schemas.microsoft.com/office/drawing/2013/main/command">
      <pc:docMk xmlns:pc="http://schemas.microsoft.com/office/powerpoint/2013/main/command"/>
      <pc:sldMk xmlns:pc="http://schemas.microsoft.com/office/powerpoint/2013/main/command" cId="2027460173" sldId="264"/>
      <ac:spMk id="3" creationId="{C43FF21B-B6F5-BF45-BECC-A75945C70980}"/>
    </ac:deMkLst>
    <p188:txBody>
      <a:bodyPr/>
      <a:lstStyle/>
      <a:p>
        <a:r>
          <a:rPr lang="en-US"/>
          <a:t>The sequence and execution of this task is important in the PKI (Public Key Infrastructure) environment as it establishes a chain of trust. </a:t>
        </a:r>
      </a:p>
    </p188:txBody>
  </p188:cm>
  <p188:cm id="{339CFDB8-B549-46C0-B37B-0F4DBB4B049D}" authorId="{F8FCC031-81A3-B21B-57EB-22115A932BF2}" created="2024-08-02T14:10:01.500">
    <ac:deMkLst xmlns:ac="http://schemas.microsoft.com/office/drawing/2013/main/command">
      <pc:docMk xmlns:pc="http://schemas.microsoft.com/office/powerpoint/2013/main/command"/>
      <pc:sldMk xmlns:pc="http://schemas.microsoft.com/office/powerpoint/2013/main/command" cId="2027460173" sldId="264"/>
      <ac:spMk id="3" creationId="{C43FF21B-B6F5-BF45-BECC-A75945C70980}"/>
    </ac:deMkLst>
    <p188:txBody>
      <a:bodyPr/>
      <a:lstStyle/>
      <a:p>
        <a:r>
          <a:rPr lang="en-US"/>
          <a:t>We will need to edit the contents within the cert-metadata.sh file to create the certificate information for our environment by setting the country, state, city, organization, and organization unit. You are also able to modify the default certificate password here. </a:t>
        </a:r>
      </a:p>
    </p188:txBody>
  </p188:cm>
  <p188:cm id="{54C2C810-7235-4287-A726-35760653B29C}" authorId="{F8FCC031-81A3-B21B-57EB-22115A932BF2}" created="2024-08-02T14:17:55.210">
    <ac:deMkLst xmlns:ac="http://schemas.microsoft.com/office/drawing/2013/main/command">
      <pc:docMk xmlns:pc="http://schemas.microsoft.com/office/powerpoint/2013/main/command"/>
      <pc:sldMk xmlns:pc="http://schemas.microsoft.com/office/powerpoint/2013/main/command" cId="2027460173" sldId="264"/>
      <ac:spMk id="3" creationId="{C43FF21B-B6F5-BF45-BECC-A75945C70980}"/>
    </ac:deMkLst>
    <p188:txBody>
      <a:bodyPr/>
      <a:lstStyle/>
      <a:p>
        <a:r>
          <a:rPr lang="en-US"/>
          <a:t>:wq! wirtes the changes to the file and then quits.</a:t>
        </a:r>
      </a:p>
    </p188:txBody>
  </p188:cm>
  <p188:cm id="{7D01F2D1-DF98-4217-9F1F-547D81E381D9}" authorId="{F8FCC031-81A3-B21B-57EB-22115A932BF2}" created="2024-08-02T14:18:51.553">
    <pc:sldMkLst xmlns:pc="http://schemas.microsoft.com/office/powerpoint/2013/main/command">
      <pc:docMk/>
      <pc:sldMk cId="2027460173" sldId="264"/>
    </pc:sldMkLst>
    <p188:txBody>
      <a:bodyPr/>
      <a:lstStyle/>
      <a:p>
        <a:r>
          <a:rPr lang="en-US"/>
          <a:t>When using spaces for values the values must be surrounded by quotes: STATE="New York"</a:t>
        </a:r>
      </a:p>
    </p188:txBody>
  </p188:cm>
  <p188:cm id="{AEEB0BF1-3D52-434E-9454-E1FB0881855E}" authorId="{F8FCC031-81A3-B21B-57EB-22115A932BF2}" created="2024-08-02T14:25:22.728">
    <pc:sldMkLst xmlns:pc="http://schemas.microsoft.com/office/powerpoint/2013/main/command">
      <pc:docMk/>
      <pc:sldMk cId="2027460173" sldId="264"/>
    </pc:sldMkLst>
    <p188:txBody>
      <a:bodyPr/>
      <a:lstStyle/>
      <a:p>
        <a:r>
          <a:rPr lang="en-US"/>
          <a:t>if you change the password it needs to be at least 6 characters long</a:t>
        </a:r>
      </a:p>
    </p188:txBody>
  </p188:cm>
</p188:cmLst>
</file>

<file path=ppt/comments/modernComment_109_D9347652.xml><?xml version="1.0" encoding="utf-8"?>
<p188:cmLst xmlns:a="http://schemas.openxmlformats.org/drawingml/2006/main" xmlns:r="http://schemas.openxmlformats.org/officeDocument/2006/relationships" xmlns:p188="http://schemas.microsoft.com/office/powerpoint/2018/8/main">
  <p188:cm id="{793EC16C-1949-45AA-A2ED-BACC7B5DA47D}" authorId="{F8FCC031-81A3-B21B-57EB-22115A932BF2}" created="2024-08-02T14:21:43.701">
    <ac:deMkLst xmlns:ac="http://schemas.microsoft.com/office/drawing/2013/main/command">
      <pc:docMk xmlns:pc="http://schemas.microsoft.com/office/powerpoint/2013/main/command"/>
      <pc:sldMk xmlns:pc="http://schemas.microsoft.com/office/powerpoint/2013/main/command" cId="3644094034" sldId="265"/>
      <ac:spMk id="3" creationId="{C6C550F1-FE93-B7D2-EFD3-F4CC33BD6E3C}"/>
    </ac:deMkLst>
    <p188:txBody>
      <a:bodyPr/>
      <a:lstStyle/>
      <a:p>
        <a:r>
          <a:rPr lang="en-US"/>
          <a:t>You can use the second method to create the root ca to immediately give it a name of the first and it will ask you for a name</a:t>
        </a:r>
      </a:p>
    </p188:txBody>
  </p188:cm>
  <p188:cm id="{F8F242DD-2EC9-48E6-B8EE-C95DBBE56C65}" authorId="{F8FCC031-81A3-B21B-57EB-22115A932BF2}" created="2024-08-02T14:29:34.158">
    <pc:sldMkLst xmlns:pc="http://schemas.microsoft.com/office/powerpoint/2013/main/command">
      <pc:docMk/>
      <pc:sldMk cId="3644094034" sldId="265"/>
    </pc:sldMkLst>
    <p188:txBody>
      <a:bodyPr/>
      <a:lstStyle/>
      <a:p>
        <a:r>
          <a:rPr lang="en-US"/>
          <a:t>Remove a file: rm &lt;fileName&gt;</a:t>
        </a:r>
      </a:p>
    </p188:txBody>
  </p188:cm>
  <p188:cm id="{A37D07DA-256C-4ED6-B59A-B19255AB7092}" authorId="{F8FCC031-81A3-B21B-57EB-22115A932BF2}" created="2024-08-02T14:41:12.233">
    <pc:sldMkLst xmlns:pc="http://schemas.microsoft.com/office/powerpoint/2013/main/command">
      <pc:docMk/>
      <pc:sldMk cId="3644094034" sldId="265"/>
    </pc:sldMkLst>
    <p188:txBody>
      <a:bodyPr/>
      <a:lstStyle/>
      <a:p>
        <a:r>
          <a:rPr lang="en-US"/>
          <a:t>The intermediate CA will act on behalf of the root CA and will sign/issue certificates to our client. We make it our signing and issuing authority with the "ca" tag</a:t>
        </a:r>
      </a:p>
    </p188:txBody>
  </p188:cm>
</p188:cmLst>
</file>

<file path=ppt/comments/modernComment_110_B24FF28E.xml><?xml version="1.0" encoding="utf-8"?>
<p188:cmLst xmlns:a="http://schemas.openxmlformats.org/drawingml/2006/main" xmlns:r="http://schemas.openxmlformats.org/officeDocument/2006/relationships" xmlns:p188="http://schemas.microsoft.com/office/powerpoint/2018/8/main">
  <p188:cm id="{CCD37CCD-7D5C-40F4-B864-489FEC0DEB23}" authorId="{F8FCC031-81A3-B21B-57EB-22115A932BF2}" created="2024-08-02T16:53:26.993">
    <ac:deMkLst xmlns:ac="http://schemas.microsoft.com/office/drawing/2013/main/command">
      <pc:docMk xmlns:pc="http://schemas.microsoft.com/office/powerpoint/2013/main/command"/>
      <pc:sldMk xmlns:pc="http://schemas.microsoft.com/office/powerpoint/2013/main/command" cId="2991583886" sldId="272"/>
      <ac:spMk id="3" creationId="{5121FB65-32F1-4CEC-8214-471C6F32E865}"/>
    </ac:deMkLst>
    <p188:txBody>
      <a:bodyPr/>
      <a:lstStyle/>
      <a:p>
        <a:r>
          <a:rPr lang="en-US"/>
          <a:t>To accept connections to our TAK Server we need to modify the firewall. We want to ensure we accept secure connections over TLS (Transport Layer Security) by our PKI environment.</a:t>
        </a:r>
      </a:p>
    </p188:txBody>
  </p188:cm>
  <p188:cm id="{60CF3EB1-9D2D-4082-99FF-D19F6A9AF73B}" authorId="{F8FCC031-81A3-B21B-57EB-22115A932BF2}" created="2024-08-02T16:57:26.304">
    <ac:deMkLst xmlns:ac="http://schemas.microsoft.com/office/drawing/2013/main/command">
      <pc:docMk xmlns:pc="http://schemas.microsoft.com/office/powerpoint/2013/main/command"/>
      <pc:sldMk xmlns:pc="http://schemas.microsoft.com/office/powerpoint/2013/main/command" cId="2991583886" sldId="272"/>
      <ac:spMk id="3" creationId="{5121FB65-32F1-4CEC-8214-471C6F32E865}"/>
    </ac:deMkLst>
    <p188:txBody>
      <a:bodyPr/>
      <a:lstStyle/>
      <a:p>
        <a:r>
          <a:rPr lang="en-US"/>
          <a:t>TCP/s = TLS/SSL TCP
TCP: Transmission Control Protocol = enables application programs and computing devices to exchange messages over a network.
TLS: Transport Layer Security = facilitates privacy and data security for communications over the internet. 
SSL: Secure Sockets Layer = secures internet connection by encrypting data sent between a website and a browser.</a:t>
        </a:r>
      </a:p>
    </p188:txBody>
  </p188:cm>
</p188:cmLst>
</file>

<file path=ppt/comments/modernComment_111_8A5D93B7.xml><?xml version="1.0" encoding="utf-8"?>
<p188:cmLst xmlns:a="http://schemas.openxmlformats.org/drawingml/2006/main" xmlns:r="http://schemas.openxmlformats.org/officeDocument/2006/relationships" xmlns:p188="http://schemas.microsoft.com/office/powerpoint/2018/8/main">
  <p188:cm id="{46793E91-A0C0-4116-8E52-04155201CFF2}" authorId="{F8FCC031-81A3-B21B-57EB-22115A932BF2}" created="2024-08-02T17:45:04.160">
    <ac:deMkLst xmlns:ac="http://schemas.microsoft.com/office/drawing/2013/main/command">
      <pc:docMk xmlns:pc="http://schemas.microsoft.com/office/powerpoint/2013/main/command"/>
      <pc:sldMk xmlns:pc="http://schemas.microsoft.com/office/powerpoint/2013/main/command" cId="2321388471" sldId="273"/>
      <ac:spMk id="3" creationId="{B6E71224-A1E4-2B96-C0F5-6C3CBB14B7D7}"/>
    </ac:deMkLst>
    <p188:txBody>
      <a:bodyPr/>
      <a:lstStyle/>
      <a:p>
        <a:r>
          <a:rPr lang="en-US"/>
          <a:t>By this point we have installed our pre-requirements, installed our TAK Server, created our PKI (Public Key Infrastructure) environment, established an admin certificate, and modified our firewall to accept client connections. </a:t>
        </a:r>
      </a:p>
    </p188:txBody>
  </p188:cm>
  <p188:cm id="{6F146A9C-1BD8-47DA-8DA6-FD766A5AE193}" authorId="{F8FCC031-81A3-B21B-57EB-22115A932BF2}" created="2024-08-02T17:45:40.793">
    <ac:deMkLst xmlns:ac="http://schemas.microsoft.com/office/drawing/2013/main/command">
      <pc:docMk xmlns:pc="http://schemas.microsoft.com/office/powerpoint/2013/main/command"/>
      <pc:sldMk xmlns:pc="http://schemas.microsoft.com/office/powerpoint/2013/main/command" cId="2321388471" sldId="273"/>
      <ac:spMk id="3" creationId="{B6E71224-A1E4-2B96-C0F5-6C3CBB14B7D7}"/>
    </ac:deMkLst>
    <p188:txBody>
      <a:bodyPr/>
      <a:lstStyle/>
      <a:p>
        <a:r>
          <a:rPr lang="en-US"/>
          <a:t>To access the TAK Server admin dashboard (Marti) we need to copy over our admin cert from the server to our workstation. </a:t>
        </a:r>
      </a:p>
    </p188:txBody>
  </p188:cm>
  <p188:cm id="{56D2CE07-3513-4355-AD2A-BEAD9DCE9AC2}" authorId="{F8FCC031-81A3-B21B-57EB-22115A932BF2}" created="2024-08-02T17:51:47.810">
    <pc:sldMkLst xmlns:pc="http://schemas.microsoft.com/office/powerpoint/2013/main/command">
      <pc:docMk/>
      <pc:sldMk cId="2321388471" sldId="273"/>
    </pc:sldMkLst>
    <p188:txBody>
      <a:bodyPr/>
      <a:lstStyle/>
      <a:p>
        <a:r>
          <a:rPr lang="en-US"/>
          <a:t>If you did not change the user settings for the file to the current user then you will be denied from downloading the file.
See slide 16 to fix this.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0C69F1-D56E-4D55-9802-4A7301F8DD83}" type="datetimeFigureOut">
              <a:rPr lang="en-US" smtClean="0"/>
              <a:t>4/14/2025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52B7AB-8AE9-45FF-A6EA-B69001FF9C08}" type="slidenum">
              <a:rPr lang="en-US" smtClean="0"/>
              <a:t>‹#›</a:t>
            </a:fld>
            <a:endParaRPr lang="en-US"/>
          </a:p>
        </p:txBody>
      </p:sp>
    </p:spTree>
    <p:extLst>
      <p:ext uri="{BB962C8B-B14F-4D97-AF65-F5344CB8AC3E}">
        <p14:creationId xmlns:p14="http://schemas.microsoft.com/office/powerpoint/2010/main" val="344584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They may not have been introduced to PuTTY so this may be a moment we need to talk more about it. </a:t>
            </a:r>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3</a:t>
            </a:fld>
            <a:endParaRPr lang="en-US"/>
          </a:p>
        </p:txBody>
      </p:sp>
    </p:spTree>
    <p:extLst>
      <p:ext uri="{BB962C8B-B14F-4D97-AF65-F5344CB8AC3E}">
        <p14:creationId xmlns:p14="http://schemas.microsoft.com/office/powerpoint/2010/main" val="51347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dirty="0">
                <a:effectLst/>
                <a:latin typeface="Segoe UI" panose="020B0502040204020203" pitchFamily="34" charset="0"/>
              </a:rPr>
              <a:t>With a fresh OS we need to modify the Linux pluggable authentication module limits set within the /</a:t>
            </a:r>
            <a:r>
              <a:rPr lang="en-US" sz="1800" dirty="0" err="1">
                <a:effectLst/>
                <a:latin typeface="Segoe UI" panose="020B0502040204020203" pitchFamily="34" charset="0"/>
              </a:rPr>
              <a:t>etc</a:t>
            </a:r>
            <a:r>
              <a:rPr lang="en-US" sz="1800" dirty="0">
                <a:effectLst/>
                <a:latin typeface="Segoe UI" panose="020B0502040204020203" pitchFamily="34" charset="0"/>
              </a:rPr>
              <a:t>/security/</a:t>
            </a:r>
            <a:r>
              <a:rPr lang="en-US" sz="1800" dirty="0" err="1">
                <a:effectLst/>
                <a:latin typeface="Segoe UI" panose="020B0502040204020203" pitchFamily="34" charset="0"/>
              </a:rPr>
              <a:t>limits.conf</a:t>
            </a:r>
            <a:r>
              <a:rPr lang="en-US" sz="1800" dirty="0">
                <a:effectLst/>
                <a:latin typeface="Segoe UI" panose="020B0502040204020203" pitchFamily="34" charset="0"/>
              </a:rPr>
              <a:t> file</a:t>
            </a:r>
            <a:br>
              <a:rPr lang="en-US" sz="1800" dirty="0">
                <a:effectLst/>
                <a:latin typeface="Segoe UI" panose="020B0502040204020203" pitchFamily="34" charset="0"/>
              </a:rPr>
            </a:br>
            <a:r>
              <a:rPr lang="en-US" sz="1800" dirty="0">
                <a:effectLst/>
                <a:latin typeface="Segoe UI" panose="020B0502040204020203" pitchFamily="34" charset="0"/>
              </a:rPr>
              <a:t>Specifically we need to increase the number of file handles allowed within the per-suer limit for the open files to support Java threads. </a:t>
            </a:r>
            <a:endParaRPr lang="en-US" sz="1800" dirty="0">
              <a:effectLst/>
              <a:latin typeface="Arial" panose="020B0604020202020204" pitchFamily="34" charset="0"/>
            </a:endParaRPr>
          </a:p>
          <a:p>
            <a:r>
              <a:rPr lang="en-US" dirty="0"/>
              <a:t># </a:t>
            </a:r>
            <a:r>
              <a:rPr lang="en-US" sz="1800" dirty="0">
                <a:effectLst/>
                <a:latin typeface="Segoe UI" panose="020B0502040204020203" pitchFamily="34" charset="0"/>
              </a:rPr>
              <a:t>Running the scripts allows us to configure the soft (user override) and hard (root override) limits.</a:t>
            </a:r>
            <a:endParaRPr lang="en-US" dirty="0"/>
          </a:p>
          <a:p>
            <a:r>
              <a:rPr lang="en-US" dirty="0"/>
              <a:t># </a:t>
            </a:r>
            <a:r>
              <a:rPr lang="en-US" sz="1800" dirty="0">
                <a:effectLst/>
                <a:latin typeface="Segoe UI" panose="020B0502040204020203" pitchFamily="34" charset="0"/>
              </a:rPr>
              <a:t>We also need to install "nano" which is a text editor for Unix.</a:t>
            </a:r>
          </a:p>
          <a:p>
            <a:r>
              <a:rPr lang="en-US" sz="1800" dirty="0">
                <a:effectLst/>
                <a:latin typeface="Segoe UI" panose="020B0502040204020203" pitchFamily="34" charset="0"/>
              </a:rPr>
              <a:t># Next, we need to install extra packages for Enterprise Linux (EPEL) to provide the extra repositories required for then next installations. </a:t>
            </a:r>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4</a:t>
            </a:fld>
            <a:endParaRPr lang="en-US"/>
          </a:p>
        </p:txBody>
      </p:sp>
    </p:spTree>
    <p:extLst>
      <p:ext uri="{BB962C8B-B14F-4D97-AF65-F5344CB8AC3E}">
        <p14:creationId xmlns:p14="http://schemas.microsoft.com/office/powerpoint/2010/main" val="3510964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PostgreSQL: a free open source relational database manager system. It has relational capabilities and an object-oriented design. It allows programmers to communicate with the database servers using objects in their code.</a:t>
            </a:r>
          </a:p>
          <a:p>
            <a:r>
              <a:rPr lang="en-US" sz="1800" dirty="0">
                <a:effectLst/>
                <a:latin typeface="Segoe UI" panose="020B0502040204020203" pitchFamily="34" charset="0"/>
              </a:rPr>
              <a:t># </a:t>
            </a:r>
            <a:r>
              <a:rPr lang="en-US" sz="1800" dirty="0" err="1">
                <a:effectLst/>
                <a:latin typeface="Segoe UI" panose="020B0502040204020203" pitchFamily="34" charset="0"/>
              </a:rPr>
              <a:t>PostGIS</a:t>
            </a:r>
            <a:r>
              <a:rPr lang="en-US" sz="1800" dirty="0">
                <a:effectLst/>
                <a:latin typeface="Segoe UI" panose="020B0502040204020203" pitchFamily="34" charset="0"/>
              </a:rPr>
              <a:t> is an extension for PostgreSQL that allows GIS (geographic information systems) objects to be stored in the database.</a:t>
            </a:r>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5</a:t>
            </a:fld>
            <a:endParaRPr lang="en-US"/>
          </a:p>
        </p:txBody>
      </p:sp>
    </p:spTree>
    <p:extLst>
      <p:ext uri="{BB962C8B-B14F-4D97-AF65-F5344CB8AC3E}">
        <p14:creationId xmlns:p14="http://schemas.microsoft.com/office/powerpoint/2010/main" val="126065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Java OpenJDK: open-source implementation of the Java platform </a:t>
            </a:r>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6</a:t>
            </a:fld>
            <a:endParaRPr lang="en-US"/>
          </a:p>
        </p:txBody>
      </p:sp>
    </p:spTree>
    <p:extLst>
      <p:ext uri="{BB962C8B-B14F-4D97-AF65-F5344CB8AC3E}">
        <p14:creationId xmlns:p14="http://schemas.microsoft.com/office/powerpoint/2010/main" val="1776235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We need to transfer the server installation file over to the Linux machine from our local host. </a:t>
            </a:r>
          </a:p>
          <a:p>
            <a:r>
              <a:rPr lang="en-US" sz="1800" dirty="0">
                <a:effectLst/>
                <a:latin typeface="Segoe UI" panose="020B0502040204020203" pitchFamily="34" charset="0"/>
              </a:rPr>
              <a:t># If you have multiple versions of TAK Server downloaded it will copy over all the ones unless the entire name is inputted. </a:t>
            </a:r>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7</a:t>
            </a:fld>
            <a:endParaRPr lang="en-US"/>
          </a:p>
        </p:txBody>
      </p:sp>
    </p:spTree>
    <p:extLst>
      <p:ext uri="{BB962C8B-B14F-4D97-AF65-F5344CB8AC3E}">
        <p14:creationId xmlns:p14="http://schemas.microsoft.com/office/powerpoint/2010/main" val="28756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err="1">
                <a:effectLst/>
                <a:latin typeface="Segoe UI" panose="020B0502040204020203" pitchFamily="34" charset="0"/>
              </a:rPr>
              <a:t>SELinux</a:t>
            </a:r>
            <a:r>
              <a:rPr lang="en-US" sz="1800" dirty="0">
                <a:effectLst/>
                <a:latin typeface="Segoe UI" panose="020B0502040204020203" pitchFamily="34" charset="0"/>
              </a:rPr>
              <a:t> stands for Security-</a:t>
            </a:r>
            <a:r>
              <a:rPr lang="en-US" sz="1800" dirty="0" err="1">
                <a:effectLst/>
                <a:latin typeface="Segoe UI" panose="020B0502040204020203" pitchFamily="34" charset="0"/>
              </a:rPr>
              <a:t>Ehanced</a:t>
            </a:r>
            <a:r>
              <a:rPr lang="en-US" sz="1800" dirty="0">
                <a:effectLst/>
                <a:latin typeface="Segoe UI" panose="020B0502040204020203" pitchFamily="34" charset="0"/>
              </a:rPr>
              <a:t> Linux and is a security feature developed initially by the National Security Agency that provides a technical control for supporting access security and mandatory access controls. </a:t>
            </a:r>
          </a:p>
          <a:p>
            <a:r>
              <a:rPr lang="en-US" sz="1800" dirty="0">
                <a:effectLst/>
                <a:latin typeface="Segoe UI" panose="020B0502040204020203" pitchFamily="34" charset="0"/>
              </a:rPr>
              <a:t># </a:t>
            </a:r>
            <a:r>
              <a:rPr lang="en-US" sz="1800" dirty="0" err="1">
                <a:effectLst/>
                <a:latin typeface="Segoe UI" panose="020B0502040204020203" pitchFamily="34" charset="0"/>
              </a:rPr>
              <a:t>checkpolicy</a:t>
            </a:r>
            <a:r>
              <a:rPr lang="en-US" sz="1800" dirty="0">
                <a:effectLst/>
                <a:latin typeface="Segoe UI" panose="020B0502040204020203" pitchFamily="34" charset="0"/>
              </a:rPr>
              <a:t>: program that checks and compiles a </a:t>
            </a:r>
            <a:r>
              <a:rPr lang="en-US" sz="1800" dirty="0" err="1">
                <a:effectLst/>
                <a:latin typeface="Segoe UI" panose="020B0502040204020203" pitchFamily="34" charset="0"/>
              </a:rPr>
              <a:t>SELinux</a:t>
            </a:r>
            <a:r>
              <a:rPr lang="en-US" sz="1800" dirty="0">
                <a:effectLst/>
                <a:latin typeface="Segoe UI" panose="020B0502040204020203" pitchFamily="34" charset="0"/>
              </a:rPr>
              <a:t> security poly configuration into a binary representation that can be loaded into the kernel.</a:t>
            </a:r>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9</a:t>
            </a:fld>
            <a:endParaRPr lang="en-US"/>
          </a:p>
        </p:txBody>
      </p:sp>
    </p:spTree>
    <p:extLst>
      <p:ext uri="{BB962C8B-B14F-4D97-AF65-F5344CB8AC3E}">
        <p14:creationId xmlns:p14="http://schemas.microsoft.com/office/powerpoint/2010/main" val="1388087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This section will establish our root and intermediate certificate authority (CA), the server certificate, and an admin client certificate. </a:t>
            </a:r>
          </a:p>
          <a:p>
            <a:r>
              <a:rPr lang="en-US" sz="1800" dirty="0">
                <a:effectLst/>
                <a:latin typeface="Segoe UI" panose="020B0502040204020203" pitchFamily="34" charset="0"/>
              </a:rPr>
              <a:t># The sequence and execution of this task is important in the PKI (Public Key Infrastructure) environment as it establishes a chain of trust. </a:t>
            </a:r>
          </a:p>
          <a:p>
            <a:r>
              <a:rPr lang="en-US" sz="1800" dirty="0">
                <a:effectLst/>
                <a:latin typeface="Segoe UI" panose="020B0502040204020203" pitchFamily="34" charset="0"/>
              </a:rPr>
              <a:t># We will need to edit the contents within the cert-metadata.sh file to create the certificate information for our environment by setting the country, state, city, organization, and organization unit. You are also able to modify the default certificate password here. </a:t>
            </a:r>
          </a:p>
          <a:p>
            <a:r>
              <a:rPr lang="en-US" sz="1800" dirty="0">
                <a:effectLst/>
                <a:latin typeface="Segoe UI" panose="020B0502040204020203" pitchFamily="34" charset="0"/>
              </a:rPr>
              <a:t># :</a:t>
            </a:r>
            <a:r>
              <a:rPr lang="en-US" sz="1800" dirty="0" err="1">
                <a:effectLst/>
                <a:latin typeface="Segoe UI" panose="020B0502040204020203" pitchFamily="34" charset="0"/>
              </a:rPr>
              <a:t>wq</a:t>
            </a:r>
            <a:r>
              <a:rPr lang="en-US" sz="1800" dirty="0">
                <a:effectLst/>
                <a:latin typeface="Segoe UI" panose="020B0502040204020203" pitchFamily="34" charset="0"/>
              </a:rPr>
              <a:t>! </a:t>
            </a:r>
            <a:r>
              <a:rPr lang="en-US" sz="1800" dirty="0" err="1">
                <a:effectLst/>
                <a:latin typeface="Segoe UI" panose="020B0502040204020203" pitchFamily="34" charset="0"/>
              </a:rPr>
              <a:t>wirtes</a:t>
            </a:r>
            <a:r>
              <a:rPr lang="en-US" sz="1800" dirty="0">
                <a:effectLst/>
                <a:latin typeface="Segoe UI" panose="020B0502040204020203" pitchFamily="34" charset="0"/>
              </a:rPr>
              <a:t> the changes to the file and then quits.</a:t>
            </a:r>
          </a:p>
          <a:p>
            <a:r>
              <a:rPr lang="en-US" sz="1800" dirty="0">
                <a:effectLst/>
                <a:latin typeface="Segoe UI" panose="020B0502040204020203" pitchFamily="34" charset="0"/>
              </a:rPr>
              <a:t># When using spaces for values the values must be surrounded by quotes: STATE="New York“</a:t>
            </a:r>
          </a:p>
          <a:p>
            <a:r>
              <a:rPr lang="en-US" sz="1800" dirty="0">
                <a:effectLst/>
                <a:latin typeface="Segoe UI" panose="020B0502040204020203" pitchFamily="34" charset="0"/>
              </a:rPr>
              <a:t># if you change the password it needs to be at least 6 characters long</a:t>
            </a:r>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10</a:t>
            </a:fld>
            <a:endParaRPr lang="en-US"/>
          </a:p>
        </p:txBody>
      </p:sp>
    </p:spTree>
    <p:extLst>
      <p:ext uri="{BB962C8B-B14F-4D97-AF65-F5344CB8AC3E}">
        <p14:creationId xmlns:p14="http://schemas.microsoft.com/office/powerpoint/2010/main" val="284137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You can use the second method to create the root ca to immediately give it a name of the first and it will ask you for a name</a:t>
            </a:r>
          </a:p>
          <a:p>
            <a:r>
              <a:rPr lang="en-US" sz="1800" dirty="0">
                <a:effectLst/>
                <a:latin typeface="Segoe UI" panose="020B0502040204020203" pitchFamily="34" charset="0"/>
              </a:rPr>
              <a:t># Remove a file: rm &lt;</a:t>
            </a:r>
            <a:r>
              <a:rPr lang="en-US" sz="1800" dirty="0" err="1">
                <a:effectLst/>
                <a:latin typeface="Segoe UI" panose="020B0502040204020203" pitchFamily="34" charset="0"/>
              </a:rPr>
              <a:t>fileName</a:t>
            </a:r>
            <a:r>
              <a:rPr lang="en-US" sz="1800" dirty="0">
                <a:effectLst/>
                <a:latin typeface="Segoe UI" panose="020B0502040204020203" pitchFamily="34" charset="0"/>
              </a:rPr>
              <a:t>&gt;</a:t>
            </a:r>
          </a:p>
          <a:p>
            <a:r>
              <a:rPr lang="en-US" sz="1800" dirty="0">
                <a:effectLst/>
                <a:latin typeface="Segoe UI" panose="020B0502040204020203" pitchFamily="34" charset="0"/>
              </a:rPr>
              <a:t># The intermediate CA will act on behalf of the root CA and will sign/issue certificates to our client. We make it our signing and issuing authority with the "ca" tag</a:t>
            </a:r>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11</a:t>
            </a:fld>
            <a:endParaRPr lang="en-US"/>
          </a:p>
        </p:txBody>
      </p:sp>
    </p:spTree>
    <p:extLst>
      <p:ext uri="{BB962C8B-B14F-4D97-AF65-F5344CB8AC3E}">
        <p14:creationId xmlns:p14="http://schemas.microsoft.com/office/powerpoint/2010/main" val="2270332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This public certificate will be what our clients validate against when connecting. We will use the makeCert.sh script that includes both the client and server authentication in the extended key properties. </a:t>
            </a:r>
          </a:p>
          <a:p>
            <a:r>
              <a:rPr lang="en-US" sz="1800" dirty="0">
                <a:effectLst/>
                <a:latin typeface="Segoe UI" panose="020B0502040204020203" pitchFamily="34" charset="0"/>
              </a:rPr>
              <a:t># The CoreConfig.example.xml file contains the baseline configuration for the TAK Server. Once we restart the CoreConfig.example.xml file will create the CoreConfig.xml file. Which is the active configuration that the server references for all operations. </a:t>
            </a:r>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12</a:t>
            </a:fld>
            <a:endParaRPr lang="en-US"/>
          </a:p>
        </p:txBody>
      </p:sp>
    </p:spTree>
    <p:extLst>
      <p:ext uri="{BB962C8B-B14F-4D97-AF65-F5344CB8AC3E}">
        <p14:creationId xmlns:p14="http://schemas.microsoft.com/office/powerpoint/2010/main" val="510595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So far we have created our root and intermediate CA, along with our server certificate. </a:t>
            </a:r>
          </a:p>
          <a:p>
            <a:r>
              <a:rPr lang="en-US" sz="1800" dirty="0">
                <a:effectLst/>
                <a:latin typeface="Segoe UI" panose="020B0502040204020203" pitchFamily="34" charset="0"/>
              </a:rPr>
              <a:t># Now we need to modify the CoreConfig.example.xml file which contains the baseline configuration for out TAK Server. Once the server starts this file will create the CoreConfig.xml file that will be that active configuration for the server.</a:t>
            </a:r>
          </a:p>
          <a:p>
            <a:r>
              <a:rPr lang="en-US" sz="1800" dirty="0">
                <a:effectLst/>
                <a:latin typeface="Segoe UI" panose="020B0502040204020203" pitchFamily="34" charset="0"/>
              </a:rPr>
              <a:t># In the file we will need to change the default value stored for the CA to our newly created intermediate CA. This allows the server to start successfully since the TAK Server is essentially a client of itself. So it needs to trust who signed it, along with needing to trust the clients it issues certs to via the trusted CA chain. This is known as our client keystore and then we have our server </a:t>
            </a:r>
            <a:r>
              <a:rPr lang="en-US" sz="1800" dirty="0" err="1">
                <a:effectLst/>
                <a:latin typeface="Segoe UI" panose="020B0502040204020203" pitchFamily="34" charset="0"/>
              </a:rPr>
              <a:t>truststore</a:t>
            </a:r>
            <a:r>
              <a:rPr lang="en-US" sz="1800" dirty="0">
                <a:effectLst/>
                <a:latin typeface="Segoe UI" panose="020B0502040204020203" pitchFamily="34" charset="0"/>
              </a:rPr>
              <a:t>. </a:t>
            </a:r>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13</a:t>
            </a:fld>
            <a:endParaRPr lang="en-US"/>
          </a:p>
        </p:txBody>
      </p:sp>
    </p:spTree>
    <p:extLst>
      <p:ext uri="{BB962C8B-B14F-4D97-AF65-F5344CB8AC3E}">
        <p14:creationId xmlns:p14="http://schemas.microsoft.com/office/powerpoint/2010/main" val="3867354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Now that we have created the admin cert we need to move it so that we can copy and install it on our admin workstation remotely. </a:t>
            </a:r>
          </a:p>
          <a:p>
            <a:r>
              <a:rPr lang="en-US" sz="1800" dirty="0">
                <a:effectLst/>
                <a:latin typeface="Segoe UI" panose="020B0502040204020203" pitchFamily="34" charset="0"/>
              </a:rPr>
              <a:t># Remember to add the period at the end of the command when moving the cert to move it to the current location</a:t>
            </a:r>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17</a:t>
            </a:fld>
            <a:endParaRPr lang="en-US"/>
          </a:p>
        </p:txBody>
      </p:sp>
    </p:spTree>
    <p:extLst>
      <p:ext uri="{BB962C8B-B14F-4D97-AF65-F5344CB8AC3E}">
        <p14:creationId xmlns:p14="http://schemas.microsoft.com/office/powerpoint/2010/main" val="1777177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To accept connections to our TAK Server we need to modify the firewall. We want to ensure we accept secure connections over TLS (Transport Layer Security) by our PKI environment.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Segoe UI" panose="020B0502040204020203" pitchFamily="34" charset="0"/>
              </a:rPr>
              <a:t># TCP/s = TLS/SSL TCP</a:t>
            </a:r>
            <a:br>
              <a:rPr lang="en-US" sz="1800" dirty="0">
                <a:effectLst/>
                <a:latin typeface="Segoe UI" panose="020B0502040204020203" pitchFamily="34" charset="0"/>
              </a:rPr>
            </a:br>
            <a:r>
              <a:rPr lang="en-US" sz="1800" dirty="0" err="1">
                <a:effectLst/>
                <a:latin typeface="Segoe UI" panose="020B0502040204020203" pitchFamily="34" charset="0"/>
              </a:rPr>
              <a:t>TCP</a:t>
            </a:r>
            <a:r>
              <a:rPr lang="en-US" sz="1800" dirty="0">
                <a:effectLst/>
                <a:latin typeface="Segoe UI" panose="020B0502040204020203" pitchFamily="34" charset="0"/>
              </a:rPr>
              <a:t>: Transmission Control Protocol = enables application programs and computing devices to exchange messages over a network.</a:t>
            </a:r>
            <a:br>
              <a:rPr lang="en-US" sz="1800" dirty="0">
                <a:effectLst/>
                <a:latin typeface="Segoe UI" panose="020B0502040204020203" pitchFamily="34" charset="0"/>
              </a:rPr>
            </a:br>
            <a:r>
              <a:rPr lang="en-US" sz="1800" dirty="0">
                <a:effectLst/>
                <a:latin typeface="Segoe UI" panose="020B0502040204020203" pitchFamily="34" charset="0"/>
              </a:rPr>
              <a:t>TLS: Transport Layer Security = facilitates privacy and data security for communications over the internet. </a:t>
            </a:r>
            <a:br>
              <a:rPr lang="en-US" sz="1800" dirty="0">
                <a:effectLst/>
                <a:latin typeface="Segoe UI" panose="020B0502040204020203" pitchFamily="34" charset="0"/>
              </a:rPr>
            </a:br>
            <a:r>
              <a:rPr lang="en-US" sz="1800" dirty="0">
                <a:effectLst/>
                <a:latin typeface="Segoe UI" panose="020B0502040204020203" pitchFamily="34" charset="0"/>
              </a:rPr>
              <a:t>SSL: Secure Sockets Layer = secures internet connection by encrypting data sent between a website and a browser.</a:t>
            </a:r>
            <a:endParaRPr lang="en-US" sz="1800" dirty="0">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18</a:t>
            </a:fld>
            <a:endParaRPr lang="en-US"/>
          </a:p>
        </p:txBody>
      </p:sp>
    </p:spTree>
    <p:extLst>
      <p:ext uri="{BB962C8B-B14F-4D97-AF65-F5344CB8AC3E}">
        <p14:creationId xmlns:p14="http://schemas.microsoft.com/office/powerpoint/2010/main" val="1931200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800" dirty="0">
                <a:effectLst/>
                <a:latin typeface="Segoe UI" panose="020B0502040204020203" pitchFamily="34" charset="0"/>
              </a:rPr>
              <a:t>By this point we have installed our pre-requirements, installed our TAK Server, created our PKI (Public Key Infrastructure) environment, established an admin certificate, and modified our firewall to accept client connections. </a:t>
            </a:r>
          </a:p>
          <a:p>
            <a:r>
              <a:rPr lang="en-US" sz="1800" dirty="0">
                <a:effectLst/>
                <a:latin typeface="Segoe UI" panose="020B0502040204020203" pitchFamily="34" charset="0"/>
              </a:rPr>
              <a:t># To access the TAK Server admin dashboard (Marti) we need to copy over our admin cert from the server to our workstation.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Segoe UI" panose="020B0502040204020203" pitchFamily="34" charset="0"/>
              </a:rPr>
              <a:t># If you did not change the user settings for the file to the current user then you will be denied from downloading the file.</a:t>
            </a:r>
            <a:br>
              <a:rPr lang="en-US" sz="1800" dirty="0">
                <a:effectLst/>
                <a:latin typeface="Segoe UI" panose="020B0502040204020203" pitchFamily="34" charset="0"/>
              </a:rPr>
            </a:br>
            <a:r>
              <a:rPr lang="en-US" sz="1800" dirty="0">
                <a:effectLst/>
                <a:latin typeface="Segoe UI" panose="020B0502040204020203" pitchFamily="34" charset="0"/>
              </a:rPr>
              <a:t>See slide 16 to fix this.</a:t>
            </a:r>
            <a:endParaRPr lang="en-US" sz="1800" dirty="0">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1452B7AB-8AE9-45FF-A6EA-B69001FF9C08}" type="slidenum">
              <a:rPr lang="en-US" smtClean="0"/>
              <a:t>19</a:t>
            </a:fld>
            <a:endParaRPr lang="en-US"/>
          </a:p>
        </p:txBody>
      </p:sp>
    </p:spTree>
    <p:extLst>
      <p:ext uri="{BB962C8B-B14F-4D97-AF65-F5344CB8AC3E}">
        <p14:creationId xmlns:p14="http://schemas.microsoft.com/office/powerpoint/2010/main" val="286523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02FE8-02AD-AC09-5749-ADEBDEEFE1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DD1C2B-A834-B2D5-A7C6-746B6CC90F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C2A435-3D39-AC2F-A70E-B98592C680BE}"/>
              </a:ext>
            </a:extLst>
          </p:cNvPr>
          <p:cNvSpPr>
            <a:spLocks noGrp="1"/>
          </p:cNvSpPr>
          <p:nvPr>
            <p:ph type="dt" sz="half" idx="10"/>
          </p:nvPr>
        </p:nvSpPr>
        <p:spPr/>
        <p:txBody>
          <a:bodyPr/>
          <a:lstStyle/>
          <a:p>
            <a:fld id="{2F3568CC-A5F4-4FCF-82D8-192C3B826B72}" type="datetimeFigureOut">
              <a:rPr lang="en-US" smtClean="0"/>
              <a:t>4/14/2025</a:t>
            </a:fld>
            <a:endParaRPr lang="en-US"/>
          </a:p>
        </p:txBody>
      </p:sp>
      <p:sp>
        <p:nvSpPr>
          <p:cNvPr id="5" name="Footer Placeholder 4">
            <a:extLst>
              <a:ext uri="{FF2B5EF4-FFF2-40B4-BE49-F238E27FC236}">
                <a16:creationId xmlns:a16="http://schemas.microsoft.com/office/drawing/2014/main" id="{04400F0B-B33A-3C28-93EB-AE8E60A201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77BC1B-AB6C-D7E3-DE5F-0BD66354D0DE}"/>
              </a:ext>
            </a:extLst>
          </p:cNvPr>
          <p:cNvSpPr>
            <a:spLocks noGrp="1"/>
          </p:cNvSpPr>
          <p:nvPr>
            <p:ph type="sldNum" sz="quarter" idx="12"/>
          </p:nvPr>
        </p:nvSpPr>
        <p:spPr/>
        <p:txBody>
          <a:bodyPr/>
          <a:lstStyle/>
          <a:p>
            <a:fld id="{BD108981-4287-4C44-BDCA-286FAD19E62A}" type="slidenum">
              <a:rPr lang="en-US" smtClean="0"/>
              <a:t>‹#›</a:t>
            </a:fld>
            <a:endParaRPr lang="en-US"/>
          </a:p>
        </p:txBody>
      </p:sp>
    </p:spTree>
    <p:extLst>
      <p:ext uri="{BB962C8B-B14F-4D97-AF65-F5344CB8AC3E}">
        <p14:creationId xmlns:p14="http://schemas.microsoft.com/office/powerpoint/2010/main" val="4006977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02817-D0D8-B7F7-F738-E450F481C7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35155A-CEC4-E544-E320-41CC26D38A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F99D26-7047-3ECD-23D6-932892DAA99C}"/>
              </a:ext>
            </a:extLst>
          </p:cNvPr>
          <p:cNvSpPr>
            <a:spLocks noGrp="1"/>
          </p:cNvSpPr>
          <p:nvPr>
            <p:ph type="dt" sz="half" idx="10"/>
          </p:nvPr>
        </p:nvSpPr>
        <p:spPr/>
        <p:txBody>
          <a:bodyPr/>
          <a:lstStyle/>
          <a:p>
            <a:fld id="{2F3568CC-A5F4-4FCF-82D8-192C3B826B72}" type="datetimeFigureOut">
              <a:rPr lang="en-US" smtClean="0"/>
              <a:t>4/14/2025</a:t>
            </a:fld>
            <a:endParaRPr lang="en-US"/>
          </a:p>
        </p:txBody>
      </p:sp>
      <p:sp>
        <p:nvSpPr>
          <p:cNvPr id="5" name="Footer Placeholder 4">
            <a:extLst>
              <a:ext uri="{FF2B5EF4-FFF2-40B4-BE49-F238E27FC236}">
                <a16:creationId xmlns:a16="http://schemas.microsoft.com/office/drawing/2014/main" id="{DD8D001D-D1B7-1FFB-29DB-3419C95759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7CFEBA-FCDB-66E6-9F39-FF1DF710D44C}"/>
              </a:ext>
            </a:extLst>
          </p:cNvPr>
          <p:cNvSpPr>
            <a:spLocks noGrp="1"/>
          </p:cNvSpPr>
          <p:nvPr>
            <p:ph type="sldNum" sz="quarter" idx="12"/>
          </p:nvPr>
        </p:nvSpPr>
        <p:spPr/>
        <p:txBody>
          <a:bodyPr/>
          <a:lstStyle/>
          <a:p>
            <a:fld id="{BD108981-4287-4C44-BDCA-286FAD19E62A}" type="slidenum">
              <a:rPr lang="en-US" smtClean="0"/>
              <a:t>‹#›</a:t>
            </a:fld>
            <a:endParaRPr lang="en-US"/>
          </a:p>
        </p:txBody>
      </p:sp>
    </p:spTree>
    <p:extLst>
      <p:ext uri="{BB962C8B-B14F-4D97-AF65-F5344CB8AC3E}">
        <p14:creationId xmlns:p14="http://schemas.microsoft.com/office/powerpoint/2010/main" val="1189504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92668-0EE5-810F-A35B-E3BAD7FBC1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D9F334-37AF-D286-F3BC-427451BDC4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7D4C17-0322-F50C-50BB-CEEA5AB11B3A}"/>
              </a:ext>
            </a:extLst>
          </p:cNvPr>
          <p:cNvSpPr>
            <a:spLocks noGrp="1"/>
          </p:cNvSpPr>
          <p:nvPr>
            <p:ph type="dt" sz="half" idx="10"/>
          </p:nvPr>
        </p:nvSpPr>
        <p:spPr/>
        <p:txBody>
          <a:bodyPr/>
          <a:lstStyle/>
          <a:p>
            <a:fld id="{2F3568CC-A5F4-4FCF-82D8-192C3B826B72}" type="datetimeFigureOut">
              <a:rPr lang="en-US" smtClean="0"/>
              <a:t>4/14/2025</a:t>
            </a:fld>
            <a:endParaRPr lang="en-US"/>
          </a:p>
        </p:txBody>
      </p:sp>
      <p:sp>
        <p:nvSpPr>
          <p:cNvPr id="5" name="Footer Placeholder 4">
            <a:extLst>
              <a:ext uri="{FF2B5EF4-FFF2-40B4-BE49-F238E27FC236}">
                <a16:creationId xmlns:a16="http://schemas.microsoft.com/office/drawing/2014/main" id="{7D4BA665-FAB4-D3C6-5915-9C6C2D0A45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861157-7085-4312-E7A2-8655182A8CEB}"/>
              </a:ext>
            </a:extLst>
          </p:cNvPr>
          <p:cNvSpPr>
            <a:spLocks noGrp="1"/>
          </p:cNvSpPr>
          <p:nvPr>
            <p:ph type="sldNum" sz="quarter" idx="12"/>
          </p:nvPr>
        </p:nvSpPr>
        <p:spPr/>
        <p:txBody>
          <a:bodyPr/>
          <a:lstStyle/>
          <a:p>
            <a:fld id="{BD108981-4287-4C44-BDCA-286FAD19E62A}" type="slidenum">
              <a:rPr lang="en-US" smtClean="0"/>
              <a:t>‹#›</a:t>
            </a:fld>
            <a:endParaRPr lang="en-US"/>
          </a:p>
        </p:txBody>
      </p:sp>
    </p:spTree>
    <p:extLst>
      <p:ext uri="{BB962C8B-B14F-4D97-AF65-F5344CB8AC3E}">
        <p14:creationId xmlns:p14="http://schemas.microsoft.com/office/powerpoint/2010/main" val="1548492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4DEEB-70A8-1775-CCC6-9972B72FD5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02ECB-62FC-3BE6-8E6B-D2CC4183BE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C6767F-8098-8890-45FE-24C7BADD54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B0F54D-49B6-10A9-7F31-C459E4EE6B80}"/>
              </a:ext>
            </a:extLst>
          </p:cNvPr>
          <p:cNvSpPr>
            <a:spLocks noGrp="1"/>
          </p:cNvSpPr>
          <p:nvPr>
            <p:ph type="dt" sz="half" idx="10"/>
          </p:nvPr>
        </p:nvSpPr>
        <p:spPr/>
        <p:txBody>
          <a:bodyPr/>
          <a:lstStyle/>
          <a:p>
            <a:fld id="{2F3568CC-A5F4-4FCF-82D8-192C3B826B72}" type="datetimeFigureOut">
              <a:rPr lang="en-US" smtClean="0"/>
              <a:t>4/14/2025</a:t>
            </a:fld>
            <a:endParaRPr lang="en-US"/>
          </a:p>
        </p:txBody>
      </p:sp>
      <p:sp>
        <p:nvSpPr>
          <p:cNvPr id="6" name="Footer Placeholder 5">
            <a:extLst>
              <a:ext uri="{FF2B5EF4-FFF2-40B4-BE49-F238E27FC236}">
                <a16:creationId xmlns:a16="http://schemas.microsoft.com/office/drawing/2014/main" id="{96E24687-4181-1067-C6AA-EB6051B68A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201E-EE34-8010-450A-40738E9C87CC}"/>
              </a:ext>
            </a:extLst>
          </p:cNvPr>
          <p:cNvSpPr>
            <a:spLocks noGrp="1"/>
          </p:cNvSpPr>
          <p:nvPr>
            <p:ph type="sldNum" sz="quarter" idx="12"/>
          </p:nvPr>
        </p:nvSpPr>
        <p:spPr/>
        <p:txBody>
          <a:bodyPr/>
          <a:lstStyle/>
          <a:p>
            <a:fld id="{BD108981-4287-4C44-BDCA-286FAD19E62A}" type="slidenum">
              <a:rPr lang="en-US" smtClean="0"/>
              <a:t>‹#›</a:t>
            </a:fld>
            <a:endParaRPr lang="en-US"/>
          </a:p>
        </p:txBody>
      </p:sp>
    </p:spTree>
    <p:extLst>
      <p:ext uri="{BB962C8B-B14F-4D97-AF65-F5344CB8AC3E}">
        <p14:creationId xmlns:p14="http://schemas.microsoft.com/office/powerpoint/2010/main" val="391561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3BB95-EC06-C956-C75A-92673A0616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39B8D0-2A02-0647-8340-E1C326000D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05D3F8-E7AB-C51B-EC1B-26FFBA7382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DE2997-67BD-6A21-516D-1DC138641C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FD46D9-FB9A-E2C2-CF67-5BFAE804EF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5F55F8-7F34-0EE5-30B7-2E80878DE037}"/>
              </a:ext>
            </a:extLst>
          </p:cNvPr>
          <p:cNvSpPr>
            <a:spLocks noGrp="1"/>
          </p:cNvSpPr>
          <p:nvPr>
            <p:ph type="dt" sz="half" idx="10"/>
          </p:nvPr>
        </p:nvSpPr>
        <p:spPr/>
        <p:txBody>
          <a:bodyPr/>
          <a:lstStyle/>
          <a:p>
            <a:fld id="{2F3568CC-A5F4-4FCF-82D8-192C3B826B72}" type="datetimeFigureOut">
              <a:rPr lang="en-US" smtClean="0"/>
              <a:t>4/14/2025</a:t>
            </a:fld>
            <a:endParaRPr lang="en-US"/>
          </a:p>
        </p:txBody>
      </p:sp>
      <p:sp>
        <p:nvSpPr>
          <p:cNvPr id="8" name="Footer Placeholder 7">
            <a:extLst>
              <a:ext uri="{FF2B5EF4-FFF2-40B4-BE49-F238E27FC236}">
                <a16:creationId xmlns:a16="http://schemas.microsoft.com/office/drawing/2014/main" id="{F148AAAB-829D-703E-B1FF-8C10A4EB70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989CC9-BB5C-1B6C-3A02-C5939DA27C97}"/>
              </a:ext>
            </a:extLst>
          </p:cNvPr>
          <p:cNvSpPr>
            <a:spLocks noGrp="1"/>
          </p:cNvSpPr>
          <p:nvPr>
            <p:ph type="sldNum" sz="quarter" idx="12"/>
          </p:nvPr>
        </p:nvSpPr>
        <p:spPr/>
        <p:txBody>
          <a:bodyPr/>
          <a:lstStyle/>
          <a:p>
            <a:fld id="{BD108981-4287-4C44-BDCA-286FAD19E62A}" type="slidenum">
              <a:rPr lang="en-US" smtClean="0"/>
              <a:t>‹#›</a:t>
            </a:fld>
            <a:endParaRPr lang="en-US"/>
          </a:p>
        </p:txBody>
      </p:sp>
    </p:spTree>
    <p:extLst>
      <p:ext uri="{BB962C8B-B14F-4D97-AF65-F5344CB8AC3E}">
        <p14:creationId xmlns:p14="http://schemas.microsoft.com/office/powerpoint/2010/main" val="3829992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14F6E-91C5-F776-9D83-2798D51DDA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B563EE-374C-6904-BDC4-FB36FDBD2F20}"/>
              </a:ext>
            </a:extLst>
          </p:cNvPr>
          <p:cNvSpPr>
            <a:spLocks noGrp="1"/>
          </p:cNvSpPr>
          <p:nvPr>
            <p:ph type="dt" sz="half" idx="10"/>
          </p:nvPr>
        </p:nvSpPr>
        <p:spPr/>
        <p:txBody>
          <a:bodyPr/>
          <a:lstStyle/>
          <a:p>
            <a:fld id="{2F3568CC-A5F4-4FCF-82D8-192C3B826B72}" type="datetimeFigureOut">
              <a:rPr lang="en-US" smtClean="0"/>
              <a:t>4/14/2025</a:t>
            </a:fld>
            <a:endParaRPr lang="en-US"/>
          </a:p>
        </p:txBody>
      </p:sp>
      <p:sp>
        <p:nvSpPr>
          <p:cNvPr id="4" name="Footer Placeholder 3">
            <a:extLst>
              <a:ext uri="{FF2B5EF4-FFF2-40B4-BE49-F238E27FC236}">
                <a16:creationId xmlns:a16="http://schemas.microsoft.com/office/drawing/2014/main" id="{241CA1A6-CEE2-3CA4-3EA7-161A413A29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50D757-D276-AEBF-0B48-06F4F0D8DE6B}"/>
              </a:ext>
            </a:extLst>
          </p:cNvPr>
          <p:cNvSpPr>
            <a:spLocks noGrp="1"/>
          </p:cNvSpPr>
          <p:nvPr>
            <p:ph type="sldNum" sz="quarter" idx="12"/>
          </p:nvPr>
        </p:nvSpPr>
        <p:spPr/>
        <p:txBody>
          <a:bodyPr/>
          <a:lstStyle/>
          <a:p>
            <a:fld id="{BD108981-4287-4C44-BDCA-286FAD19E62A}" type="slidenum">
              <a:rPr lang="en-US" smtClean="0"/>
              <a:t>‹#›</a:t>
            </a:fld>
            <a:endParaRPr lang="en-US"/>
          </a:p>
        </p:txBody>
      </p:sp>
    </p:spTree>
    <p:extLst>
      <p:ext uri="{BB962C8B-B14F-4D97-AF65-F5344CB8AC3E}">
        <p14:creationId xmlns:p14="http://schemas.microsoft.com/office/powerpoint/2010/main" val="260569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D73387-0CCF-6E15-A9C9-B4561CC958CD}"/>
              </a:ext>
            </a:extLst>
          </p:cNvPr>
          <p:cNvSpPr>
            <a:spLocks noGrp="1"/>
          </p:cNvSpPr>
          <p:nvPr>
            <p:ph type="dt" sz="half" idx="10"/>
          </p:nvPr>
        </p:nvSpPr>
        <p:spPr/>
        <p:txBody>
          <a:bodyPr/>
          <a:lstStyle/>
          <a:p>
            <a:fld id="{2F3568CC-A5F4-4FCF-82D8-192C3B826B72}" type="datetimeFigureOut">
              <a:rPr lang="en-US" smtClean="0"/>
              <a:t>4/14/2025</a:t>
            </a:fld>
            <a:endParaRPr lang="en-US"/>
          </a:p>
        </p:txBody>
      </p:sp>
      <p:sp>
        <p:nvSpPr>
          <p:cNvPr id="3" name="Footer Placeholder 2">
            <a:extLst>
              <a:ext uri="{FF2B5EF4-FFF2-40B4-BE49-F238E27FC236}">
                <a16:creationId xmlns:a16="http://schemas.microsoft.com/office/drawing/2014/main" id="{5BFD05ED-314C-5ABA-F54F-B38CBD47CE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171D2E-B7EA-6623-1386-11260DAF6C35}"/>
              </a:ext>
            </a:extLst>
          </p:cNvPr>
          <p:cNvSpPr>
            <a:spLocks noGrp="1"/>
          </p:cNvSpPr>
          <p:nvPr>
            <p:ph type="sldNum" sz="quarter" idx="12"/>
          </p:nvPr>
        </p:nvSpPr>
        <p:spPr/>
        <p:txBody>
          <a:bodyPr/>
          <a:lstStyle/>
          <a:p>
            <a:fld id="{BD108981-4287-4C44-BDCA-286FAD19E62A}" type="slidenum">
              <a:rPr lang="en-US" smtClean="0"/>
              <a:t>‹#›</a:t>
            </a:fld>
            <a:endParaRPr lang="en-US"/>
          </a:p>
        </p:txBody>
      </p:sp>
    </p:spTree>
    <p:extLst>
      <p:ext uri="{BB962C8B-B14F-4D97-AF65-F5344CB8AC3E}">
        <p14:creationId xmlns:p14="http://schemas.microsoft.com/office/powerpoint/2010/main" val="2440889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6CCAC-DF9D-C05A-9892-24F08F7182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D0DA9F-9AF3-D7AA-283B-1DE409878B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40E85F-9444-F968-2A6E-345FBBCD7F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4D2FAE-DF40-FD2F-D2F7-09E35DB7B354}"/>
              </a:ext>
            </a:extLst>
          </p:cNvPr>
          <p:cNvSpPr>
            <a:spLocks noGrp="1"/>
          </p:cNvSpPr>
          <p:nvPr>
            <p:ph type="dt" sz="half" idx="10"/>
          </p:nvPr>
        </p:nvSpPr>
        <p:spPr/>
        <p:txBody>
          <a:bodyPr/>
          <a:lstStyle/>
          <a:p>
            <a:fld id="{2F3568CC-A5F4-4FCF-82D8-192C3B826B72}" type="datetimeFigureOut">
              <a:rPr lang="en-US" smtClean="0"/>
              <a:t>4/14/2025</a:t>
            </a:fld>
            <a:endParaRPr lang="en-US"/>
          </a:p>
        </p:txBody>
      </p:sp>
      <p:sp>
        <p:nvSpPr>
          <p:cNvPr id="6" name="Footer Placeholder 5">
            <a:extLst>
              <a:ext uri="{FF2B5EF4-FFF2-40B4-BE49-F238E27FC236}">
                <a16:creationId xmlns:a16="http://schemas.microsoft.com/office/drawing/2014/main" id="{BE45F9E0-7DC5-8974-7DB8-5BDDE7C854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281F56-72AF-4D02-AD38-FA9AE4FA307A}"/>
              </a:ext>
            </a:extLst>
          </p:cNvPr>
          <p:cNvSpPr>
            <a:spLocks noGrp="1"/>
          </p:cNvSpPr>
          <p:nvPr>
            <p:ph type="sldNum" sz="quarter" idx="12"/>
          </p:nvPr>
        </p:nvSpPr>
        <p:spPr/>
        <p:txBody>
          <a:bodyPr/>
          <a:lstStyle/>
          <a:p>
            <a:fld id="{BD108981-4287-4C44-BDCA-286FAD19E62A}" type="slidenum">
              <a:rPr lang="en-US" smtClean="0"/>
              <a:t>‹#›</a:t>
            </a:fld>
            <a:endParaRPr lang="en-US"/>
          </a:p>
        </p:txBody>
      </p:sp>
    </p:spTree>
    <p:extLst>
      <p:ext uri="{BB962C8B-B14F-4D97-AF65-F5344CB8AC3E}">
        <p14:creationId xmlns:p14="http://schemas.microsoft.com/office/powerpoint/2010/main" val="884451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D023C-52E8-F741-C93F-B825D1BFD6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BEEF20-3781-CFA9-4AC6-8797BD1932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26850E-0360-FABA-4D1B-43F65365C0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ECB35D-A87E-3E25-071D-A9B57323F56A}"/>
              </a:ext>
            </a:extLst>
          </p:cNvPr>
          <p:cNvSpPr>
            <a:spLocks noGrp="1"/>
          </p:cNvSpPr>
          <p:nvPr>
            <p:ph type="dt" sz="half" idx="10"/>
          </p:nvPr>
        </p:nvSpPr>
        <p:spPr/>
        <p:txBody>
          <a:bodyPr/>
          <a:lstStyle/>
          <a:p>
            <a:fld id="{2F3568CC-A5F4-4FCF-82D8-192C3B826B72}" type="datetimeFigureOut">
              <a:rPr lang="en-US" smtClean="0"/>
              <a:t>4/14/2025</a:t>
            </a:fld>
            <a:endParaRPr lang="en-US"/>
          </a:p>
        </p:txBody>
      </p:sp>
      <p:sp>
        <p:nvSpPr>
          <p:cNvPr id="6" name="Footer Placeholder 5">
            <a:extLst>
              <a:ext uri="{FF2B5EF4-FFF2-40B4-BE49-F238E27FC236}">
                <a16:creationId xmlns:a16="http://schemas.microsoft.com/office/drawing/2014/main" id="{D5123103-BBFF-8D57-D566-39D13A8589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0F1967-169D-0406-8DB9-F1877DD653F6}"/>
              </a:ext>
            </a:extLst>
          </p:cNvPr>
          <p:cNvSpPr>
            <a:spLocks noGrp="1"/>
          </p:cNvSpPr>
          <p:nvPr>
            <p:ph type="sldNum" sz="quarter" idx="12"/>
          </p:nvPr>
        </p:nvSpPr>
        <p:spPr/>
        <p:txBody>
          <a:bodyPr/>
          <a:lstStyle/>
          <a:p>
            <a:fld id="{BD108981-4287-4C44-BDCA-286FAD19E62A}" type="slidenum">
              <a:rPr lang="en-US" smtClean="0"/>
              <a:t>‹#›</a:t>
            </a:fld>
            <a:endParaRPr lang="en-US"/>
          </a:p>
        </p:txBody>
      </p:sp>
    </p:spTree>
    <p:extLst>
      <p:ext uri="{BB962C8B-B14F-4D97-AF65-F5344CB8AC3E}">
        <p14:creationId xmlns:p14="http://schemas.microsoft.com/office/powerpoint/2010/main" val="1222848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E198C-0055-4AA1-0663-B37C9B6DA5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EB7A33-5428-6BE5-75FD-8039FA14F5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ACE8DA-CA29-5B28-C5E9-3E330A21DCC0}"/>
              </a:ext>
            </a:extLst>
          </p:cNvPr>
          <p:cNvSpPr>
            <a:spLocks noGrp="1"/>
          </p:cNvSpPr>
          <p:nvPr>
            <p:ph type="dt" sz="half" idx="10"/>
          </p:nvPr>
        </p:nvSpPr>
        <p:spPr/>
        <p:txBody>
          <a:bodyPr/>
          <a:lstStyle/>
          <a:p>
            <a:fld id="{2F3568CC-A5F4-4FCF-82D8-192C3B826B72}" type="datetimeFigureOut">
              <a:rPr lang="en-US" smtClean="0"/>
              <a:t>4/14/2025</a:t>
            </a:fld>
            <a:endParaRPr lang="en-US"/>
          </a:p>
        </p:txBody>
      </p:sp>
      <p:sp>
        <p:nvSpPr>
          <p:cNvPr id="5" name="Footer Placeholder 4">
            <a:extLst>
              <a:ext uri="{FF2B5EF4-FFF2-40B4-BE49-F238E27FC236}">
                <a16:creationId xmlns:a16="http://schemas.microsoft.com/office/drawing/2014/main" id="{3D8E05F6-23C2-8FA1-CBBC-6F1ABB86A6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F7003E-B654-7C54-9283-3187B8852924}"/>
              </a:ext>
            </a:extLst>
          </p:cNvPr>
          <p:cNvSpPr>
            <a:spLocks noGrp="1"/>
          </p:cNvSpPr>
          <p:nvPr>
            <p:ph type="sldNum" sz="quarter" idx="12"/>
          </p:nvPr>
        </p:nvSpPr>
        <p:spPr/>
        <p:txBody>
          <a:bodyPr/>
          <a:lstStyle/>
          <a:p>
            <a:fld id="{BD108981-4287-4C44-BDCA-286FAD19E62A}" type="slidenum">
              <a:rPr lang="en-US" smtClean="0"/>
              <a:t>‹#›</a:t>
            </a:fld>
            <a:endParaRPr lang="en-US"/>
          </a:p>
        </p:txBody>
      </p:sp>
    </p:spTree>
    <p:extLst>
      <p:ext uri="{BB962C8B-B14F-4D97-AF65-F5344CB8AC3E}">
        <p14:creationId xmlns:p14="http://schemas.microsoft.com/office/powerpoint/2010/main" val="114230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3A2D78-91FE-6D68-974A-AD60CFCDB8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EF8CEC-4A21-084F-5480-12F41C1F78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0B18E9-4C5A-5672-01CA-3E737240C170}"/>
              </a:ext>
            </a:extLst>
          </p:cNvPr>
          <p:cNvSpPr>
            <a:spLocks noGrp="1"/>
          </p:cNvSpPr>
          <p:nvPr>
            <p:ph type="dt" sz="half" idx="10"/>
          </p:nvPr>
        </p:nvSpPr>
        <p:spPr/>
        <p:txBody>
          <a:bodyPr/>
          <a:lstStyle/>
          <a:p>
            <a:fld id="{2F3568CC-A5F4-4FCF-82D8-192C3B826B72}" type="datetimeFigureOut">
              <a:rPr lang="en-US" smtClean="0"/>
              <a:t>4/14/2025</a:t>
            </a:fld>
            <a:endParaRPr lang="en-US"/>
          </a:p>
        </p:txBody>
      </p:sp>
      <p:sp>
        <p:nvSpPr>
          <p:cNvPr id="5" name="Footer Placeholder 4">
            <a:extLst>
              <a:ext uri="{FF2B5EF4-FFF2-40B4-BE49-F238E27FC236}">
                <a16:creationId xmlns:a16="http://schemas.microsoft.com/office/drawing/2014/main" id="{278856D1-5B67-1859-867E-BE3E7DDAE7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149A49-BBA4-CE5F-41C2-D951F8F264DB}"/>
              </a:ext>
            </a:extLst>
          </p:cNvPr>
          <p:cNvSpPr>
            <a:spLocks noGrp="1"/>
          </p:cNvSpPr>
          <p:nvPr>
            <p:ph type="sldNum" sz="quarter" idx="12"/>
          </p:nvPr>
        </p:nvSpPr>
        <p:spPr/>
        <p:txBody>
          <a:bodyPr/>
          <a:lstStyle/>
          <a:p>
            <a:fld id="{BD108981-4287-4C44-BDCA-286FAD19E62A}" type="slidenum">
              <a:rPr lang="en-US" smtClean="0"/>
              <a:t>‹#›</a:t>
            </a:fld>
            <a:endParaRPr lang="en-US"/>
          </a:p>
        </p:txBody>
      </p:sp>
    </p:spTree>
    <p:extLst>
      <p:ext uri="{BB962C8B-B14F-4D97-AF65-F5344CB8AC3E}">
        <p14:creationId xmlns:p14="http://schemas.microsoft.com/office/powerpoint/2010/main" val="2217182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B0EAA2-880C-1203-E45F-7604D49DC0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7268EB-93A4-29F2-D56D-9612DD5C35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A4296-1BE4-739A-85F7-BB407A079F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3568CC-A5F4-4FCF-82D8-192C3B826B72}" type="datetimeFigureOut">
              <a:rPr lang="en-US" smtClean="0"/>
              <a:t>4/14/2025</a:t>
            </a:fld>
            <a:endParaRPr lang="en-US"/>
          </a:p>
        </p:txBody>
      </p:sp>
      <p:sp>
        <p:nvSpPr>
          <p:cNvPr id="5" name="Footer Placeholder 4">
            <a:extLst>
              <a:ext uri="{FF2B5EF4-FFF2-40B4-BE49-F238E27FC236}">
                <a16:creationId xmlns:a16="http://schemas.microsoft.com/office/drawing/2014/main" id="{8861BF84-B8EE-D094-4291-556B8C4BDD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5E2DC3-EE4D-79EA-80FE-F4E1C24130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108981-4287-4C44-BDCA-286FAD19E62A}" type="slidenum">
              <a:rPr lang="en-US" smtClean="0"/>
              <a:t>‹#›</a:t>
            </a:fld>
            <a:endParaRPr lang="en-US"/>
          </a:p>
        </p:txBody>
      </p:sp>
    </p:spTree>
    <p:extLst>
      <p:ext uri="{BB962C8B-B14F-4D97-AF65-F5344CB8AC3E}">
        <p14:creationId xmlns:p14="http://schemas.microsoft.com/office/powerpoint/2010/main" val="1254917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ak.gov/products/tak-serve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3_14551E52.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01_CE0DCCD4.xm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02_20FF1D2E.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04_C0928BD1.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5_E509CA6.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7_876926A8.xm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08_78D8964D.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109_D9347652.xm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10A_26B9D4D6.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microsoft.com/office/2018/10/relationships/comments" Target="../comments/modernComment_10B_210C35BC.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0F_1F788BD8.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10_B24FF28E.xm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111_8A5D93B7.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246E6-CB2D-5069-D63A-8FFC5BEF5FFD}"/>
              </a:ext>
            </a:extLst>
          </p:cNvPr>
          <p:cNvSpPr>
            <a:spLocks noGrp="1"/>
          </p:cNvSpPr>
          <p:nvPr>
            <p:ph type="ctrTitle"/>
          </p:nvPr>
        </p:nvSpPr>
        <p:spPr/>
        <p:txBody>
          <a:bodyPr/>
          <a:lstStyle/>
          <a:p>
            <a:r>
              <a:rPr lang="en-US" dirty="0"/>
              <a:t>TAK Server Deployment –Command Line</a:t>
            </a:r>
          </a:p>
        </p:txBody>
      </p:sp>
      <p:sp>
        <p:nvSpPr>
          <p:cNvPr id="3" name="Subtitle 2">
            <a:extLst>
              <a:ext uri="{FF2B5EF4-FFF2-40B4-BE49-F238E27FC236}">
                <a16:creationId xmlns:a16="http://schemas.microsoft.com/office/drawing/2014/main" id="{00666C2F-96A9-704F-238F-C6745A7CCD6A}"/>
              </a:ext>
            </a:extLst>
          </p:cNvPr>
          <p:cNvSpPr>
            <a:spLocks noGrp="1"/>
          </p:cNvSpPr>
          <p:nvPr>
            <p:ph type="subTitle" idx="1"/>
          </p:nvPr>
        </p:nvSpPr>
        <p:spPr/>
        <p:txBody>
          <a:bodyPr/>
          <a:lstStyle/>
          <a:p>
            <a:r>
              <a:rPr lang="en-US" dirty="0"/>
              <a:t>https://mytecknet.com/lets-build-a-tak-server/</a:t>
            </a:r>
          </a:p>
        </p:txBody>
      </p:sp>
    </p:spTree>
    <p:extLst>
      <p:ext uri="{BB962C8B-B14F-4D97-AF65-F5344CB8AC3E}">
        <p14:creationId xmlns:p14="http://schemas.microsoft.com/office/powerpoint/2010/main" val="37643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B3879-8519-0469-BC28-12A0EA3882A2}"/>
              </a:ext>
            </a:extLst>
          </p:cNvPr>
          <p:cNvSpPr>
            <a:spLocks noGrp="1"/>
          </p:cNvSpPr>
          <p:nvPr>
            <p:ph type="title"/>
          </p:nvPr>
        </p:nvSpPr>
        <p:spPr/>
        <p:txBody>
          <a:bodyPr/>
          <a:lstStyle/>
          <a:p>
            <a:r>
              <a:rPr lang="en-US" dirty="0"/>
              <a:t>TAK Server Deployment – Command Line</a:t>
            </a:r>
          </a:p>
        </p:txBody>
      </p:sp>
      <p:sp>
        <p:nvSpPr>
          <p:cNvPr id="3" name="Content Placeholder 2">
            <a:extLst>
              <a:ext uri="{FF2B5EF4-FFF2-40B4-BE49-F238E27FC236}">
                <a16:creationId xmlns:a16="http://schemas.microsoft.com/office/drawing/2014/main" id="{3FBB0245-78EA-6AA4-B743-A19A3198D116}"/>
              </a:ext>
            </a:extLst>
          </p:cNvPr>
          <p:cNvSpPr>
            <a:spLocks noGrp="1"/>
          </p:cNvSpPr>
          <p:nvPr>
            <p:ph idx="1"/>
          </p:nvPr>
        </p:nvSpPr>
        <p:spPr/>
        <p:txBody>
          <a:bodyPr/>
          <a:lstStyle/>
          <a:p>
            <a:r>
              <a:rPr lang="en-US" dirty="0"/>
              <a:t>If you haven’t already, download TAK-SERVER</a:t>
            </a:r>
          </a:p>
          <a:p>
            <a:pPr lvl="1"/>
            <a:r>
              <a:rPr lang="en-US" dirty="0"/>
              <a:t>Go to the following link and download Rocky8 release version of TAK Server on your local machine to the “TAK Server Install” folder</a:t>
            </a:r>
          </a:p>
          <a:p>
            <a:pPr lvl="2"/>
            <a:r>
              <a:rPr lang="en-US" dirty="0">
                <a:hlinkClick r:id="rId2"/>
              </a:rPr>
              <a:t>https://tak.gov/products/tak-server</a:t>
            </a:r>
            <a:endParaRPr lang="en-US" dirty="0"/>
          </a:p>
          <a:p>
            <a:endParaRPr lang="en-US" dirty="0"/>
          </a:p>
        </p:txBody>
      </p:sp>
      <p:pic>
        <p:nvPicPr>
          <p:cNvPr id="4" name="Picture 3">
            <a:extLst>
              <a:ext uri="{FF2B5EF4-FFF2-40B4-BE49-F238E27FC236}">
                <a16:creationId xmlns:a16="http://schemas.microsoft.com/office/drawing/2014/main" id="{17F2908A-5DC7-763B-5E6A-12F7A24A7805}"/>
              </a:ext>
            </a:extLst>
          </p:cNvPr>
          <p:cNvPicPr>
            <a:picLocks noChangeAspect="1"/>
          </p:cNvPicPr>
          <p:nvPr/>
        </p:nvPicPr>
        <p:blipFill>
          <a:blip r:embed="rId3"/>
          <a:stretch>
            <a:fillRect/>
          </a:stretch>
        </p:blipFill>
        <p:spPr>
          <a:xfrm>
            <a:off x="6773525" y="3071955"/>
            <a:ext cx="3612057" cy="574102"/>
          </a:xfrm>
          <a:prstGeom prst="rect">
            <a:avLst/>
          </a:prstGeom>
        </p:spPr>
      </p:pic>
    </p:spTree>
    <p:extLst>
      <p:ext uri="{BB962C8B-B14F-4D97-AF65-F5344CB8AC3E}">
        <p14:creationId xmlns:p14="http://schemas.microsoft.com/office/powerpoint/2010/main" val="186056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DBE2-2B0D-C634-F42E-80B1B73096A4}"/>
              </a:ext>
            </a:extLst>
          </p:cNvPr>
          <p:cNvSpPr>
            <a:spLocks noGrp="1"/>
          </p:cNvSpPr>
          <p:nvPr>
            <p:ph type="title"/>
          </p:nvPr>
        </p:nvSpPr>
        <p:spPr/>
        <p:txBody>
          <a:bodyPr/>
          <a:lstStyle/>
          <a:p>
            <a:r>
              <a:rPr lang="en-US" dirty="0"/>
              <a:t>SSH into Virtual Machine</a:t>
            </a:r>
          </a:p>
        </p:txBody>
      </p:sp>
      <p:sp>
        <p:nvSpPr>
          <p:cNvPr id="3" name="Content Placeholder 2">
            <a:extLst>
              <a:ext uri="{FF2B5EF4-FFF2-40B4-BE49-F238E27FC236}">
                <a16:creationId xmlns:a16="http://schemas.microsoft.com/office/drawing/2014/main" id="{F81F77C5-F46D-D416-E6AF-723C2DA2ED27}"/>
              </a:ext>
            </a:extLst>
          </p:cNvPr>
          <p:cNvSpPr>
            <a:spLocks noGrp="1"/>
          </p:cNvSpPr>
          <p:nvPr>
            <p:ph idx="1"/>
          </p:nvPr>
        </p:nvSpPr>
        <p:spPr/>
        <p:txBody>
          <a:bodyPr/>
          <a:lstStyle/>
          <a:p>
            <a:r>
              <a:rPr lang="en-US" dirty="0"/>
              <a:t>Open your choice of terminal (Default: PowerShell) or you can use PuTTY.</a:t>
            </a:r>
          </a:p>
          <a:p>
            <a:pPr lvl="1"/>
            <a:r>
              <a:rPr lang="en-US" dirty="0"/>
              <a:t>ssh into your VM by running the following command:</a:t>
            </a:r>
          </a:p>
          <a:p>
            <a:pPr lvl="2"/>
            <a:r>
              <a:rPr lang="en-US" b="1" dirty="0"/>
              <a:t>ssh &lt;username&gt;@&lt;IP address&gt;</a:t>
            </a:r>
          </a:p>
          <a:p>
            <a:pPr lvl="1"/>
            <a:r>
              <a:rPr lang="en-US" dirty="0"/>
              <a:t>You should be prompted asking if you are sure you want to connect, which you will respond “yes” and hit enter.</a:t>
            </a:r>
          </a:p>
          <a:p>
            <a:pPr lvl="1"/>
            <a:r>
              <a:rPr lang="en-US" dirty="0"/>
              <a:t>It will then ask you for your password. </a:t>
            </a:r>
          </a:p>
        </p:txBody>
      </p:sp>
      <p:pic>
        <p:nvPicPr>
          <p:cNvPr id="5" name="Picture 4">
            <a:extLst>
              <a:ext uri="{FF2B5EF4-FFF2-40B4-BE49-F238E27FC236}">
                <a16:creationId xmlns:a16="http://schemas.microsoft.com/office/drawing/2014/main" id="{D2976DEC-9F44-A574-69DC-998F7F6A7F16}"/>
              </a:ext>
            </a:extLst>
          </p:cNvPr>
          <p:cNvPicPr>
            <a:picLocks noChangeAspect="1"/>
          </p:cNvPicPr>
          <p:nvPr/>
        </p:nvPicPr>
        <p:blipFill>
          <a:blip r:embed="rId4"/>
          <a:stretch>
            <a:fillRect/>
          </a:stretch>
        </p:blipFill>
        <p:spPr>
          <a:xfrm>
            <a:off x="3385759" y="4639073"/>
            <a:ext cx="5420481" cy="1219370"/>
          </a:xfrm>
          <a:prstGeom prst="rect">
            <a:avLst/>
          </a:prstGeom>
        </p:spPr>
      </p:pic>
    </p:spTree>
    <p:extLst>
      <p:ext uri="{BB962C8B-B14F-4D97-AF65-F5344CB8AC3E}">
        <p14:creationId xmlns:p14="http://schemas.microsoft.com/office/powerpoint/2010/main" val="341122642"/>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F0C47-4082-A857-83D3-DCAC4D40F616}"/>
              </a:ext>
            </a:extLst>
          </p:cNvPr>
          <p:cNvSpPr>
            <a:spLocks noGrp="1"/>
          </p:cNvSpPr>
          <p:nvPr>
            <p:ph type="title"/>
          </p:nvPr>
        </p:nvSpPr>
        <p:spPr>
          <a:xfrm>
            <a:off x="838200" y="148843"/>
            <a:ext cx="10515600" cy="1325563"/>
          </a:xfrm>
        </p:spPr>
        <p:txBody>
          <a:bodyPr/>
          <a:lstStyle/>
          <a:p>
            <a:r>
              <a:rPr lang="en-US" dirty="0"/>
              <a:t>Prerequisites</a:t>
            </a:r>
          </a:p>
        </p:txBody>
      </p:sp>
      <p:sp>
        <p:nvSpPr>
          <p:cNvPr id="3" name="Content Placeholder 2">
            <a:extLst>
              <a:ext uri="{FF2B5EF4-FFF2-40B4-BE49-F238E27FC236}">
                <a16:creationId xmlns:a16="http://schemas.microsoft.com/office/drawing/2014/main" id="{3152E7C6-A2A8-4EF3-F842-5A6C27298488}"/>
              </a:ext>
            </a:extLst>
          </p:cNvPr>
          <p:cNvSpPr>
            <a:spLocks noGrp="1"/>
          </p:cNvSpPr>
          <p:nvPr>
            <p:ph idx="1"/>
          </p:nvPr>
        </p:nvSpPr>
        <p:spPr>
          <a:xfrm>
            <a:off x="429208" y="1194318"/>
            <a:ext cx="10924592" cy="4982645"/>
          </a:xfrm>
        </p:spPr>
        <p:txBody>
          <a:bodyPr>
            <a:normAutofit fontScale="92500" lnSpcReduction="20000"/>
          </a:bodyPr>
          <a:lstStyle/>
          <a:p>
            <a:r>
              <a:rPr lang="en-US" dirty="0"/>
              <a:t>Increase JVM threads</a:t>
            </a:r>
          </a:p>
          <a:p>
            <a:pPr lvl="1"/>
            <a:r>
              <a:rPr lang="en-US" b="1" dirty="0"/>
              <a:t>echo -e "*      soft      </a:t>
            </a:r>
            <a:r>
              <a:rPr lang="en-US" b="1" dirty="0" err="1"/>
              <a:t>nofile</a:t>
            </a:r>
            <a:r>
              <a:rPr lang="en-US" b="1" dirty="0"/>
              <a:t>      32768\n*      hard      </a:t>
            </a:r>
            <a:r>
              <a:rPr lang="en-US" b="1" dirty="0" err="1"/>
              <a:t>nofile</a:t>
            </a:r>
            <a:r>
              <a:rPr lang="en-US" b="1" dirty="0"/>
              <a:t>      32768\n" | sudo tee --append /</a:t>
            </a:r>
            <a:r>
              <a:rPr lang="en-US" b="1" dirty="0" err="1"/>
              <a:t>etc</a:t>
            </a:r>
            <a:r>
              <a:rPr lang="en-US" b="1" dirty="0"/>
              <a:t>/security/</a:t>
            </a:r>
            <a:r>
              <a:rPr lang="en-US" b="1" dirty="0" err="1"/>
              <a:t>limits.conf</a:t>
            </a:r>
            <a:endParaRPr lang="en-US" b="1" dirty="0"/>
          </a:p>
          <a:p>
            <a:pPr lvl="2"/>
            <a:r>
              <a:rPr lang="en-US" dirty="0"/>
              <a:t>Each 'tab' is six spaces when typing manually</a:t>
            </a:r>
          </a:p>
          <a:p>
            <a:pPr lvl="1"/>
            <a:r>
              <a:rPr lang="en-US" dirty="0"/>
              <a:t>Tail to view the end contents of a file</a:t>
            </a:r>
          </a:p>
          <a:p>
            <a:pPr lvl="2"/>
            <a:r>
              <a:rPr lang="en-US" b="1" dirty="0"/>
              <a:t>sudo tail -n 15 /</a:t>
            </a:r>
            <a:r>
              <a:rPr lang="en-US" b="1" dirty="0" err="1"/>
              <a:t>etc</a:t>
            </a:r>
            <a:r>
              <a:rPr lang="en-US" b="1" dirty="0"/>
              <a:t>/security/</a:t>
            </a:r>
            <a:r>
              <a:rPr lang="en-US" b="1" dirty="0" err="1"/>
              <a:t>limits.conf</a:t>
            </a:r>
            <a:endParaRPr lang="en-US" b="1" dirty="0"/>
          </a:p>
          <a:p>
            <a:r>
              <a:rPr lang="en-US" dirty="0"/>
              <a:t>Install </a:t>
            </a:r>
            <a:r>
              <a:rPr lang="en-US"/>
              <a:t>nano or </a:t>
            </a:r>
            <a:r>
              <a:rPr lang="en-US" dirty="0"/>
              <a:t>vim</a:t>
            </a:r>
          </a:p>
          <a:p>
            <a:pPr lvl="1"/>
            <a:r>
              <a:rPr lang="en-US" b="1" dirty="0"/>
              <a:t>sudo dnf install nano –y</a:t>
            </a:r>
          </a:p>
          <a:p>
            <a:pPr lvl="1"/>
            <a:r>
              <a:rPr lang="en-US" b="1" dirty="0" err="1"/>
              <a:t>sudo</a:t>
            </a:r>
            <a:r>
              <a:rPr lang="en-US" b="1" dirty="0"/>
              <a:t> </a:t>
            </a:r>
            <a:r>
              <a:rPr lang="en-US" b="1" dirty="0" err="1"/>
              <a:t>dnf</a:t>
            </a:r>
            <a:r>
              <a:rPr lang="en-US" b="1" dirty="0"/>
              <a:t> install vim -y</a:t>
            </a:r>
          </a:p>
          <a:p>
            <a:r>
              <a:rPr lang="en-US" dirty="0"/>
              <a:t>Install packages for Enterprise Linux (EPEL)</a:t>
            </a:r>
          </a:p>
          <a:p>
            <a:pPr lvl="1"/>
            <a:r>
              <a:rPr lang="en-US" dirty="0"/>
              <a:t>Enable </a:t>
            </a:r>
            <a:r>
              <a:rPr lang="en-US" dirty="0" err="1"/>
              <a:t>Powertools</a:t>
            </a:r>
            <a:endParaRPr lang="en-US" dirty="0"/>
          </a:p>
          <a:p>
            <a:pPr lvl="2"/>
            <a:r>
              <a:rPr lang="en-US" b="1" dirty="0"/>
              <a:t>sudo dnf config-manager --set-enabled </a:t>
            </a:r>
            <a:r>
              <a:rPr lang="en-US" b="1" dirty="0" err="1"/>
              <a:t>powertools</a:t>
            </a:r>
            <a:endParaRPr lang="en-US" b="1" dirty="0"/>
          </a:p>
          <a:p>
            <a:pPr lvl="2"/>
            <a:r>
              <a:rPr lang="en-US" dirty="0"/>
              <a:t>Rocky Linux 9</a:t>
            </a:r>
          </a:p>
          <a:p>
            <a:pPr lvl="3"/>
            <a:r>
              <a:rPr lang="en-US" b="1" dirty="0" err="1"/>
              <a:t>sudo</a:t>
            </a:r>
            <a:r>
              <a:rPr lang="en-US" b="1" dirty="0"/>
              <a:t> </a:t>
            </a:r>
            <a:r>
              <a:rPr lang="en-US" b="1" dirty="0" err="1"/>
              <a:t>dnf</a:t>
            </a:r>
            <a:r>
              <a:rPr lang="en-US" b="1" dirty="0"/>
              <a:t> config-manager --set-enabled </a:t>
            </a:r>
            <a:r>
              <a:rPr lang="en-US" b="1" dirty="0" err="1"/>
              <a:t>crb</a:t>
            </a:r>
            <a:endParaRPr lang="en-US" b="1" dirty="0"/>
          </a:p>
          <a:p>
            <a:pPr lvl="1"/>
            <a:r>
              <a:rPr lang="en-US" dirty="0"/>
              <a:t>Install EPEL Rocky </a:t>
            </a:r>
            <a:r>
              <a:rPr lang="en-US" dirty="0" err="1"/>
              <a:t>linux</a:t>
            </a:r>
            <a:r>
              <a:rPr lang="en-US" dirty="0"/>
              <a:t> 8</a:t>
            </a:r>
          </a:p>
          <a:p>
            <a:pPr lvl="2"/>
            <a:r>
              <a:rPr lang="en-US" b="1" dirty="0"/>
              <a:t>sudo dnf install </a:t>
            </a:r>
            <a:r>
              <a:rPr lang="en-US" b="1" dirty="0" err="1"/>
              <a:t>epel</a:t>
            </a:r>
            <a:r>
              <a:rPr lang="en-US" b="1" dirty="0"/>
              <a:t>-release -y</a:t>
            </a:r>
          </a:p>
          <a:p>
            <a:endParaRPr lang="en-US" dirty="0"/>
          </a:p>
        </p:txBody>
      </p:sp>
      <p:pic>
        <p:nvPicPr>
          <p:cNvPr id="5" name="Picture 4">
            <a:extLst>
              <a:ext uri="{FF2B5EF4-FFF2-40B4-BE49-F238E27FC236}">
                <a16:creationId xmlns:a16="http://schemas.microsoft.com/office/drawing/2014/main" id="{95F151B2-085A-F593-F217-992B9A71667C}"/>
              </a:ext>
            </a:extLst>
          </p:cNvPr>
          <p:cNvPicPr>
            <a:picLocks noChangeAspect="1"/>
          </p:cNvPicPr>
          <p:nvPr/>
        </p:nvPicPr>
        <p:blipFill>
          <a:blip r:embed="rId4"/>
          <a:stretch>
            <a:fillRect/>
          </a:stretch>
        </p:blipFill>
        <p:spPr>
          <a:xfrm>
            <a:off x="6352698" y="5209454"/>
            <a:ext cx="5704457" cy="1646719"/>
          </a:xfrm>
          <a:prstGeom prst="rect">
            <a:avLst/>
          </a:prstGeom>
        </p:spPr>
      </p:pic>
      <p:pic>
        <p:nvPicPr>
          <p:cNvPr id="13" name="Picture 12">
            <a:extLst>
              <a:ext uri="{FF2B5EF4-FFF2-40B4-BE49-F238E27FC236}">
                <a16:creationId xmlns:a16="http://schemas.microsoft.com/office/drawing/2014/main" id="{1C32B441-E6F9-CD64-D58D-DFB8FECB46C1}"/>
              </a:ext>
            </a:extLst>
          </p:cNvPr>
          <p:cNvPicPr>
            <a:picLocks noChangeAspect="1"/>
          </p:cNvPicPr>
          <p:nvPr/>
        </p:nvPicPr>
        <p:blipFill>
          <a:blip r:embed="rId5"/>
          <a:stretch>
            <a:fillRect/>
          </a:stretch>
        </p:blipFill>
        <p:spPr>
          <a:xfrm>
            <a:off x="6838894" y="1987527"/>
            <a:ext cx="4544059" cy="2075426"/>
          </a:xfrm>
          <a:prstGeom prst="rect">
            <a:avLst/>
          </a:prstGeom>
        </p:spPr>
      </p:pic>
    </p:spTree>
    <p:extLst>
      <p:ext uri="{BB962C8B-B14F-4D97-AF65-F5344CB8AC3E}">
        <p14:creationId xmlns:p14="http://schemas.microsoft.com/office/powerpoint/2010/main" val="3457010900"/>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C19CC-4A7F-B7CE-1451-284690090F0B}"/>
              </a:ext>
            </a:extLst>
          </p:cNvPr>
          <p:cNvSpPr>
            <a:spLocks noGrp="1"/>
          </p:cNvSpPr>
          <p:nvPr>
            <p:ph type="title"/>
          </p:nvPr>
        </p:nvSpPr>
        <p:spPr>
          <a:xfrm>
            <a:off x="838200" y="145348"/>
            <a:ext cx="10515600" cy="1325563"/>
          </a:xfrm>
        </p:spPr>
        <p:txBody>
          <a:bodyPr/>
          <a:lstStyle/>
          <a:p>
            <a:r>
              <a:rPr lang="en-US" dirty="0"/>
              <a:t>Prerequisites</a:t>
            </a:r>
          </a:p>
        </p:txBody>
      </p:sp>
      <p:sp>
        <p:nvSpPr>
          <p:cNvPr id="3" name="Content Placeholder 2">
            <a:extLst>
              <a:ext uri="{FF2B5EF4-FFF2-40B4-BE49-F238E27FC236}">
                <a16:creationId xmlns:a16="http://schemas.microsoft.com/office/drawing/2014/main" id="{44FCCB2C-EEBD-5DF0-7021-F6FCFCB47BAE}"/>
              </a:ext>
            </a:extLst>
          </p:cNvPr>
          <p:cNvSpPr>
            <a:spLocks noGrp="1"/>
          </p:cNvSpPr>
          <p:nvPr>
            <p:ph idx="1"/>
          </p:nvPr>
        </p:nvSpPr>
        <p:spPr>
          <a:xfrm>
            <a:off x="233082" y="1247297"/>
            <a:ext cx="11213841" cy="4351338"/>
          </a:xfrm>
        </p:spPr>
        <p:txBody>
          <a:bodyPr>
            <a:normAutofit/>
          </a:bodyPr>
          <a:lstStyle/>
          <a:p>
            <a:r>
              <a:rPr lang="en-US" dirty="0"/>
              <a:t>Install PostgreSQL/</a:t>
            </a:r>
            <a:r>
              <a:rPr lang="en-US" dirty="0" err="1"/>
              <a:t>PostGIS</a:t>
            </a:r>
            <a:r>
              <a:rPr lang="en-US" dirty="0"/>
              <a:t> 15</a:t>
            </a:r>
          </a:p>
          <a:p>
            <a:pPr lvl="1"/>
            <a:r>
              <a:rPr lang="en-US" b="1" dirty="0"/>
              <a:t>sudo rpm --import https://download.postgresql.org/pub/repos/yum/keys/PGDG-RPM-GPG-KEY-RHEL</a:t>
            </a:r>
          </a:p>
          <a:p>
            <a:pPr lvl="1"/>
            <a:r>
              <a:rPr lang="en-US" b="1" dirty="0"/>
              <a:t>sudo dnf install https://download.postgresql.org/pub/repos/yum/reporpms/EL-8-x86_64/pgdg-redhat-repo-latest.noarch.rpm -y</a:t>
            </a:r>
          </a:p>
          <a:p>
            <a:pPr lvl="1"/>
            <a:r>
              <a:rPr lang="en-US" b="1" dirty="0"/>
              <a:t>sudo dnf -</a:t>
            </a:r>
            <a:r>
              <a:rPr lang="en-US" b="1" dirty="0" err="1"/>
              <a:t>qy</a:t>
            </a:r>
            <a:r>
              <a:rPr lang="en-US" b="1" dirty="0"/>
              <a:t> module disable </a:t>
            </a:r>
            <a:r>
              <a:rPr lang="en-US" b="1" dirty="0" err="1"/>
              <a:t>postgresql</a:t>
            </a:r>
            <a:endParaRPr lang="en-US" b="1" dirty="0"/>
          </a:p>
          <a:p>
            <a:endParaRPr lang="en-US" dirty="0"/>
          </a:p>
        </p:txBody>
      </p:sp>
      <p:pic>
        <p:nvPicPr>
          <p:cNvPr id="5" name="Picture 4">
            <a:extLst>
              <a:ext uri="{FF2B5EF4-FFF2-40B4-BE49-F238E27FC236}">
                <a16:creationId xmlns:a16="http://schemas.microsoft.com/office/drawing/2014/main" id="{42273892-031E-FBD8-6150-06C64499EF9F}"/>
              </a:ext>
            </a:extLst>
          </p:cNvPr>
          <p:cNvPicPr>
            <a:picLocks noChangeAspect="1"/>
          </p:cNvPicPr>
          <p:nvPr/>
        </p:nvPicPr>
        <p:blipFill>
          <a:blip r:embed="rId4"/>
          <a:stretch>
            <a:fillRect/>
          </a:stretch>
        </p:blipFill>
        <p:spPr>
          <a:xfrm>
            <a:off x="838200" y="4193922"/>
            <a:ext cx="5815979" cy="2518730"/>
          </a:xfrm>
          <a:prstGeom prst="rect">
            <a:avLst/>
          </a:prstGeom>
        </p:spPr>
      </p:pic>
      <p:pic>
        <p:nvPicPr>
          <p:cNvPr id="7" name="Picture 6">
            <a:extLst>
              <a:ext uri="{FF2B5EF4-FFF2-40B4-BE49-F238E27FC236}">
                <a16:creationId xmlns:a16="http://schemas.microsoft.com/office/drawing/2014/main" id="{2B629EC0-EA8C-F23C-4B77-65B460869D29}"/>
              </a:ext>
            </a:extLst>
          </p:cNvPr>
          <p:cNvPicPr>
            <a:picLocks noChangeAspect="1"/>
          </p:cNvPicPr>
          <p:nvPr/>
        </p:nvPicPr>
        <p:blipFill>
          <a:blip r:embed="rId5"/>
          <a:stretch>
            <a:fillRect/>
          </a:stretch>
        </p:blipFill>
        <p:spPr>
          <a:xfrm>
            <a:off x="7279433" y="3916089"/>
            <a:ext cx="4074367" cy="2796563"/>
          </a:xfrm>
          <a:prstGeom prst="rect">
            <a:avLst/>
          </a:prstGeom>
        </p:spPr>
      </p:pic>
    </p:spTree>
    <p:extLst>
      <p:ext uri="{BB962C8B-B14F-4D97-AF65-F5344CB8AC3E}">
        <p14:creationId xmlns:p14="http://schemas.microsoft.com/office/powerpoint/2010/main" val="553590062"/>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61AA5-FCF3-5CB2-B0D1-99981FBB0994}"/>
              </a:ext>
            </a:extLst>
          </p:cNvPr>
          <p:cNvSpPr>
            <a:spLocks noGrp="1"/>
          </p:cNvSpPr>
          <p:nvPr>
            <p:ph type="title"/>
          </p:nvPr>
        </p:nvSpPr>
        <p:spPr/>
        <p:txBody>
          <a:bodyPr/>
          <a:lstStyle/>
          <a:p>
            <a:r>
              <a:rPr lang="en-US" dirty="0"/>
              <a:t>Prerequisites</a:t>
            </a:r>
          </a:p>
        </p:txBody>
      </p:sp>
      <p:sp>
        <p:nvSpPr>
          <p:cNvPr id="3" name="Content Placeholder 2">
            <a:extLst>
              <a:ext uri="{FF2B5EF4-FFF2-40B4-BE49-F238E27FC236}">
                <a16:creationId xmlns:a16="http://schemas.microsoft.com/office/drawing/2014/main" id="{AC90FE6A-0264-AAFF-D7FA-42D6D515A333}"/>
              </a:ext>
            </a:extLst>
          </p:cNvPr>
          <p:cNvSpPr>
            <a:spLocks noGrp="1"/>
          </p:cNvSpPr>
          <p:nvPr>
            <p:ph idx="1"/>
          </p:nvPr>
        </p:nvSpPr>
        <p:spPr/>
        <p:txBody>
          <a:bodyPr/>
          <a:lstStyle/>
          <a:p>
            <a:r>
              <a:rPr lang="en-US" dirty="0"/>
              <a:t>Update Rocky Linux</a:t>
            </a:r>
          </a:p>
          <a:p>
            <a:pPr lvl="1"/>
            <a:r>
              <a:rPr lang="en-US" b="1" dirty="0"/>
              <a:t>sudo dnf update -y</a:t>
            </a:r>
          </a:p>
          <a:p>
            <a:r>
              <a:rPr lang="en-US" dirty="0"/>
              <a:t>Install Java OpenJDK</a:t>
            </a:r>
          </a:p>
          <a:p>
            <a:pPr lvl="1"/>
            <a:r>
              <a:rPr lang="en-US" b="1" dirty="0" err="1"/>
              <a:t>sudo</a:t>
            </a:r>
            <a:r>
              <a:rPr lang="en-US" b="1" dirty="0"/>
              <a:t> </a:t>
            </a:r>
            <a:r>
              <a:rPr lang="en-US" b="1" dirty="0" err="1"/>
              <a:t>dnf</a:t>
            </a:r>
            <a:r>
              <a:rPr lang="en-US" b="1" dirty="0"/>
              <a:t> install java-17-openjdk-devel -y</a:t>
            </a:r>
          </a:p>
          <a:p>
            <a:pPr lvl="1"/>
            <a:endParaRPr lang="en-US" dirty="0"/>
          </a:p>
        </p:txBody>
      </p:sp>
      <p:pic>
        <p:nvPicPr>
          <p:cNvPr id="5" name="Picture 4">
            <a:extLst>
              <a:ext uri="{FF2B5EF4-FFF2-40B4-BE49-F238E27FC236}">
                <a16:creationId xmlns:a16="http://schemas.microsoft.com/office/drawing/2014/main" id="{91FEBDA6-2095-9B3D-6E96-D0C7C349D865}"/>
              </a:ext>
            </a:extLst>
          </p:cNvPr>
          <p:cNvPicPr>
            <a:picLocks noChangeAspect="1"/>
          </p:cNvPicPr>
          <p:nvPr/>
        </p:nvPicPr>
        <p:blipFill>
          <a:blip r:embed="rId4"/>
          <a:stretch>
            <a:fillRect/>
          </a:stretch>
        </p:blipFill>
        <p:spPr>
          <a:xfrm>
            <a:off x="1523362" y="4001294"/>
            <a:ext cx="9145276" cy="1286054"/>
          </a:xfrm>
          <a:prstGeom prst="rect">
            <a:avLst/>
          </a:prstGeom>
        </p:spPr>
      </p:pic>
    </p:spTree>
    <p:extLst>
      <p:ext uri="{BB962C8B-B14F-4D97-AF65-F5344CB8AC3E}">
        <p14:creationId xmlns:p14="http://schemas.microsoft.com/office/powerpoint/2010/main" val="3230829521"/>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CFC45-F83E-16E4-77BC-303AD9415F55}"/>
              </a:ext>
            </a:extLst>
          </p:cNvPr>
          <p:cNvSpPr>
            <a:spLocks noGrp="1"/>
          </p:cNvSpPr>
          <p:nvPr>
            <p:ph type="title"/>
          </p:nvPr>
        </p:nvSpPr>
        <p:spPr/>
        <p:txBody>
          <a:bodyPr/>
          <a:lstStyle/>
          <a:p>
            <a:r>
              <a:rPr lang="en-US" dirty="0"/>
              <a:t>Installation Instructions</a:t>
            </a:r>
          </a:p>
        </p:txBody>
      </p:sp>
      <p:sp>
        <p:nvSpPr>
          <p:cNvPr id="3" name="Content Placeholder 2">
            <a:extLst>
              <a:ext uri="{FF2B5EF4-FFF2-40B4-BE49-F238E27FC236}">
                <a16:creationId xmlns:a16="http://schemas.microsoft.com/office/drawing/2014/main" id="{5368887A-986D-272F-9D8E-BB4FCD863147}"/>
              </a:ext>
            </a:extLst>
          </p:cNvPr>
          <p:cNvSpPr>
            <a:spLocks noGrp="1"/>
          </p:cNvSpPr>
          <p:nvPr>
            <p:ph idx="1"/>
          </p:nvPr>
        </p:nvSpPr>
        <p:spPr>
          <a:xfrm>
            <a:off x="838200" y="1690688"/>
            <a:ext cx="10515600" cy="4351338"/>
          </a:xfrm>
        </p:spPr>
        <p:txBody>
          <a:bodyPr/>
          <a:lstStyle/>
          <a:p>
            <a:r>
              <a:rPr lang="en-US" dirty="0"/>
              <a:t>Copy files from host machine to your VM</a:t>
            </a:r>
          </a:p>
          <a:p>
            <a:pPr lvl="1"/>
            <a:r>
              <a:rPr lang="en-US" dirty="0"/>
              <a:t>Open another terminal in the specific folder that holds the TAK Server download.</a:t>
            </a:r>
          </a:p>
          <a:p>
            <a:pPr lvl="2"/>
            <a:r>
              <a:rPr lang="en-US" dirty="0"/>
              <a:t>Navigate to the file with File Explorer.</a:t>
            </a:r>
          </a:p>
          <a:p>
            <a:pPr lvl="2"/>
            <a:r>
              <a:rPr lang="en-US" dirty="0"/>
              <a:t>At the top of File Explorer select “File” -&gt; “open with PowerShell”</a:t>
            </a:r>
          </a:p>
          <a:p>
            <a:pPr lvl="1"/>
            <a:r>
              <a:rPr lang="en-US" b="1" dirty="0" err="1"/>
              <a:t>scp</a:t>
            </a:r>
            <a:r>
              <a:rPr lang="en-US" b="1" dirty="0"/>
              <a:t> takserver-5.*.rpm &lt;username&gt;@&lt;IP address&gt;:~/</a:t>
            </a:r>
          </a:p>
          <a:p>
            <a:pPr lvl="2"/>
            <a:r>
              <a:rPr lang="en-US" dirty="0"/>
              <a:t>If needed, you can specify the entire name of the file instead of using “.*.” </a:t>
            </a:r>
          </a:p>
          <a:p>
            <a:pPr lvl="2"/>
            <a:r>
              <a:rPr lang="en-US" b="1" dirty="0" err="1"/>
              <a:t>scp</a:t>
            </a:r>
            <a:r>
              <a:rPr lang="en-US" b="1" dirty="0"/>
              <a:t> takserver-5.2-RELEASE16.noarch.rpm &lt;username&gt;@&lt;IP address&gt;:~/</a:t>
            </a:r>
          </a:p>
          <a:p>
            <a:pPr lvl="1"/>
            <a:r>
              <a:rPr lang="en-US" dirty="0"/>
              <a:t>You will be prompted for the password and the file transfer will start.</a:t>
            </a:r>
          </a:p>
        </p:txBody>
      </p:sp>
      <p:pic>
        <p:nvPicPr>
          <p:cNvPr id="5" name="Picture 4">
            <a:extLst>
              <a:ext uri="{FF2B5EF4-FFF2-40B4-BE49-F238E27FC236}">
                <a16:creationId xmlns:a16="http://schemas.microsoft.com/office/drawing/2014/main" id="{2DEA186F-40B2-3310-083F-5135A4EDC41F}"/>
              </a:ext>
            </a:extLst>
          </p:cNvPr>
          <p:cNvPicPr>
            <a:picLocks noChangeAspect="1"/>
          </p:cNvPicPr>
          <p:nvPr/>
        </p:nvPicPr>
        <p:blipFill>
          <a:blip r:embed="rId4"/>
          <a:stretch>
            <a:fillRect/>
          </a:stretch>
        </p:blipFill>
        <p:spPr>
          <a:xfrm>
            <a:off x="570729" y="5236179"/>
            <a:ext cx="11050542" cy="695422"/>
          </a:xfrm>
          <a:prstGeom prst="rect">
            <a:avLst/>
          </a:prstGeom>
        </p:spPr>
      </p:pic>
    </p:spTree>
    <p:extLst>
      <p:ext uri="{BB962C8B-B14F-4D97-AF65-F5344CB8AC3E}">
        <p14:creationId xmlns:p14="http://schemas.microsoft.com/office/powerpoint/2010/main" val="240164006"/>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A32B7-15F6-CED8-E76B-D5867030AD27}"/>
              </a:ext>
            </a:extLst>
          </p:cNvPr>
          <p:cNvSpPr>
            <a:spLocks noGrp="1"/>
          </p:cNvSpPr>
          <p:nvPr>
            <p:ph type="title"/>
          </p:nvPr>
        </p:nvSpPr>
        <p:spPr/>
        <p:txBody>
          <a:bodyPr/>
          <a:lstStyle/>
          <a:p>
            <a:r>
              <a:rPr lang="en-US" dirty="0"/>
              <a:t>Installation Instructions</a:t>
            </a:r>
          </a:p>
        </p:txBody>
      </p:sp>
      <p:sp>
        <p:nvSpPr>
          <p:cNvPr id="3" name="Content Placeholder 2">
            <a:extLst>
              <a:ext uri="{FF2B5EF4-FFF2-40B4-BE49-F238E27FC236}">
                <a16:creationId xmlns:a16="http://schemas.microsoft.com/office/drawing/2014/main" id="{464E2F79-F7A0-5B91-C1E1-CCEBE1BC455D}"/>
              </a:ext>
            </a:extLst>
          </p:cNvPr>
          <p:cNvSpPr>
            <a:spLocks noGrp="1"/>
          </p:cNvSpPr>
          <p:nvPr>
            <p:ph idx="1"/>
          </p:nvPr>
        </p:nvSpPr>
        <p:spPr>
          <a:xfrm>
            <a:off x="593889" y="1315617"/>
            <a:ext cx="10759911" cy="4824024"/>
          </a:xfrm>
        </p:spPr>
        <p:txBody>
          <a:bodyPr>
            <a:normAutofit/>
          </a:bodyPr>
          <a:lstStyle/>
          <a:p>
            <a:r>
              <a:rPr lang="en-US" dirty="0"/>
              <a:t>In our ssh session window to the VM you should be able to now see the file we transferred by running: </a:t>
            </a:r>
          </a:p>
          <a:p>
            <a:pPr lvl="1"/>
            <a:r>
              <a:rPr lang="en-US" b="1" dirty="0"/>
              <a:t>ls</a:t>
            </a:r>
          </a:p>
          <a:p>
            <a:r>
              <a:rPr lang="en-US" dirty="0"/>
              <a:t>Install the TAK Server file we just transferred.</a:t>
            </a:r>
          </a:p>
          <a:p>
            <a:pPr lvl="1"/>
            <a:r>
              <a:rPr lang="en-US" b="1" dirty="0"/>
              <a:t>sudo dnf install takserver-5.*.rpm -y</a:t>
            </a:r>
          </a:p>
          <a:p>
            <a:pPr lvl="2"/>
            <a:r>
              <a:rPr lang="en-US" dirty="0"/>
              <a:t>If you need to specify the server's name you can, but since we only have one file named this, we can use the abbreviation.</a:t>
            </a:r>
          </a:p>
          <a:p>
            <a:r>
              <a:rPr lang="en-US" dirty="0"/>
              <a:t>If needed, enter your password and the download should begin.</a:t>
            </a:r>
          </a:p>
        </p:txBody>
      </p:sp>
    </p:spTree>
    <p:extLst>
      <p:ext uri="{BB962C8B-B14F-4D97-AF65-F5344CB8AC3E}">
        <p14:creationId xmlns:p14="http://schemas.microsoft.com/office/powerpoint/2010/main" val="1822547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0E445-B607-AB01-ACE9-B0FA6618B472}"/>
              </a:ext>
            </a:extLst>
          </p:cNvPr>
          <p:cNvSpPr>
            <a:spLocks noGrp="1"/>
          </p:cNvSpPr>
          <p:nvPr>
            <p:ph type="title"/>
          </p:nvPr>
        </p:nvSpPr>
        <p:spPr/>
        <p:txBody>
          <a:bodyPr/>
          <a:lstStyle/>
          <a:p>
            <a:r>
              <a:rPr lang="en-US" dirty="0"/>
              <a:t>Installation Instructions</a:t>
            </a:r>
          </a:p>
        </p:txBody>
      </p:sp>
      <p:sp>
        <p:nvSpPr>
          <p:cNvPr id="3" name="Content Placeholder 2">
            <a:extLst>
              <a:ext uri="{FF2B5EF4-FFF2-40B4-BE49-F238E27FC236}">
                <a16:creationId xmlns:a16="http://schemas.microsoft.com/office/drawing/2014/main" id="{7EB89A3C-3987-00EC-0ECC-E040B3B7E613}"/>
              </a:ext>
            </a:extLst>
          </p:cNvPr>
          <p:cNvSpPr>
            <a:spLocks noGrp="1"/>
          </p:cNvSpPr>
          <p:nvPr>
            <p:ph idx="1"/>
          </p:nvPr>
        </p:nvSpPr>
        <p:spPr>
          <a:xfrm>
            <a:off x="838200" y="1623527"/>
            <a:ext cx="10515600" cy="4553436"/>
          </a:xfrm>
        </p:spPr>
        <p:txBody>
          <a:bodyPr/>
          <a:lstStyle/>
          <a:p>
            <a:r>
              <a:rPr lang="en-US" dirty="0"/>
              <a:t>Check SELinux status (Security-Enhanced Linux)</a:t>
            </a:r>
          </a:p>
          <a:p>
            <a:pPr lvl="1"/>
            <a:r>
              <a:rPr lang="en-US" b="1" dirty="0"/>
              <a:t>getenforce</a:t>
            </a:r>
          </a:p>
          <a:p>
            <a:pPr lvl="2"/>
            <a:r>
              <a:rPr lang="en-US" dirty="0"/>
              <a:t>If SELinux is enforcing, we need to apply the SELinux profile for the TAK Server by installing an extra package before applying the SELinux profile.</a:t>
            </a:r>
          </a:p>
          <a:p>
            <a:pPr lvl="1"/>
            <a:r>
              <a:rPr lang="en-US" dirty="0"/>
              <a:t>Install checkpolicy</a:t>
            </a:r>
          </a:p>
          <a:p>
            <a:pPr lvl="2"/>
            <a:r>
              <a:rPr lang="en-US" b="1" dirty="0"/>
              <a:t>sudo dnf install checkpolicy</a:t>
            </a:r>
          </a:p>
          <a:p>
            <a:pPr lvl="3"/>
            <a:r>
              <a:rPr lang="en-US" dirty="0"/>
              <a:t>enter your password if needed</a:t>
            </a:r>
          </a:p>
          <a:p>
            <a:pPr lvl="1"/>
            <a:r>
              <a:rPr lang="en-US" dirty="0"/>
              <a:t>Apply the TAK Server SELinux profile</a:t>
            </a:r>
          </a:p>
          <a:p>
            <a:pPr lvl="2"/>
            <a:r>
              <a:rPr lang="en-US" b="1" dirty="0"/>
              <a:t>cd /opt/</a:t>
            </a:r>
            <a:r>
              <a:rPr lang="en-US" b="1" dirty="0" err="1"/>
              <a:t>tak</a:t>
            </a:r>
            <a:r>
              <a:rPr lang="en-US" b="1" dirty="0"/>
              <a:t> &amp;&amp; sudo ./apply-selinux.sh</a:t>
            </a:r>
          </a:p>
          <a:p>
            <a:endParaRPr lang="en-US" dirty="0"/>
          </a:p>
        </p:txBody>
      </p:sp>
      <p:pic>
        <p:nvPicPr>
          <p:cNvPr id="5" name="Picture 4">
            <a:extLst>
              <a:ext uri="{FF2B5EF4-FFF2-40B4-BE49-F238E27FC236}">
                <a16:creationId xmlns:a16="http://schemas.microsoft.com/office/drawing/2014/main" id="{24503CD4-8751-4979-291D-71E704C1C182}"/>
              </a:ext>
            </a:extLst>
          </p:cNvPr>
          <p:cNvPicPr>
            <a:picLocks noChangeAspect="1"/>
          </p:cNvPicPr>
          <p:nvPr/>
        </p:nvPicPr>
        <p:blipFill>
          <a:blip r:embed="rId4"/>
          <a:stretch>
            <a:fillRect/>
          </a:stretch>
        </p:blipFill>
        <p:spPr>
          <a:xfrm>
            <a:off x="6371360" y="3101771"/>
            <a:ext cx="5439534" cy="1066949"/>
          </a:xfrm>
          <a:prstGeom prst="rect">
            <a:avLst/>
          </a:prstGeom>
        </p:spPr>
      </p:pic>
      <p:pic>
        <p:nvPicPr>
          <p:cNvPr id="7" name="Picture 6">
            <a:extLst>
              <a:ext uri="{FF2B5EF4-FFF2-40B4-BE49-F238E27FC236}">
                <a16:creationId xmlns:a16="http://schemas.microsoft.com/office/drawing/2014/main" id="{74F47EBF-1BFC-3980-E281-C0CFD9A79CCD}"/>
              </a:ext>
            </a:extLst>
          </p:cNvPr>
          <p:cNvPicPr>
            <a:picLocks noChangeAspect="1"/>
          </p:cNvPicPr>
          <p:nvPr/>
        </p:nvPicPr>
        <p:blipFill>
          <a:blip r:embed="rId5"/>
          <a:stretch>
            <a:fillRect/>
          </a:stretch>
        </p:blipFill>
        <p:spPr>
          <a:xfrm>
            <a:off x="1732941" y="5032659"/>
            <a:ext cx="4363059" cy="571580"/>
          </a:xfrm>
          <a:prstGeom prst="rect">
            <a:avLst/>
          </a:prstGeom>
        </p:spPr>
      </p:pic>
    </p:spTree>
    <p:extLst>
      <p:ext uri="{BB962C8B-B14F-4D97-AF65-F5344CB8AC3E}">
        <p14:creationId xmlns:p14="http://schemas.microsoft.com/office/powerpoint/2010/main" val="227181533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45654-0C40-0B7A-222C-BB1FBE488ED2}"/>
              </a:ext>
            </a:extLst>
          </p:cNvPr>
          <p:cNvSpPr>
            <a:spLocks noGrp="1"/>
          </p:cNvSpPr>
          <p:nvPr>
            <p:ph type="title"/>
          </p:nvPr>
        </p:nvSpPr>
        <p:spPr/>
        <p:txBody>
          <a:bodyPr/>
          <a:lstStyle/>
          <a:p>
            <a:r>
              <a:rPr lang="en-US" dirty="0"/>
              <a:t>Initial Configuration</a:t>
            </a:r>
          </a:p>
        </p:txBody>
      </p:sp>
      <p:sp>
        <p:nvSpPr>
          <p:cNvPr id="3" name="Content Placeholder 2">
            <a:extLst>
              <a:ext uri="{FF2B5EF4-FFF2-40B4-BE49-F238E27FC236}">
                <a16:creationId xmlns:a16="http://schemas.microsoft.com/office/drawing/2014/main" id="{C43FF21B-B6F5-BF45-BECC-A75945C70980}"/>
              </a:ext>
            </a:extLst>
          </p:cNvPr>
          <p:cNvSpPr>
            <a:spLocks noGrp="1"/>
          </p:cNvSpPr>
          <p:nvPr>
            <p:ph idx="1"/>
          </p:nvPr>
        </p:nvSpPr>
        <p:spPr>
          <a:xfrm>
            <a:off x="838200" y="1414021"/>
            <a:ext cx="10515600" cy="5260156"/>
          </a:xfrm>
        </p:spPr>
        <p:txBody>
          <a:bodyPr>
            <a:normAutofit fontScale="85000" lnSpcReduction="20000"/>
          </a:bodyPr>
          <a:lstStyle/>
          <a:p>
            <a:r>
              <a:rPr lang="en-US" dirty="0"/>
              <a:t>Switch to the “</a:t>
            </a:r>
            <a:r>
              <a:rPr lang="en-US" dirty="0" err="1"/>
              <a:t>tak</a:t>
            </a:r>
            <a:r>
              <a:rPr lang="en-US" dirty="0"/>
              <a:t>” user</a:t>
            </a:r>
          </a:p>
          <a:p>
            <a:pPr lvl="1"/>
            <a:r>
              <a:rPr lang="en-US" b="1" dirty="0"/>
              <a:t>sudo </a:t>
            </a:r>
            <a:r>
              <a:rPr lang="en-US" b="1" dirty="0" err="1"/>
              <a:t>su</a:t>
            </a:r>
            <a:r>
              <a:rPr lang="en-US" b="1" dirty="0"/>
              <a:t> </a:t>
            </a:r>
            <a:r>
              <a:rPr lang="en-US" b="1" dirty="0" err="1"/>
              <a:t>tak</a:t>
            </a:r>
            <a:endParaRPr lang="en-US" b="1" dirty="0"/>
          </a:p>
          <a:p>
            <a:r>
              <a:rPr lang="en-US" dirty="0"/>
              <a:t>Change the directory</a:t>
            </a:r>
          </a:p>
          <a:p>
            <a:pPr lvl="1"/>
            <a:r>
              <a:rPr lang="en-US" b="1" dirty="0"/>
              <a:t>cd /opt/</a:t>
            </a:r>
            <a:r>
              <a:rPr lang="en-US" b="1" dirty="0" err="1"/>
              <a:t>tak</a:t>
            </a:r>
            <a:r>
              <a:rPr lang="en-US" b="1" dirty="0"/>
              <a:t>/certs</a:t>
            </a:r>
          </a:p>
          <a:p>
            <a:r>
              <a:rPr lang="en-US" dirty="0"/>
              <a:t>Open the file</a:t>
            </a:r>
          </a:p>
          <a:p>
            <a:pPr lvl="1"/>
            <a:r>
              <a:rPr lang="en-US" b="1" dirty="0"/>
              <a:t>vi cert-metadata.sh</a:t>
            </a:r>
          </a:p>
          <a:p>
            <a:pPr lvl="1"/>
            <a:r>
              <a:rPr lang="en-US" dirty="0"/>
              <a:t>To edit the file press “</a:t>
            </a:r>
            <a:r>
              <a:rPr lang="en-US" dirty="0" err="1"/>
              <a:t>i</a:t>
            </a:r>
            <a:r>
              <a:rPr lang="en-US" dirty="0"/>
              <a:t>” </a:t>
            </a:r>
          </a:p>
          <a:p>
            <a:pPr lvl="1"/>
            <a:r>
              <a:rPr lang="en-US" dirty="0"/>
              <a:t>Change the following fields: (additional instructions are at the top)</a:t>
            </a:r>
          </a:p>
          <a:p>
            <a:pPr lvl="2"/>
            <a:r>
              <a:rPr lang="en-US" dirty="0"/>
              <a:t>COUNTRY=&lt;enter country&gt;</a:t>
            </a:r>
          </a:p>
          <a:p>
            <a:pPr lvl="2"/>
            <a:r>
              <a:rPr lang="en-US" dirty="0"/>
              <a:t>STATE=&lt;enter state&gt;</a:t>
            </a:r>
          </a:p>
          <a:p>
            <a:pPr lvl="2"/>
            <a:r>
              <a:rPr lang="en-US" dirty="0"/>
              <a:t>CITY=&lt;enter city&gt;</a:t>
            </a:r>
          </a:p>
          <a:p>
            <a:pPr lvl="2"/>
            <a:r>
              <a:rPr lang="en-US" dirty="0"/>
              <a:t>ORGANIZATION=&lt;enter org&gt;</a:t>
            </a:r>
          </a:p>
          <a:p>
            <a:pPr lvl="2"/>
            <a:r>
              <a:rPr lang="en-US" dirty="0"/>
              <a:t>ORGANIZATION UNIT=&lt;enter org unit&gt;</a:t>
            </a:r>
          </a:p>
          <a:p>
            <a:pPr lvl="1"/>
            <a:r>
              <a:rPr lang="en-US" dirty="0"/>
              <a:t>Optionally you can modify the password for the cert located at “</a:t>
            </a:r>
            <a:r>
              <a:rPr lang="en-US" dirty="0" err="1"/>
              <a:t>atakatak</a:t>
            </a:r>
            <a:r>
              <a:rPr lang="en-US" dirty="0"/>
              <a:t>” leaving the “-” before it</a:t>
            </a:r>
          </a:p>
          <a:p>
            <a:pPr lvl="1"/>
            <a:r>
              <a:rPr lang="en-US" dirty="0"/>
              <a:t>To exit: </a:t>
            </a:r>
          </a:p>
          <a:p>
            <a:pPr lvl="2"/>
            <a:r>
              <a:rPr lang="en-US" dirty="0"/>
              <a:t>Press the “esc” key</a:t>
            </a:r>
          </a:p>
          <a:p>
            <a:pPr lvl="2"/>
            <a:r>
              <a:rPr lang="en-US" dirty="0"/>
              <a:t>Type the following: :</a:t>
            </a:r>
            <a:r>
              <a:rPr lang="en-US" dirty="0" err="1"/>
              <a:t>wq</a:t>
            </a:r>
            <a:r>
              <a:rPr lang="en-US" dirty="0"/>
              <a:t>!</a:t>
            </a:r>
          </a:p>
        </p:txBody>
      </p:sp>
      <p:pic>
        <p:nvPicPr>
          <p:cNvPr id="5" name="Picture 4">
            <a:extLst>
              <a:ext uri="{FF2B5EF4-FFF2-40B4-BE49-F238E27FC236}">
                <a16:creationId xmlns:a16="http://schemas.microsoft.com/office/drawing/2014/main" id="{020075F9-C252-6F70-8A31-54A2BF9C958F}"/>
              </a:ext>
            </a:extLst>
          </p:cNvPr>
          <p:cNvPicPr>
            <a:picLocks noChangeAspect="1"/>
          </p:cNvPicPr>
          <p:nvPr/>
        </p:nvPicPr>
        <p:blipFill>
          <a:blip r:embed="rId4"/>
          <a:stretch>
            <a:fillRect/>
          </a:stretch>
        </p:blipFill>
        <p:spPr>
          <a:xfrm>
            <a:off x="6249971" y="1269538"/>
            <a:ext cx="4258654" cy="2296475"/>
          </a:xfrm>
          <a:prstGeom prst="rect">
            <a:avLst/>
          </a:prstGeom>
        </p:spPr>
      </p:pic>
    </p:spTree>
    <p:extLst>
      <p:ext uri="{BB962C8B-B14F-4D97-AF65-F5344CB8AC3E}">
        <p14:creationId xmlns:p14="http://schemas.microsoft.com/office/powerpoint/2010/main" val="2027460173"/>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B07A4-7A3B-3391-15E7-34F46051A4EE}"/>
              </a:ext>
            </a:extLst>
          </p:cNvPr>
          <p:cNvSpPr>
            <a:spLocks noGrp="1"/>
          </p:cNvSpPr>
          <p:nvPr>
            <p:ph type="title"/>
          </p:nvPr>
        </p:nvSpPr>
        <p:spPr/>
        <p:txBody>
          <a:bodyPr/>
          <a:lstStyle/>
          <a:p>
            <a:r>
              <a:rPr lang="en-US" dirty="0"/>
              <a:t>Initial Configuration </a:t>
            </a:r>
          </a:p>
        </p:txBody>
      </p:sp>
      <p:sp>
        <p:nvSpPr>
          <p:cNvPr id="3" name="Content Placeholder 2">
            <a:extLst>
              <a:ext uri="{FF2B5EF4-FFF2-40B4-BE49-F238E27FC236}">
                <a16:creationId xmlns:a16="http://schemas.microsoft.com/office/drawing/2014/main" id="{C6C550F1-FE93-B7D2-EFD3-F4CC33BD6E3C}"/>
              </a:ext>
            </a:extLst>
          </p:cNvPr>
          <p:cNvSpPr>
            <a:spLocks noGrp="1"/>
          </p:cNvSpPr>
          <p:nvPr>
            <p:ph idx="1"/>
          </p:nvPr>
        </p:nvSpPr>
        <p:spPr/>
        <p:txBody>
          <a:bodyPr/>
          <a:lstStyle/>
          <a:p>
            <a:r>
              <a:rPr lang="en-US" dirty="0"/>
              <a:t>Creating the Root Certificate Authority</a:t>
            </a:r>
          </a:p>
          <a:p>
            <a:pPr lvl="1"/>
            <a:r>
              <a:rPr lang="en-US" b="1" dirty="0"/>
              <a:t>./makeRootCa.sh</a:t>
            </a:r>
            <a:r>
              <a:rPr lang="en-US" dirty="0"/>
              <a:t>      </a:t>
            </a:r>
            <a:r>
              <a:rPr lang="en-US" b="1" dirty="0"/>
              <a:t>or      ./makeRootCa.sh --ca-name &lt;</a:t>
            </a:r>
            <a:r>
              <a:rPr lang="en-US" b="1" dirty="0" err="1"/>
              <a:t>CommonName</a:t>
            </a:r>
            <a:r>
              <a:rPr lang="en-US" b="1" dirty="0"/>
              <a:t>&gt;</a:t>
            </a:r>
          </a:p>
          <a:p>
            <a:pPr lvl="2"/>
            <a:r>
              <a:rPr lang="en-US" dirty="0"/>
              <a:t>Example: </a:t>
            </a:r>
            <a:r>
              <a:rPr lang="en-US" b="1" dirty="0"/>
              <a:t>./makeRootCa.sh --ca-name TAK-ROOT-CA-01</a:t>
            </a:r>
          </a:p>
          <a:p>
            <a:r>
              <a:rPr lang="en-US" dirty="0"/>
              <a:t>Creating the Intermediate Certificate Authority</a:t>
            </a:r>
          </a:p>
          <a:p>
            <a:pPr lvl="1"/>
            <a:r>
              <a:rPr lang="en-US" b="1" dirty="0"/>
              <a:t>./makeCert.sh ca      </a:t>
            </a:r>
            <a:r>
              <a:rPr lang="en-US" dirty="0"/>
              <a:t>or      </a:t>
            </a:r>
            <a:r>
              <a:rPr lang="en-US" b="1" dirty="0"/>
              <a:t>./makeCert.sh ca &lt;</a:t>
            </a:r>
            <a:r>
              <a:rPr lang="en-US" b="1" dirty="0" err="1"/>
              <a:t>CommonName</a:t>
            </a:r>
            <a:r>
              <a:rPr lang="en-US" b="1" dirty="0"/>
              <a:t>&gt; </a:t>
            </a:r>
          </a:p>
          <a:p>
            <a:pPr lvl="2"/>
            <a:r>
              <a:rPr lang="en-US" dirty="0"/>
              <a:t>Example: </a:t>
            </a:r>
            <a:r>
              <a:rPr lang="en-US" b="1" dirty="0"/>
              <a:t>./makeCert.sh ca TAK-ID-CA-01</a:t>
            </a:r>
          </a:p>
          <a:p>
            <a:pPr lvl="1"/>
            <a:r>
              <a:rPr lang="en-US" dirty="0"/>
              <a:t>Once you hit enter it’ll come to a point where it’ll ask you: “Do you want me to move files around” </a:t>
            </a:r>
          </a:p>
          <a:p>
            <a:pPr lvl="2"/>
            <a:r>
              <a:rPr lang="en-US" dirty="0"/>
              <a:t>type: y</a:t>
            </a:r>
          </a:p>
          <a:p>
            <a:pPr lvl="2"/>
            <a:r>
              <a:rPr lang="en-US" dirty="0"/>
              <a:t>hit enter</a:t>
            </a:r>
          </a:p>
          <a:p>
            <a:pPr lvl="1"/>
            <a:endParaRPr lang="en-US" dirty="0"/>
          </a:p>
          <a:p>
            <a:pPr lvl="1"/>
            <a:endParaRPr lang="en-US" dirty="0"/>
          </a:p>
        </p:txBody>
      </p:sp>
      <p:pic>
        <p:nvPicPr>
          <p:cNvPr id="5" name="Picture 4">
            <a:extLst>
              <a:ext uri="{FF2B5EF4-FFF2-40B4-BE49-F238E27FC236}">
                <a16:creationId xmlns:a16="http://schemas.microsoft.com/office/drawing/2014/main" id="{00509B14-0EE8-B003-7C89-3DF8586C57CA}"/>
              </a:ext>
            </a:extLst>
          </p:cNvPr>
          <p:cNvPicPr>
            <a:picLocks noChangeAspect="1"/>
          </p:cNvPicPr>
          <p:nvPr/>
        </p:nvPicPr>
        <p:blipFill>
          <a:blip r:embed="rId4"/>
          <a:stretch>
            <a:fillRect/>
          </a:stretch>
        </p:blipFill>
        <p:spPr>
          <a:xfrm>
            <a:off x="7207995" y="786993"/>
            <a:ext cx="4582164" cy="1381318"/>
          </a:xfrm>
          <a:prstGeom prst="rect">
            <a:avLst/>
          </a:prstGeom>
        </p:spPr>
      </p:pic>
      <p:pic>
        <p:nvPicPr>
          <p:cNvPr id="7" name="Picture 6">
            <a:extLst>
              <a:ext uri="{FF2B5EF4-FFF2-40B4-BE49-F238E27FC236}">
                <a16:creationId xmlns:a16="http://schemas.microsoft.com/office/drawing/2014/main" id="{0791F5CC-133C-2015-C605-F4E472C51DAC}"/>
              </a:ext>
            </a:extLst>
          </p:cNvPr>
          <p:cNvPicPr>
            <a:picLocks noChangeAspect="1"/>
          </p:cNvPicPr>
          <p:nvPr/>
        </p:nvPicPr>
        <p:blipFill>
          <a:blip r:embed="rId5"/>
          <a:stretch>
            <a:fillRect/>
          </a:stretch>
        </p:blipFill>
        <p:spPr>
          <a:xfrm>
            <a:off x="7828037" y="4689690"/>
            <a:ext cx="4288548" cy="2040903"/>
          </a:xfrm>
          <a:prstGeom prst="rect">
            <a:avLst/>
          </a:prstGeom>
        </p:spPr>
      </p:pic>
    </p:spTree>
    <p:extLst>
      <p:ext uri="{BB962C8B-B14F-4D97-AF65-F5344CB8AC3E}">
        <p14:creationId xmlns:p14="http://schemas.microsoft.com/office/powerpoint/2010/main" val="3644094034"/>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88BAF-6AAC-38D1-1646-A9A3FC6006A0}"/>
              </a:ext>
            </a:extLst>
          </p:cNvPr>
          <p:cNvSpPr>
            <a:spLocks noGrp="1"/>
          </p:cNvSpPr>
          <p:nvPr>
            <p:ph type="title"/>
          </p:nvPr>
        </p:nvSpPr>
        <p:spPr/>
        <p:txBody>
          <a:bodyPr/>
          <a:lstStyle/>
          <a:p>
            <a:r>
              <a:rPr lang="en-US" dirty="0"/>
              <a:t>Initial Configuration</a:t>
            </a:r>
          </a:p>
        </p:txBody>
      </p:sp>
      <p:sp>
        <p:nvSpPr>
          <p:cNvPr id="3" name="Content Placeholder 2">
            <a:extLst>
              <a:ext uri="{FF2B5EF4-FFF2-40B4-BE49-F238E27FC236}">
                <a16:creationId xmlns:a16="http://schemas.microsoft.com/office/drawing/2014/main" id="{5B95D81B-4850-0C1C-4154-C944CA65A9C0}"/>
              </a:ext>
            </a:extLst>
          </p:cNvPr>
          <p:cNvSpPr>
            <a:spLocks noGrp="1"/>
          </p:cNvSpPr>
          <p:nvPr>
            <p:ph idx="1"/>
          </p:nvPr>
        </p:nvSpPr>
        <p:spPr>
          <a:xfrm>
            <a:off x="838200" y="1611984"/>
            <a:ext cx="10515600" cy="4564979"/>
          </a:xfrm>
        </p:spPr>
        <p:txBody>
          <a:bodyPr/>
          <a:lstStyle/>
          <a:p>
            <a:r>
              <a:rPr lang="en-US" dirty="0"/>
              <a:t>Creating the Server Certificate</a:t>
            </a:r>
          </a:p>
          <a:p>
            <a:pPr lvl="1"/>
            <a:r>
              <a:rPr lang="en-US" b="1" dirty="0"/>
              <a:t>./makeCert.sh server </a:t>
            </a:r>
            <a:r>
              <a:rPr lang="en-US" b="1" dirty="0" err="1"/>
              <a:t>takserver</a:t>
            </a:r>
            <a:endParaRPr lang="en-US" b="1" dirty="0"/>
          </a:p>
          <a:p>
            <a:pPr lvl="1"/>
            <a:r>
              <a:rPr lang="en-US" dirty="0"/>
              <a:t>By default, the name is </a:t>
            </a:r>
            <a:r>
              <a:rPr lang="en-US" dirty="0" err="1"/>
              <a:t>takserver</a:t>
            </a:r>
            <a:r>
              <a:rPr lang="en-US" dirty="0"/>
              <a:t>, if you wish to use a different name, we will need to update our files.</a:t>
            </a:r>
          </a:p>
          <a:p>
            <a:pPr lvl="2"/>
            <a:r>
              <a:rPr lang="en-US" b="1" dirty="0"/>
              <a:t>sed -</a:t>
            </a:r>
            <a:r>
              <a:rPr lang="en-US" b="1" dirty="0" err="1"/>
              <a:t>i</a:t>
            </a:r>
            <a:r>
              <a:rPr lang="en-US" b="1" dirty="0"/>
              <a:t> 's/</a:t>
            </a:r>
            <a:r>
              <a:rPr lang="en-US" b="1" dirty="0" err="1"/>
              <a:t>takserver</a:t>
            </a:r>
            <a:r>
              <a:rPr lang="en-US" b="1" dirty="0"/>
              <a:t>/&lt;</a:t>
            </a:r>
            <a:r>
              <a:rPr lang="en-US" b="1" dirty="0" err="1"/>
              <a:t>TAKServerName</a:t>
            </a:r>
            <a:r>
              <a:rPr lang="en-US" b="1" dirty="0"/>
              <a:t>&gt;/g' /opt/</a:t>
            </a:r>
            <a:r>
              <a:rPr lang="en-US" b="1" dirty="0" err="1"/>
              <a:t>tak</a:t>
            </a:r>
            <a:r>
              <a:rPr lang="en-US" b="1" dirty="0"/>
              <a:t>/CoreConfig.example.xml</a:t>
            </a:r>
          </a:p>
          <a:p>
            <a:pPr lvl="2"/>
            <a:endParaRPr lang="en-US" dirty="0"/>
          </a:p>
        </p:txBody>
      </p:sp>
      <p:pic>
        <p:nvPicPr>
          <p:cNvPr id="5" name="Picture 4">
            <a:extLst>
              <a:ext uri="{FF2B5EF4-FFF2-40B4-BE49-F238E27FC236}">
                <a16:creationId xmlns:a16="http://schemas.microsoft.com/office/drawing/2014/main" id="{D242E78B-7759-6994-DCDF-68BFCD5D037D}"/>
              </a:ext>
            </a:extLst>
          </p:cNvPr>
          <p:cNvPicPr>
            <a:picLocks noChangeAspect="1"/>
          </p:cNvPicPr>
          <p:nvPr/>
        </p:nvPicPr>
        <p:blipFill>
          <a:blip r:embed="rId4"/>
          <a:stretch>
            <a:fillRect/>
          </a:stretch>
        </p:blipFill>
        <p:spPr>
          <a:xfrm>
            <a:off x="3347654" y="3894473"/>
            <a:ext cx="5496692" cy="2019582"/>
          </a:xfrm>
          <a:prstGeom prst="rect">
            <a:avLst/>
          </a:prstGeom>
        </p:spPr>
      </p:pic>
    </p:spTree>
    <p:extLst>
      <p:ext uri="{BB962C8B-B14F-4D97-AF65-F5344CB8AC3E}">
        <p14:creationId xmlns:p14="http://schemas.microsoft.com/office/powerpoint/2010/main" val="649712854"/>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33C25-1038-6719-C626-3C901C61CC1B}"/>
              </a:ext>
            </a:extLst>
          </p:cNvPr>
          <p:cNvSpPr>
            <a:spLocks noGrp="1"/>
          </p:cNvSpPr>
          <p:nvPr>
            <p:ph type="title"/>
          </p:nvPr>
        </p:nvSpPr>
        <p:spPr/>
        <p:txBody>
          <a:bodyPr/>
          <a:lstStyle/>
          <a:p>
            <a:r>
              <a:rPr lang="en-US" dirty="0"/>
              <a:t>Initial Configuration</a:t>
            </a:r>
          </a:p>
        </p:txBody>
      </p:sp>
      <p:sp>
        <p:nvSpPr>
          <p:cNvPr id="3" name="Content Placeholder 2">
            <a:extLst>
              <a:ext uri="{FF2B5EF4-FFF2-40B4-BE49-F238E27FC236}">
                <a16:creationId xmlns:a16="http://schemas.microsoft.com/office/drawing/2014/main" id="{9090A87F-E280-D475-4A3B-648A65D9CD39}"/>
              </a:ext>
            </a:extLst>
          </p:cNvPr>
          <p:cNvSpPr>
            <a:spLocks noGrp="1"/>
          </p:cNvSpPr>
          <p:nvPr>
            <p:ph idx="1"/>
          </p:nvPr>
        </p:nvSpPr>
        <p:spPr>
          <a:xfrm>
            <a:off x="838199" y="1825625"/>
            <a:ext cx="10822757" cy="4351338"/>
          </a:xfrm>
        </p:spPr>
        <p:txBody>
          <a:bodyPr/>
          <a:lstStyle/>
          <a:p>
            <a:r>
              <a:rPr lang="en-US" dirty="0"/>
              <a:t>Modifying the Core Configuration</a:t>
            </a:r>
          </a:p>
          <a:p>
            <a:pPr lvl="1"/>
            <a:r>
              <a:rPr lang="en-US" dirty="0"/>
              <a:t>Modify the default </a:t>
            </a:r>
            <a:r>
              <a:rPr lang="en-US" dirty="0" err="1"/>
              <a:t>truststore</a:t>
            </a:r>
            <a:r>
              <a:rPr lang="en-US" dirty="0"/>
              <a:t>-root with out new </a:t>
            </a:r>
            <a:r>
              <a:rPr lang="en-US" dirty="0" err="1"/>
              <a:t>truststore</a:t>
            </a:r>
            <a:r>
              <a:rPr lang="en-US" dirty="0"/>
              <a:t>-&lt;</a:t>
            </a:r>
            <a:r>
              <a:rPr lang="en-US" dirty="0" err="1"/>
              <a:t>CommonName</a:t>
            </a:r>
            <a:r>
              <a:rPr lang="en-US" dirty="0"/>
              <a:t>&gt;</a:t>
            </a:r>
          </a:p>
          <a:p>
            <a:pPr lvl="2"/>
            <a:r>
              <a:rPr lang="en-US" b="1" dirty="0"/>
              <a:t>sed -</a:t>
            </a:r>
            <a:r>
              <a:rPr lang="en-US" b="1" dirty="0" err="1"/>
              <a:t>i</a:t>
            </a:r>
            <a:r>
              <a:rPr lang="en-US" b="1" dirty="0"/>
              <a:t> 's/</a:t>
            </a:r>
            <a:r>
              <a:rPr lang="en-US" b="1" dirty="0" err="1"/>
              <a:t>truststore</a:t>
            </a:r>
            <a:r>
              <a:rPr lang="en-US" b="1" dirty="0"/>
              <a:t>-root/</a:t>
            </a:r>
            <a:r>
              <a:rPr lang="en-US" b="1" dirty="0" err="1"/>
              <a:t>truststore</a:t>
            </a:r>
            <a:r>
              <a:rPr lang="en-US" b="1" dirty="0"/>
              <a:t>-&lt;</a:t>
            </a:r>
            <a:r>
              <a:rPr lang="en-US" b="1" dirty="0" err="1"/>
              <a:t>CACommonName</a:t>
            </a:r>
            <a:r>
              <a:rPr lang="en-US" b="1" dirty="0"/>
              <a:t>&gt;/g' /opt/</a:t>
            </a:r>
            <a:r>
              <a:rPr lang="en-US" b="1" dirty="0" err="1"/>
              <a:t>tak</a:t>
            </a:r>
            <a:r>
              <a:rPr lang="en-US" b="1" dirty="0"/>
              <a:t>/CoreConfig.example.xml</a:t>
            </a:r>
          </a:p>
          <a:p>
            <a:pPr lvl="4"/>
            <a:r>
              <a:rPr lang="en-US" dirty="0"/>
              <a:t>Example: </a:t>
            </a:r>
            <a:r>
              <a:rPr lang="en-US" b="1" dirty="0"/>
              <a:t>sed -</a:t>
            </a:r>
            <a:r>
              <a:rPr lang="en-US" b="1" dirty="0" err="1"/>
              <a:t>i</a:t>
            </a:r>
            <a:r>
              <a:rPr lang="en-US" b="1" dirty="0"/>
              <a:t> 's/</a:t>
            </a:r>
            <a:r>
              <a:rPr lang="en-US" b="1" dirty="0" err="1"/>
              <a:t>truststore</a:t>
            </a:r>
            <a:r>
              <a:rPr lang="en-US" b="1" dirty="0"/>
              <a:t>-root/truststore-TAK-ID-CA-01/g' /opt/</a:t>
            </a:r>
            <a:r>
              <a:rPr lang="en-US" b="1" dirty="0" err="1"/>
              <a:t>tak</a:t>
            </a:r>
            <a:r>
              <a:rPr lang="en-US" b="1" dirty="0"/>
              <a:t>/CoreConfig.example.xml</a:t>
            </a:r>
          </a:p>
          <a:p>
            <a:pPr lvl="4"/>
            <a:r>
              <a:rPr lang="en-US" dirty="0"/>
              <a:t>You can verify the changes by running to following command: </a:t>
            </a:r>
          </a:p>
          <a:p>
            <a:pPr lvl="5"/>
            <a:r>
              <a:rPr lang="en-US" b="1" dirty="0"/>
              <a:t>cat /opt/</a:t>
            </a:r>
            <a:r>
              <a:rPr lang="en-US" b="1" dirty="0" err="1"/>
              <a:t>tak</a:t>
            </a:r>
            <a:r>
              <a:rPr lang="en-US" b="1" dirty="0"/>
              <a:t>/CoreConfig.example.xml | grep </a:t>
            </a:r>
            <a:r>
              <a:rPr lang="en-US" b="1" dirty="0" err="1"/>
              <a:t>truststore</a:t>
            </a:r>
            <a:r>
              <a:rPr lang="en-US" b="1" dirty="0"/>
              <a:t>-</a:t>
            </a:r>
          </a:p>
          <a:p>
            <a:pPr lvl="2"/>
            <a:r>
              <a:rPr lang="en-US" dirty="0"/>
              <a:t>If you changed the password for the certificates, you would also need to update that within the CoreConfig.example.xml file. </a:t>
            </a:r>
          </a:p>
          <a:p>
            <a:pPr lvl="3"/>
            <a:r>
              <a:rPr lang="en-US" b="1" dirty="0"/>
              <a:t>sed -</a:t>
            </a:r>
            <a:r>
              <a:rPr lang="en-US" b="1" dirty="0" err="1"/>
              <a:t>i</a:t>
            </a:r>
            <a:r>
              <a:rPr lang="en-US" b="1" dirty="0"/>
              <a:t> ‘s/</a:t>
            </a:r>
            <a:r>
              <a:rPr lang="en-US" b="1" dirty="0" err="1"/>
              <a:t>atakatak</a:t>
            </a:r>
            <a:r>
              <a:rPr lang="en-US" b="1" dirty="0"/>
              <a:t>/&lt;password&gt;/g’ /opt/</a:t>
            </a:r>
            <a:r>
              <a:rPr lang="en-US" b="1" dirty="0" err="1"/>
              <a:t>tak</a:t>
            </a:r>
            <a:r>
              <a:rPr lang="en-US" b="1" dirty="0"/>
              <a:t>/CoreConfig.example.xml </a:t>
            </a:r>
          </a:p>
        </p:txBody>
      </p:sp>
      <p:pic>
        <p:nvPicPr>
          <p:cNvPr id="5" name="Picture 4">
            <a:extLst>
              <a:ext uri="{FF2B5EF4-FFF2-40B4-BE49-F238E27FC236}">
                <a16:creationId xmlns:a16="http://schemas.microsoft.com/office/drawing/2014/main" id="{CD1E55FC-8E88-850F-E291-81D83511940E}"/>
              </a:ext>
            </a:extLst>
          </p:cNvPr>
          <p:cNvPicPr>
            <a:picLocks noChangeAspect="1"/>
          </p:cNvPicPr>
          <p:nvPr/>
        </p:nvPicPr>
        <p:blipFill>
          <a:blip r:embed="rId4"/>
          <a:stretch>
            <a:fillRect/>
          </a:stretch>
        </p:blipFill>
        <p:spPr>
          <a:xfrm>
            <a:off x="1861546" y="5473583"/>
            <a:ext cx="8468907" cy="838317"/>
          </a:xfrm>
          <a:prstGeom prst="rect">
            <a:avLst/>
          </a:prstGeom>
        </p:spPr>
      </p:pic>
    </p:spTree>
    <p:extLst>
      <p:ext uri="{BB962C8B-B14F-4D97-AF65-F5344CB8AC3E}">
        <p14:creationId xmlns:p14="http://schemas.microsoft.com/office/powerpoint/2010/main" val="554448316"/>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9A292-B332-17BD-5D66-6D5324521927}"/>
              </a:ext>
            </a:extLst>
          </p:cNvPr>
          <p:cNvSpPr>
            <a:spLocks noGrp="1"/>
          </p:cNvSpPr>
          <p:nvPr>
            <p:ph type="title"/>
          </p:nvPr>
        </p:nvSpPr>
        <p:spPr/>
        <p:txBody>
          <a:bodyPr/>
          <a:lstStyle/>
          <a:p>
            <a:r>
              <a:rPr lang="en-US" dirty="0"/>
              <a:t>Initial Configuration - Starting the TAK Server</a:t>
            </a:r>
          </a:p>
        </p:txBody>
      </p:sp>
      <p:sp>
        <p:nvSpPr>
          <p:cNvPr id="3" name="Content Placeholder 2">
            <a:extLst>
              <a:ext uri="{FF2B5EF4-FFF2-40B4-BE49-F238E27FC236}">
                <a16:creationId xmlns:a16="http://schemas.microsoft.com/office/drawing/2014/main" id="{7C4E074E-DFD1-1BC1-3A54-AF972ED50AD9}"/>
              </a:ext>
            </a:extLst>
          </p:cNvPr>
          <p:cNvSpPr>
            <a:spLocks noGrp="1"/>
          </p:cNvSpPr>
          <p:nvPr>
            <p:ph idx="1"/>
          </p:nvPr>
        </p:nvSpPr>
        <p:spPr/>
        <p:txBody>
          <a:bodyPr/>
          <a:lstStyle/>
          <a:p>
            <a:r>
              <a:rPr lang="en-US" dirty="0"/>
              <a:t>Exit out of the </a:t>
            </a:r>
            <a:r>
              <a:rPr lang="en-US" dirty="0" err="1"/>
              <a:t>tak</a:t>
            </a:r>
            <a:r>
              <a:rPr lang="en-US" dirty="0"/>
              <a:t> user session</a:t>
            </a:r>
          </a:p>
          <a:p>
            <a:pPr lvl="1"/>
            <a:r>
              <a:rPr lang="en-US" b="1" dirty="0"/>
              <a:t>exit</a:t>
            </a:r>
          </a:p>
          <a:p>
            <a:r>
              <a:rPr lang="en-US" dirty="0"/>
              <a:t>Enable the </a:t>
            </a:r>
            <a:r>
              <a:rPr lang="en-US" dirty="0" err="1"/>
              <a:t>takserver.service</a:t>
            </a:r>
            <a:r>
              <a:rPr lang="en-US" dirty="0"/>
              <a:t>, allowing it to start at system startup</a:t>
            </a:r>
          </a:p>
          <a:p>
            <a:pPr lvl="1"/>
            <a:r>
              <a:rPr lang="en-US" b="1" dirty="0"/>
              <a:t>sudo </a:t>
            </a:r>
            <a:r>
              <a:rPr lang="en-US" b="1" dirty="0" err="1"/>
              <a:t>systemctl</a:t>
            </a:r>
            <a:r>
              <a:rPr lang="en-US" b="1" dirty="0"/>
              <a:t> enable </a:t>
            </a:r>
            <a:r>
              <a:rPr lang="en-US" b="1" dirty="0" err="1"/>
              <a:t>takserver.service</a:t>
            </a:r>
            <a:endParaRPr lang="en-US" b="1" dirty="0"/>
          </a:p>
          <a:p>
            <a:r>
              <a:rPr lang="en-US" dirty="0"/>
              <a:t>Start the TAK Server service</a:t>
            </a:r>
          </a:p>
          <a:p>
            <a:pPr lvl="1"/>
            <a:r>
              <a:rPr lang="en-US" b="1" dirty="0"/>
              <a:t>sudo </a:t>
            </a:r>
            <a:r>
              <a:rPr lang="en-US" b="1" dirty="0" err="1"/>
              <a:t>systemctl</a:t>
            </a:r>
            <a:r>
              <a:rPr lang="en-US" b="1" dirty="0"/>
              <a:t> start </a:t>
            </a:r>
            <a:r>
              <a:rPr lang="en-US" b="1" dirty="0" err="1"/>
              <a:t>takserver.service</a:t>
            </a:r>
            <a:endParaRPr lang="en-US" b="1" dirty="0"/>
          </a:p>
        </p:txBody>
      </p:sp>
      <p:pic>
        <p:nvPicPr>
          <p:cNvPr id="5" name="Picture 4">
            <a:extLst>
              <a:ext uri="{FF2B5EF4-FFF2-40B4-BE49-F238E27FC236}">
                <a16:creationId xmlns:a16="http://schemas.microsoft.com/office/drawing/2014/main" id="{635D7D4E-EC49-705C-D465-29E221E78C1D}"/>
              </a:ext>
            </a:extLst>
          </p:cNvPr>
          <p:cNvPicPr>
            <a:picLocks noChangeAspect="1"/>
          </p:cNvPicPr>
          <p:nvPr/>
        </p:nvPicPr>
        <p:blipFill>
          <a:blip r:embed="rId2"/>
          <a:stretch>
            <a:fillRect/>
          </a:stretch>
        </p:blipFill>
        <p:spPr>
          <a:xfrm>
            <a:off x="3347654" y="4775824"/>
            <a:ext cx="5496692" cy="1133633"/>
          </a:xfrm>
          <a:prstGeom prst="rect">
            <a:avLst/>
          </a:prstGeom>
        </p:spPr>
      </p:pic>
    </p:spTree>
    <p:extLst>
      <p:ext uri="{BB962C8B-B14F-4D97-AF65-F5344CB8AC3E}">
        <p14:creationId xmlns:p14="http://schemas.microsoft.com/office/powerpoint/2010/main" val="3739513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671C0-79CA-C0C3-86A3-098352C97619}"/>
              </a:ext>
            </a:extLst>
          </p:cNvPr>
          <p:cNvSpPr>
            <a:spLocks noGrp="1"/>
          </p:cNvSpPr>
          <p:nvPr>
            <p:ph type="title"/>
          </p:nvPr>
        </p:nvSpPr>
        <p:spPr/>
        <p:txBody>
          <a:bodyPr/>
          <a:lstStyle/>
          <a:p>
            <a:r>
              <a:rPr lang="en-US" dirty="0"/>
              <a:t>Initial Configuration - Starting the TAK Server</a:t>
            </a:r>
          </a:p>
        </p:txBody>
      </p:sp>
      <p:sp>
        <p:nvSpPr>
          <p:cNvPr id="3" name="Content Placeholder 2">
            <a:extLst>
              <a:ext uri="{FF2B5EF4-FFF2-40B4-BE49-F238E27FC236}">
                <a16:creationId xmlns:a16="http://schemas.microsoft.com/office/drawing/2014/main" id="{1B4A5954-A379-8ABD-D699-2CEF69C77837}"/>
              </a:ext>
            </a:extLst>
          </p:cNvPr>
          <p:cNvSpPr>
            <a:spLocks noGrp="1"/>
          </p:cNvSpPr>
          <p:nvPr>
            <p:ph idx="1"/>
          </p:nvPr>
        </p:nvSpPr>
        <p:spPr>
          <a:xfrm>
            <a:off x="838200" y="1517715"/>
            <a:ext cx="10515600" cy="4659248"/>
          </a:xfrm>
        </p:spPr>
        <p:txBody>
          <a:bodyPr>
            <a:normAutofit/>
          </a:bodyPr>
          <a:lstStyle/>
          <a:p>
            <a:r>
              <a:rPr lang="en-US" dirty="0"/>
              <a:t>Verify the server is running: </a:t>
            </a:r>
          </a:p>
          <a:p>
            <a:pPr lvl="1"/>
            <a:r>
              <a:rPr lang="en-US" dirty="0"/>
              <a:t>Monitor the /opt/</a:t>
            </a:r>
            <a:r>
              <a:rPr lang="en-US" dirty="0" err="1"/>
              <a:t>tak</a:t>
            </a:r>
            <a:r>
              <a:rPr lang="en-US" dirty="0"/>
              <a:t>/logs/ directory for the takserver-messaging.log</a:t>
            </a:r>
          </a:p>
          <a:p>
            <a:pPr lvl="2"/>
            <a:r>
              <a:rPr lang="en-US" b="1" dirty="0"/>
              <a:t>ls -l /opt/</a:t>
            </a:r>
            <a:r>
              <a:rPr lang="en-US" b="1" dirty="0" err="1"/>
              <a:t>tak</a:t>
            </a:r>
            <a:r>
              <a:rPr lang="en-US" b="1" dirty="0"/>
              <a:t>/logs/</a:t>
            </a:r>
          </a:p>
          <a:p>
            <a:pPr lvl="3"/>
            <a:r>
              <a:rPr lang="en-US" dirty="0"/>
              <a:t>make sure the takserer-messaging.log file was created. </a:t>
            </a:r>
          </a:p>
          <a:p>
            <a:pPr lvl="1"/>
            <a:r>
              <a:rPr lang="en-US" dirty="0"/>
              <a:t>Tail a streaming output of the end of the log</a:t>
            </a:r>
          </a:p>
          <a:p>
            <a:pPr lvl="2"/>
            <a:r>
              <a:rPr lang="en-US" b="1" dirty="0"/>
              <a:t>tail -f /opt/</a:t>
            </a:r>
            <a:r>
              <a:rPr lang="en-US" b="1" dirty="0" err="1"/>
              <a:t>tak</a:t>
            </a:r>
            <a:r>
              <a:rPr lang="en-US" b="1" dirty="0"/>
              <a:t>/logs/takserver-messaging.log</a:t>
            </a:r>
          </a:p>
          <a:p>
            <a:pPr lvl="3"/>
            <a:r>
              <a:rPr lang="en-US" i="0" dirty="0">
                <a:solidFill>
                  <a:srgbClr val="333333"/>
                </a:solidFill>
                <a:effectLst/>
                <a:highlight>
                  <a:srgbClr val="FFFFFF"/>
                </a:highlight>
                <a:latin typeface="-apple-system"/>
              </a:rPr>
              <a:t>INFO </a:t>
            </a:r>
            <a:r>
              <a:rPr lang="en-US" i="0" dirty="0" err="1">
                <a:solidFill>
                  <a:srgbClr val="333333"/>
                </a:solidFill>
                <a:effectLst/>
                <a:highlight>
                  <a:srgbClr val="FFFFFF"/>
                </a:highlight>
                <a:latin typeface="-apple-system"/>
              </a:rPr>
              <a:t>c.b.marti.nio.netty.NioNettyBuilder</a:t>
            </a:r>
            <a:r>
              <a:rPr lang="en-US" i="0" dirty="0">
                <a:solidFill>
                  <a:srgbClr val="333333"/>
                </a:solidFill>
                <a:effectLst/>
                <a:highlight>
                  <a:srgbClr val="FFFFFF"/>
                </a:highlight>
                <a:latin typeface="-apple-system"/>
              </a:rPr>
              <a:t> - Successfully Started </a:t>
            </a:r>
            <a:r>
              <a:rPr lang="en-US" i="0" dirty="0" err="1">
                <a:solidFill>
                  <a:srgbClr val="333333"/>
                </a:solidFill>
                <a:effectLst/>
                <a:highlight>
                  <a:srgbClr val="FFFFFF"/>
                </a:highlight>
                <a:latin typeface="-apple-system"/>
              </a:rPr>
              <a:t>Netty</a:t>
            </a:r>
            <a:r>
              <a:rPr lang="en-US" i="0" dirty="0">
                <a:solidFill>
                  <a:srgbClr val="333333"/>
                </a:solidFill>
                <a:effectLst/>
                <a:highlight>
                  <a:srgbClr val="FFFFFF"/>
                </a:highlight>
                <a:latin typeface="-apple-system"/>
              </a:rPr>
              <a:t> Server for </a:t>
            </a:r>
            <a:r>
              <a:rPr lang="en-US" i="0" dirty="0" err="1">
                <a:solidFill>
                  <a:srgbClr val="333333"/>
                </a:solidFill>
                <a:effectLst/>
                <a:highlight>
                  <a:srgbClr val="FFFFFF"/>
                </a:highlight>
                <a:latin typeface="-apple-system"/>
              </a:rPr>
              <a:t>TlsServerInitializer</a:t>
            </a:r>
            <a:r>
              <a:rPr lang="en-US" i="0" dirty="0">
                <a:solidFill>
                  <a:srgbClr val="333333"/>
                </a:solidFill>
                <a:effectLst/>
                <a:highlight>
                  <a:srgbClr val="FFFFFF"/>
                </a:highlight>
                <a:latin typeface="-apple-system"/>
              </a:rPr>
              <a:t> on Port 8089 with watermark </a:t>
            </a:r>
            <a:r>
              <a:rPr lang="en-US" i="0" dirty="0" err="1">
                <a:solidFill>
                  <a:srgbClr val="333333"/>
                </a:solidFill>
                <a:effectLst/>
                <a:highlight>
                  <a:srgbClr val="FFFFFF"/>
                </a:highlight>
                <a:latin typeface="-apple-system"/>
              </a:rPr>
              <a:t>WriteBufferWaterMark</a:t>
            </a:r>
            <a:r>
              <a:rPr lang="en-US" i="0" dirty="0">
                <a:solidFill>
                  <a:srgbClr val="333333"/>
                </a:solidFill>
                <a:effectLst/>
                <a:highlight>
                  <a:srgbClr val="FFFFFF"/>
                </a:highlight>
                <a:latin typeface="-apple-system"/>
              </a:rPr>
              <a:t>(low: 2048, high: 4096)</a:t>
            </a:r>
          </a:p>
          <a:p>
            <a:pPr marL="2114550" lvl="4" indent="-285750"/>
            <a:r>
              <a:rPr lang="en-US" b="0" i="0" dirty="0">
                <a:solidFill>
                  <a:srgbClr val="333333"/>
                </a:solidFill>
                <a:effectLst/>
                <a:highlight>
                  <a:srgbClr val="FFFFFF"/>
                </a:highlight>
                <a:latin typeface="-apple-system"/>
              </a:rPr>
              <a:t>This lets us know that the client-to-server listener is started and is accepting clients</a:t>
            </a:r>
          </a:p>
          <a:p>
            <a:pPr lvl="3"/>
            <a:r>
              <a:rPr lang="en-US" i="0" dirty="0">
                <a:solidFill>
                  <a:srgbClr val="333333"/>
                </a:solidFill>
                <a:effectLst/>
                <a:highlight>
                  <a:srgbClr val="FFFFFF"/>
                </a:highlight>
                <a:latin typeface="-apple-system"/>
              </a:rPr>
              <a:t>INFO </a:t>
            </a:r>
            <a:r>
              <a:rPr lang="en-US" i="0" dirty="0" err="1">
                <a:solidFill>
                  <a:srgbClr val="333333"/>
                </a:solidFill>
                <a:effectLst/>
                <a:highlight>
                  <a:srgbClr val="FFFFFF"/>
                </a:highlight>
                <a:latin typeface="-apple-system"/>
              </a:rPr>
              <a:t>com.bbn.marti.nio.server.NioServer</a:t>
            </a:r>
            <a:r>
              <a:rPr lang="en-US" i="0" dirty="0">
                <a:solidFill>
                  <a:srgbClr val="333333"/>
                </a:solidFill>
                <a:effectLst/>
                <a:highlight>
                  <a:srgbClr val="FFFFFF"/>
                </a:highlight>
                <a:latin typeface="-apple-system"/>
              </a:rPr>
              <a:t> - Server started</a:t>
            </a:r>
          </a:p>
          <a:p>
            <a:pPr marL="2114550" lvl="4" indent="-285750"/>
            <a:r>
              <a:rPr lang="en-US" b="0" i="0" dirty="0">
                <a:solidFill>
                  <a:srgbClr val="333333"/>
                </a:solidFill>
                <a:effectLst/>
                <a:highlight>
                  <a:srgbClr val="FFFFFF"/>
                </a:highlight>
                <a:latin typeface="-apple-system"/>
              </a:rPr>
              <a:t>This tells us the services have started</a:t>
            </a:r>
          </a:p>
          <a:p>
            <a:pPr lvl="3"/>
            <a:r>
              <a:rPr lang="en-US" i="0" dirty="0">
                <a:solidFill>
                  <a:srgbClr val="333333"/>
                </a:solidFill>
                <a:effectLst/>
                <a:highlight>
                  <a:srgbClr val="FFFFFF"/>
                </a:highlight>
                <a:latin typeface="-apple-system"/>
              </a:rPr>
              <a:t>INFO </a:t>
            </a:r>
            <a:r>
              <a:rPr lang="en-US" i="0" dirty="0" err="1">
                <a:solidFill>
                  <a:srgbClr val="333333"/>
                </a:solidFill>
                <a:effectLst/>
                <a:highlight>
                  <a:srgbClr val="FFFFFF"/>
                </a:highlight>
                <a:latin typeface="-apple-system"/>
              </a:rPr>
              <a:t>com.bbn.marti.util.VersionBean</a:t>
            </a:r>
            <a:r>
              <a:rPr lang="en-US" i="0" dirty="0">
                <a:solidFill>
                  <a:srgbClr val="333333"/>
                </a:solidFill>
                <a:effectLst/>
                <a:highlight>
                  <a:srgbClr val="FFFFFF"/>
                </a:highlight>
                <a:latin typeface="-apple-system"/>
              </a:rPr>
              <a:t> - TAK Server version 5.0-RELEASE-29-HEAD</a:t>
            </a:r>
          </a:p>
          <a:p>
            <a:pPr marL="2114550" lvl="4" indent="-285750"/>
            <a:r>
              <a:rPr lang="en-US" b="0" i="0" dirty="0">
                <a:solidFill>
                  <a:srgbClr val="333333"/>
                </a:solidFill>
                <a:effectLst/>
                <a:highlight>
                  <a:srgbClr val="FFFFFF"/>
                </a:highlight>
                <a:latin typeface="-apple-system"/>
              </a:rPr>
              <a:t>This lets me know what version is running and that all services have started</a:t>
            </a:r>
          </a:p>
          <a:p>
            <a:pPr lvl="3"/>
            <a:endParaRPr lang="en-US" dirty="0"/>
          </a:p>
        </p:txBody>
      </p:sp>
    </p:spTree>
    <p:extLst>
      <p:ext uri="{BB962C8B-B14F-4D97-AF65-F5344CB8AC3E}">
        <p14:creationId xmlns:p14="http://schemas.microsoft.com/office/powerpoint/2010/main" val="1334309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A6DA1-2F4E-B90B-6C77-1A3D3C1E7441}"/>
              </a:ext>
            </a:extLst>
          </p:cNvPr>
          <p:cNvSpPr>
            <a:spLocks noGrp="1"/>
          </p:cNvSpPr>
          <p:nvPr>
            <p:ph type="title"/>
          </p:nvPr>
        </p:nvSpPr>
        <p:spPr/>
        <p:txBody>
          <a:bodyPr/>
          <a:lstStyle/>
          <a:p>
            <a:r>
              <a:rPr lang="en-US" dirty="0"/>
              <a:t>Initial Configuration - Creating the Admin Certificate</a:t>
            </a:r>
          </a:p>
        </p:txBody>
      </p:sp>
      <p:sp>
        <p:nvSpPr>
          <p:cNvPr id="3" name="Content Placeholder 2">
            <a:extLst>
              <a:ext uri="{FF2B5EF4-FFF2-40B4-BE49-F238E27FC236}">
                <a16:creationId xmlns:a16="http://schemas.microsoft.com/office/drawing/2014/main" id="{1A4A2A91-9875-343D-B846-18B8D4926A80}"/>
              </a:ext>
            </a:extLst>
          </p:cNvPr>
          <p:cNvSpPr>
            <a:spLocks noGrp="1"/>
          </p:cNvSpPr>
          <p:nvPr>
            <p:ph idx="1"/>
          </p:nvPr>
        </p:nvSpPr>
        <p:spPr>
          <a:xfrm>
            <a:off x="193430" y="1825625"/>
            <a:ext cx="11998569" cy="4351338"/>
          </a:xfrm>
        </p:spPr>
        <p:txBody>
          <a:bodyPr>
            <a:normAutofit fontScale="92500"/>
          </a:bodyPr>
          <a:lstStyle/>
          <a:p>
            <a:r>
              <a:rPr lang="en-US" dirty="0"/>
              <a:t>Switch to the “</a:t>
            </a:r>
            <a:r>
              <a:rPr lang="en-US" dirty="0" err="1"/>
              <a:t>tak</a:t>
            </a:r>
            <a:r>
              <a:rPr lang="en-US" dirty="0"/>
              <a:t>” user</a:t>
            </a:r>
          </a:p>
          <a:p>
            <a:pPr lvl="1"/>
            <a:r>
              <a:rPr lang="en-US" b="1" dirty="0"/>
              <a:t>sudo </a:t>
            </a:r>
            <a:r>
              <a:rPr lang="en-US" b="1" dirty="0" err="1"/>
              <a:t>su</a:t>
            </a:r>
            <a:r>
              <a:rPr lang="en-US" b="1" dirty="0"/>
              <a:t> </a:t>
            </a:r>
            <a:r>
              <a:rPr lang="en-US" b="1" dirty="0" err="1"/>
              <a:t>tak</a:t>
            </a:r>
            <a:endParaRPr lang="en-US" b="1" dirty="0"/>
          </a:p>
          <a:p>
            <a:r>
              <a:rPr lang="en-US" dirty="0"/>
              <a:t>Change the directory to certs</a:t>
            </a:r>
          </a:p>
          <a:p>
            <a:pPr lvl="1"/>
            <a:r>
              <a:rPr lang="en-US" b="1" dirty="0"/>
              <a:t>cd /opt/</a:t>
            </a:r>
            <a:r>
              <a:rPr lang="en-US" b="1" dirty="0" err="1"/>
              <a:t>tak</a:t>
            </a:r>
            <a:r>
              <a:rPr lang="en-US" b="1" dirty="0"/>
              <a:t>/certs</a:t>
            </a:r>
          </a:p>
          <a:p>
            <a:r>
              <a:rPr lang="en-US" dirty="0"/>
              <a:t>Make the Admin Certificate</a:t>
            </a:r>
          </a:p>
          <a:p>
            <a:pPr lvl="1"/>
            <a:r>
              <a:rPr lang="en-US" b="1" dirty="0"/>
              <a:t>./makeCert.sh client &lt;</a:t>
            </a:r>
            <a:r>
              <a:rPr lang="en-US" b="1" dirty="0" err="1"/>
              <a:t>CommonName</a:t>
            </a:r>
            <a:r>
              <a:rPr lang="en-US" b="1" dirty="0"/>
              <a:t>&gt; </a:t>
            </a:r>
          </a:p>
          <a:p>
            <a:pPr lvl="2"/>
            <a:r>
              <a:rPr lang="en-US" dirty="0"/>
              <a:t>Example: </a:t>
            </a:r>
            <a:r>
              <a:rPr lang="en-US" b="1" dirty="0"/>
              <a:t>./makeCert.sh client </a:t>
            </a:r>
            <a:r>
              <a:rPr lang="en-US" b="1" dirty="0" err="1"/>
              <a:t>webadmin</a:t>
            </a:r>
            <a:endParaRPr lang="en-US" b="1" dirty="0"/>
          </a:p>
          <a:p>
            <a:r>
              <a:rPr lang="en-US" dirty="0"/>
              <a:t>Modify the certificate to provide admin access</a:t>
            </a:r>
          </a:p>
          <a:p>
            <a:pPr lvl="1"/>
            <a:r>
              <a:rPr lang="en-US" b="1" dirty="0"/>
              <a:t>java -jar /opt/</a:t>
            </a:r>
            <a:r>
              <a:rPr lang="en-US" b="1" dirty="0" err="1"/>
              <a:t>tak</a:t>
            </a:r>
            <a:r>
              <a:rPr lang="en-US" b="1" dirty="0"/>
              <a:t>/utils/UserManager.jar </a:t>
            </a:r>
            <a:r>
              <a:rPr lang="en-US" b="1" dirty="0" err="1"/>
              <a:t>certmod</a:t>
            </a:r>
            <a:r>
              <a:rPr lang="en-US" b="1" dirty="0"/>
              <a:t> -A /opt/</a:t>
            </a:r>
            <a:r>
              <a:rPr lang="en-US" b="1" dirty="0" err="1"/>
              <a:t>tak</a:t>
            </a:r>
            <a:r>
              <a:rPr lang="en-US" b="1" dirty="0"/>
              <a:t>/certs/files/&lt;</a:t>
            </a:r>
            <a:r>
              <a:rPr lang="en-US" b="1" dirty="0" err="1"/>
              <a:t>commonName</a:t>
            </a:r>
            <a:r>
              <a:rPr lang="en-US" b="1" dirty="0"/>
              <a:t>&gt;.</a:t>
            </a:r>
            <a:r>
              <a:rPr lang="en-US" b="1" dirty="0" err="1"/>
              <a:t>pem</a:t>
            </a:r>
            <a:endParaRPr lang="en-US" b="1" dirty="0"/>
          </a:p>
          <a:p>
            <a:pPr lvl="2"/>
            <a:r>
              <a:rPr lang="en-US" dirty="0"/>
              <a:t>Example: </a:t>
            </a:r>
            <a:r>
              <a:rPr lang="en-US" b="1" dirty="0"/>
              <a:t>java -jar /opt/</a:t>
            </a:r>
            <a:r>
              <a:rPr lang="en-US" b="1" dirty="0" err="1"/>
              <a:t>tak</a:t>
            </a:r>
            <a:r>
              <a:rPr lang="en-US" b="1" dirty="0"/>
              <a:t>/utils/UserManager.jar </a:t>
            </a:r>
            <a:r>
              <a:rPr lang="en-US" b="1" dirty="0" err="1"/>
              <a:t>certmod</a:t>
            </a:r>
            <a:r>
              <a:rPr lang="en-US" b="1" dirty="0"/>
              <a:t> -A /opt/</a:t>
            </a:r>
            <a:r>
              <a:rPr lang="en-US" b="1" dirty="0" err="1"/>
              <a:t>tak</a:t>
            </a:r>
            <a:r>
              <a:rPr lang="en-US" b="1" dirty="0"/>
              <a:t>/certs/files/</a:t>
            </a:r>
            <a:r>
              <a:rPr lang="en-US" b="1" dirty="0" err="1"/>
              <a:t>webadmin.pem</a:t>
            </a:r>
            <a:endParaRPr lang="en-US" b="1" dirty="0"/>
          </a:p>
          <a:p>
            <a:pPr lvl="1"/>
            <a:endParaRPr lang="en-US" dirty="0"/>
          </a:p>
        </p:txBody>
      </p:sp>
      <p:pic>
        <p:nvPicPr>
          <p:cNvPr id="5" name="Picture 4">
            <a:extLst>
              <a:ext uri="{FF2B5EF4-FFF2-40B4-BE49-F238E27FC236}">
                <a16:creationId xmlns:a16="http://schemas.microsoft.com/office/drawing/2014/main" id="{FBF86BE9-463F-53D4-F84C-3065CC4A050D}"/>
              </a:ext>
            </a:extLst>
          </p:cNvPr>
          <p:cNvPicPr>
            <a:picLocks noChangeAspect="1"/>
          </p:cNvPicPr>
          <p:nvPr/>
        </p:nvPicPr>
        <p:blipFill>
          <a:blip r:embed="rId2"/>
          <a:stretch>
            <a:fillRect/>
          </a:stretch>
        </p:blipFill>
        <p:spPr>
          <a:xfrm>
            <a:off x="4719648" y="2356013"/>
            <a:ext cx="7472351" cy="1185964"/>
          </a:xfrm>
          <a:prstGeom prst="rect">
            <a:avLst/>
          </a:prstGeom>
        </p:spPr>
      </p:pic>
    </p:spTree>
    <p:extLst>
      <p:ext uri="{BB962C8B-B14F-4D97-AF65-F5344CB8AC3E}">
        <p14:creationId xmlns:p14="http://schemas.microsoft.com/office/powerpoint/2010/main" val="1502941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70055-45A7-63A3-03A4-E20432FD37C4}"/>
              </a:ext>
            </a:extLst>
          </p:cNvPr>
          <p:cNvSpPr>
            <a:spLocks noGrp="1"/>
          </p:cNvSpPr>
          <p:nvPr>
            <p:ph type="title"/>
          </p:nvPr>
        </p:nvSpPr>
        <p:spPr/>
        <p:txBody>
          <a:bodyPr/>
          <a:lstStyle/>
          <a:p>
            <a:r>
              <a:rPr lang="en-US" dirty="0"/>
              <a:t>Initial Configuration</a:t>
            </a:r>
          </a:p>
        </p:txBody>
      </p:sp>
      <p:sp>
        <p:nvSpPr>
          <p:cNvPr id="3" name="Content Placeholder 2">
            <a:extLst>
              <a:ext uri="{FF2B5EF4-FFF2-40B4-BE49-F238E27FC236}">
                <a16:creationId xmlns:a16="http://schemas.microsoft.com/office/drawing/2014/main" id="{52ACBB2F-1090-A221-2B91-6A00795819D7}"/>
              </a:ext>
            </a:extLst>
          </p:cNvPr>
          <p:cNvSpPr>
            <a:spLocks noGrp="1"/>
          </p:cNvSpPr>
          <p:nvPr>
            <p:ph idx="1"/>
          </p:nvPr>
        </p:nvSpPr>
        <p:spPr>
          <a:xfrm>
            <a:off x="838200" y="1583703"/>
            <a:ext cx="10515600" cy="4909172"/>
          </a:xfrm>
        </p:spPr>
        <p:txBody>
          <a:bodyPr>
            <a:normAutofit fontScale="92500" lnSpcReduction="20000"/>
          </a:bodyPr>
          <a:lstStyle/>
          <a:p>
            <a:r>
              <a:rPr lang="en-US" dirty="0"/>
              <a:t>Exit the </a:t>
            </a:r>
            <a:r>
              <a:rPr lang="en-US" dirty="0" err="1"/>
              <a:t>tak</a:t>
            </a:r>
            <a:r>
              <a:rPr lang="en-US" dirty="0"/>
              <a:t> user session</a:t>
            </a:r>
          </a:p>
          <a:p>
            <a:pPr lvl="1"/>
            <a:r>
              <a:rPr lang="en-US" b="1" dirty="0"/>
              <a:t>exit</a:t>
            </a:r>
          </a:p>
          <a:p>
            <a:r>
              <a:rPr lang="en-US" dirty="0"/>
              <a:t>Change the directory to the Linux home directory</a:t>
            </a:r>
          </a:p>
          <a:p>
            <a:pPr lvl="1"/>
            <a:r>
              <a:rPr lang="en-US" b="1" dirty="0"/>
              <a:t>cd ~</a:t>
            </a:r>
          </a:p>
          <a:p>
            <a:r>
              <a:rPr lang="en-US" dirty="0"/>
              <a:t>Copy the admin cert to our home directory</a:t>
            </a:r>
          </a:p>
          <a:p>
            <a:pPr lvl="1"/>
            <a:r>
              <a:rPr lang="en-US" b="1" dirty="0"/>
              <a:t>sudo cp -v /opt/</a:t>
            </a:r>
            <a:r>
              <a:rPr lang="en-US" b="1" dirty="0" err="1"/>
              <a:t>tak</a:t>
            </a:r>
            <a:r>
              <a:rPr lang="en-US" b="1" dirty="0"/>
              <a:t>/certs/files/webadmin.p12 .</a:t>
            </a:r>
          </a:p>
          <a:p>
            <a:r>
              <a:rPr lang="en-US" dirty="0"/>
              <a:t>Copy the </a:t>
            </a:r>
            <a:r>
              <a:rPr lang="en-US" dirty="0" err="1"/>
              <a:t>truststore</a:t>
            </a:r>
            <a:r>
              <a:rPr lang="en-US" dirty="0"/>
              <a:t> cert to our home directory</a:t>
            </a:r>
          </a:p>
          <a:p>
            <a:pPr lvl="1"/>
            <a:r>
              <a:rPr lang="en-US" b="1" dirty="0"/>
              <a:t>sudo cp -v /opt/</a:t>
            </a:r>
            <a:r>
              <a:rPr lang="en-US" b="1" dirty="0" err="1"/>
              <a:t>tak</a:t>
            </a:r>
            <a:r>
              <a:rPr lang="en-US" b="1" dirty="0"/>
              <a:t>/certs/files/truststore-TAK-ID-CA-01.p12 .</a:t>
            </a:r>
            <a:endParaRPr lang="en-US" dirty="0"/>
          </a:p>
          <a:p>
            <a:r>
              <a:rPr lang="en-US" dirty="0"/>
              <a:t>Change the ownership to our Linux user</a:t>
            </a:r>
          </a:p>
          <a:p>
            <a:pPr lvl="1"/>
            <a:r>
              <a:rPr lang="en-US" b="1" dirty="0"/>
              <a:t>sudo </a:t>
            </a:r>
            <a:r>
              <a:rPr lang="en-US" b="1" dirty="0" err="1"/>
              <a:t>chown</a:t>
            </a:r>
            <a:r>
              <a:rPr lang="en-US" b="1" dirty="0"/>
              <a:t> -R &lt;username&gt;:&lt;</a:t>
            </a:r>
            <a:r>
              <a:rPr lang="en-US" b="1" dirty="0" err="1"/>
              <a:t>usergroup</a:t>
            </a:r>
            <a:r>
              <a:rPr lang="en-US" b="1" dirty="0"/>
              <a:t>&gt; /home/&lt;username&gt; </a:t>
            </a:r>
          </a:p>
          <a:p>
            <a:pPr lvl="2"/>
            <a:r>
              <a:rPr lang="en-US" dirty="0"/>
              <a:t>Example: </a:t>
            </a:r>
            <a:r>
              <a:rPr lang="en-US" b="1" dirty="0"/>
              <a:t>sudo </a:t>
            </a:r>
            <a:r>
              <a:rPr lang="en-US" b="1" dirty="0" err="1"/>
              <a:t>chown</a:t>
            </a:r>
            <a:r>
              <a:rPr lang="en-US" b="1" dirty="0"/>
              <a:t> -R </a:t>
            </a:r>
            <a:r>
              <a:rPr lang="en-US" b="1" dirty="0" err="1"/>
              <a:t>takadmin:takadmin</a:t>
            </a:r>
            <a:r>
              <a:rPr lang="en-US" b="1" dirty="0"/>
              <a:t> /home/</a:t>
            </a:r>
            <a:r>
              <a:rPr lang="en-US" b="1" dirty="0" err="1"/>
              <a:t>takadmin</a:t>
            </a:r>
            <a:endParaRPr lang="en-US" b="1" dirty="0"/>
          </a:p>
          <a:p>
            <a:pPr lvl="2"/>
            <a:r>
              <a:rPr lang="en-US" dirty="0"/>
              <a:t>If you don’t do this, you can’t copy the files from the server to your development machine. </a:t>
            </a:r>
          </a:p>
          <a:p>
            <a:pPr lvl="2"/>
            <a:r>
              <a:rPr lang="en-US" dirty="0"/>
              <a:t>You can us “ls” to verify that the file is in the right place .</a:t>
            </a:r>
          </a:p>
        </p:txBody>
      </p:sp>
    </p:spTree>
    <p:extLst>
      <p:ext uri="{BB962C8B-B14F-4D97-AF65-F5344CB8AC3E}">
        <p14:creationId xmlns:p14="http://schemas.microsoft.com/office/powerpoint/2010/main" val="527993816"/>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304A6-6D6D-FFD7-4359-E89BF0536FC9}"/>
              </a:ext>
            </a:extLst>
          </p:cNvPr>
          <p:cNvSpPr>
            <a:spLocks noGrp="1"/>
          </p:cNvSpPr>
          <p:nvPr>
            <p:ph type="title"/>
          </p:nvPr>
        </p:nvSpPr>
        <p:spPr/>
        <p:txBody>
          <a:bodyPr/>
          <a:lstStyle/>
          <a:p>
            <a:r>
              <a:rPr lang="en-US" dirty="0"/>
              <a:t>Configuring the Firewall</a:t>
            </a:r>
          </a:p>
        </p:txBody>
      </p:sp>
      <p:sp>
        <p:nvSpPr>
          <p:cNvPr id="3" name="Content Placeholder 2">
            <a:extLst>
              <a:ext uri="{FF2B5EF4-FFF2-40B4-BE49-F238E27FC236}">
                <a16:creationId xmlns:a16="http://schemas.microsoft.com/office/drawing/2014/main" id="{5121FB65-32F1-4CEC-8214-471C6F32E865}"/>
              </a:ext>
            </a:extLst>
          </p:cNvPr>
          <p:cNvSpPr>
            <a:spLocks noGrp="1"/>
          </p:cNvSpPr>
          <p:nvPr>
            <p:ph idx="1"/>
          </p:nvPr>
        </p:nvSpPr>
        <p:spPr>
          <a:xfrm>
            <a:off x="838200" y="1423447"/>
            <a:ext cx="10515600" cy="4753516"/>
          </a:xfrm>
        </p:spPr>
        <p:txBody>
          <a:bodyPr/>
          <a:lstStyle/>
          <a:p>
            <a:r>
              <a:rPr lang="en-US" dirty="0"/>
              <a:t>Determine the active firewall </a:t>
            </a:r>
          </a:p>
          <a:p>
            <a:pPr lvl="1"/>
            <a:r>
              <a:rPr lang="en-US" b="1" dirty="0"/>
              <a:t>sudo firewall-</a:t>
            </a:r>
            <a:r>
              <a:rPr lang="en-US" b="1" dirty="0" err="1"/>
              <a:t>cmd</a:t>
            </a:r>
            <a:r>
              <a:rPr lang="en-US" b="1" dirty="0"/>
              <a:t> --get-active-zones </a:t>
            </a:r>
          </a:p>
          <a:p>
            <a:pPr lvl="2"/>
            <a:r>
              <a:rPr lang="en-US" dirty="0"/>
              <a:t>the default is public in most installations</a:t>
            </a:r>
          </a:p>
          <a:p>
            <a:r>
              <a:rPr lang="en-US" dirty="0"/>
              <a:t>Modify the zone to allow secure client-to-server communications</a:t>
            </a:r>
          </a:p>
          <a:p>
            <a:pPr lvl="1"/>
            <a:r>
              <a:rPr lang="en-US" b="1" dirty="0"/>
              <a:t>sudo firewall-</a:t>
            </a:r>
            <a:r>
              <a:rPr lang="en-US" b="1" dirty="0" err="1"/>
              <a:t>cmd</a:t>
            </a:r>
            <a:r>
              <a:rPr lang="en-US" b="1" dirty="0"/>
              <a:t> --zone=public --add-port 8089/</a:t>
            </a:r>
            <a:r>
              <a:rPr lang="en-US" b="1" dirty="0" err="1"/>
              <a:t>tcp</a:t>
            </a:r>
            <a:r>
              <a:rPr lang="en-US" b="1" dirty="0"/>
              <a:t> --add-port 8443/</a:t>
            </a:r>
            <a:r>
              <a:rPr lang="en-US" b="1" dirty="0" err="1"/>
              <a:t>tcp</a:t>
            </a:r>
            <a:r>
              <a:rPr lang="en-US" b="1" dirty="0"/>
              <a:t> --add-port 8446/</a:t>
            </a:r>
            <a:r>
              <a:rPr lang="en-US" b="1" dirty="0" err="1"/>
              <a:t>tcp</a:t>
            </a:r>
            <a:r>
              <a:rPr lang="en-US" b="1" dirty="0"/>
              <a:t> --permanent</a:t>
            </a:r>
          </a:p>
          <a:p>
            <a:r>
              <a:rPr lang="en-US" dirty="0"/>
              <a:t>Reload the firewall to apply changes</a:t>
            </a:r>
          </a:p>
          <a:p>
            <a:pPr lvl="1"/>
            <a:r>
              <a:rPr lang="en-US" b="1" dirty="0"/>
              <a:t>sudo firewall-</a:t>
            </a:r>
            <a:r>
              <a:rPr lang="en-US" b="1" dirty="0" err="1"/>
              <a:t>cmd</a:t>
            </a:r>
            <a:r>
              <a:rPr lang="en-US" b="1" dirty="0"/>
              <a:t> --reload</a:t>
            </a:r>
          </a:p>
          <a:p>
            <a:r>
              <a:rPr lang="en-US" dirty="0"/>
              <a:t>Verify the changes to the firewall </a:t>
            </a:r>
          </a:p>
          <a:p>
            <a:pPr lvl="1"/>
            <a:r>
              <a:rPr lang="en-US" b="1" dirty="0"/>
              <a:t>sudo firewall-</a:t>
            </a:r>
            <a:r>
              <a:rPr lang="en-US" b="1" dirty="0" err="1"/>
              <a:t>cmd</a:t>
            </a:r>
            <a:r>
              <a:rPr lang="en-US" b="1" dirty="0"/>
              <a:t> --list-all</a:t>
            </a:r>
          </a:p>
          <a:p>
            <a:pPr lvl="1"/>
            <a:endParaRPr lang="en-US" dirty="0"/>
          </a:p>
        </p:txBody>
      </p:sp>
      <p:pic>
        <p:nvPicPr>
          <p:cNvPr id="7" name="Picture 6">
            <a:extLst>
              <a:ext uri="{FF2B5EF4-FFF2-40B4-BE49-F238E27FC236}">
                <a16:creationId xmlns:a16="http://schemas.microsoft.com/office/drawing/2014/main" id="{5F972DB3-60B2-FD10-AF03-16CE0BD0D662}"/>
              </a:ext>
            </a:extLst>
          </p:cNvPr>
          <p:cNvPicPr>
            <a:picLocks noChangeAspect="1"/>
          </p:cNvPicPr>
          <p:nvPr/>
        </p:nvPicPr>
        <p:blipFill>
          <a:blip r:embed="rId4"/>
          <a:stretch>
            <a:fillRect/>
          </a:stretch>
        </p:blipFill>
        <p:spPr>
          <a:xfrm>
            <a:off x="6914868" y="161208"/>
            <a:ext cx="4753638" cy="2524477"/>
          </a:xfrm>
          <a:prstGeom prst="rect">
            <a:avLst/>
          </a:prstGeom>
        </p:spPr>
      </p:pic>
      <p:pic>
        <p:nvPicPr>
          <p:cNvPr id="9" name="Picture 8">
            <a:extLst>
              <a:ext uri="{FF2B5EF4-FFF2-40B4-BE49-F238E27FC236}">
                <a16:creationId xmlns:a16="http://schemas.microsoft.com/office/drawing/2014/main" id="{7D99E68D-5AB6-F6E8-EE1E-FB2135918E38}"/>
              </a:ext>
            </a:extLst>
          </p:cNvPr>
          <p:cNvPicPr>
            <a:picLocks noChangeAspect="1"/>
          </p:cNvPicPr>
          <p:nvPr/>
        </p:nvPicPr>
        <p:blipFill>
          <a:blip r:embed="rId5"/>
          <a:stretch>
            <a:fillRect/>
          </a:stretch>
        </p:blipFill>
        <p:spPr>
          <a:xfrm>
            <a:off x="6722638" y="4266832"/>
            <a:ext cx="5358400" cy="2591168"/>
          </a:xfrm>
          <a:prstGeom prst="rect">
            <a:avLst/>
          </a:prstGeom>
        </p:spPr>
      </p:pic>
    </p:spTree>
    <p:extLst>
      <p:ext uri="{BB962C8B-B14F-4D97-AF65-F5344CB8AC3E}">
        <p14:creationId xmlns:p14="http://schemas.microsoft.com/office/powerpoint/2010/main" val="2991583886"/>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F12B1-BFCE-F9F6-D111-5313EED1EEC8}"/>
              </a:ext>
            </a:extLst>
          </p:cNvPr>
          <p:cNvSpPr>
            <a:spLocks noGrp="1"/>
          </p:cNvSpPr>
          <p:nvPr>
            <p:ph type="title"/>
          </p:nvPr>
        </p:nvSpPr>
        <p:spPr/>
        <p:txBody>
          <a:bodyPr/>
          <a:lstStyle/>
          <a:p>
            <a:r>
              <a:rPr lang="en-US" dirty="0"/>
              <a:t>The Administrative Dashboard - Downloading the Admin Cert</a:t>
            </a:r>
          </a:p>
        </p:txBody>
      </p:sp>
      <p:sp>
        <p:nvSpPr>
          <p:cNvPr id="3" name="Content Placeholder 2">
            <a:extLst>
              <a:ext uri="{FF2B5EF4-FFF2-40B4-BE49-F238E27FC236}">
                <a16:creationId xmlns:a16="http://schemas.microsoft.com/office/drawing/2014/main" id="{B6E71224-A1E4-2B96-C0F5-6C3CBB14B7D7}"/>
              </a:ext>
            </a:extLst>
          </p:cNvPr>
          <p:cNvSpPr>
            <a:spLocks noGrp="1"/>
          </p:cNvSpPr>
          <p:nvPr>
            <p:ph idx="1"/>
          </p:nvPr>
        </p:nvSpPr>
        <p:spPr>
          <a:xfrm>
            <a:off x="838200" y="1690687"/>
            <a:ext cx="10515600" cy="4486275"/>
          </a:xfrm>
        </p:spPr>
        <p:txBody>
          <a:bodyPr/>
          <a:lstStyle/>
          <a:p>
            <a:r>
              <a:rPr lang="en-US" dirty="0"/>
              <a:t>Copy admin file from our Linux server to our local machine. </a:t>
            </a:r>
          </a:p>
          <a:p>
            <a:pPr lvl="1"/>
            <a:r>
              <a:rPr lang="en-US" dirty="0"/>
              <a:t>From our local machine open File Explorer to the location, you would like the admin cert file to download to.</a:t>
            </a:r>
          </a:p>
          <a:p>
            <a:pPr lvl="1"/>
            <a:r>
              <a:rPr lang="en-US" dirty="0"/>
              <a:t>Once there open the command line to this file: </a:t>
            </a:r>
          </a:p>
          <a:p>
            <a:pPr lvl="2"/>
            <a:r>
              <a:rPr lang="en-US" dirty="0"/>
              <a:t>In File Explorer in the top left of the screen selection File -&gt; Open in PowerShell</a:t>
            </a:r>
          </a:p>
          <a:p>
            <a:pPr lvl="1"/>
            <a:r>
              <a:rPr lang="en-US" dirty="0"/>
              <a:t>In </a:t>
            </a:r>
            <a:r>
              <a:rPr lang="en-US" dirty="0" err="1"/>
              <a:t>Powershell</a:t>
            </a:r>
            <a:r>
              <a:rPr lang="en-US" dirty="0"/>
              <a:t> type the following: </a:t>
            </a:r>
          </a:p>
          <a:p>
            <a:pPr lvl="2"/>
            <a:r>
              <a:rPr lang="en-US" b="1" dirty="0" err="1"/>
              <a:t>scp</a:t>
            </a:r>
            <a:r>
              <a:rPr lang="en-US" b="1" dirty="0"/>
              <a:t> &lt;username&gt;@&lt;IP address&gt;:~/&lt;</a:t>
            </a:r>
            <a:r>
              <a:rPr lang="en-US" b="1" dirty="0" err="1"/>
              <a:t>CommonName</a:t>
            </a:r>
            <a:r>
              <a:rPr lang="en-US" b="1" dirty="0"/>
              <a:t>&gt;.p12 .</a:t>
            </a:r>
          </a:p>
          <a:p>
            <a:pPr lvl="3"/>
            <a:r>
              <a:rPr lang="en-US" dirty="0"/>
              <a:t>Example: </a:t>
            </a:r>
            <a:r>
              <a:rPr lang="en-US" b="1" dirty="0" err="1"/>
              <a:t>scp</a:t>
            </a:r>
            <a:r>
              <a:rPr lang="en-US" b="1" dirty="0"/>
              <a:t> takadmin@192.168.1.104:~/webadmin.p12 .</a:t>
            </a:r>
          </a:p>
          <a:p>
            <a:pPr lvl="4"/>
            <a:r>
              <a:rPr lang="en-US" dirty="0"/>
              <a:t>Don’t forget the period at the end to designate the current location to be where the file is downloaded to. </a:t>
            </a:r>
          </a:p>
          <a:p>
            <a:pPr lvl="2"/>
            <a:r>
              <a:rPr lang="en-US" dirty="0"/>
              <a:t>Enter the user password when asked for it. </a:t>
            </a:r>
          </a:p>
        </p:txBody>
      </p:sp>
      <p:pic>
        <p:nvPicPr>
          <p:cNvPr id="5" name="Picture 4">
            <a:extLst>
              <a:ext uri="{FF2B5EF4-FFF2-40B4-BE49-F238E27FC236}">
                <a16:creationId xmlns:a16="http://schemas.microsoft.com/office/drawing/2014/main" id="{EB66AE83-5D1E-C106-9B23-18B7006B583F}"/>
              </a:ext>
            </a:extLst>
          </p:cNvPr>
          <p:cNvPicPr>
            <a:picLocks noChangeAspect="1"/>
          </p:cNvPicPr>
          <p:nvPr/>
        </p:nvPicPr>
        <p:blipFill>
          <a:blip r:embed="rId4"/>
          <a:stretch>
            <a:fillRect/>
          </a:stretch>
        </p:blipFill>
        <p:spPr>
          <a:xfrm>
            <a:off x="337334" y="5587874"/>
            <a:ext cx="11517332" cy="905001"/>
          </a:xfrm>
          <a:prstGeom prst="rect">
            <a:avLst/>
          </a:prstGeom>
        </p:spPr>
      </p:pic>
    </p:spTree>
    <p:extLst>
      <p:ext uri="{BB962C8B-B14F-4D97-AF65-F5344CB8AC3E}">
        <p14:creationId xmlns:p14="http://schemas.microsoft.com/office/powerpoint/2010/main" val="2321388471"/>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B0231-B6FD-6C08-8E83-3E7F8632A388}"/>
              </a:ext>
            </a:extLst>
          </p:cNvPr>
          <p:cNvSpPr>
            <a:spLocks noGrp="1"/>
          </p:cNvSpPr>
          <p:nvPr>
            <p:ph type="title"/>
          </p:nvPr>
        </p:nvSpPr>
        <p:spPr/>
        <p:txBody>
          <a:bodyPr/>
          <a:lstStyle/>
          <a:p>
            <a:r>
              <a:rPr lang="en-US" dirty="0"/>
              <a:t>Importing User Certificate</a:t>
            </a:r>
          </a:p>
        </p:txBody>
      </p:sp>
      <p:sp>
        <p:nvSpPr>
          <p:cNvPr id="3" name="Content Placeholder 2">
            <a:extLst>
              <a:ext uri="{FF2B5EF4-FFF2-40B4-BE49-F238E27FC236}">
                <a16:creationId xmlns:a16="http://schemas.microsoft.com/office/drawing/2014/main" id="{6552CEE4-A619-3829-334F-A446404759A6}"/>
              </a:ext>
            </a:extLst>
          </p:cNvPr>
          <p:cNvSpPr>
            <a:spLocks noGrp="1"/>
          </p:cNvSpPr>
          <p:nvPr>
            <p:ph idx="1"/>
          </p:nvPr>
        </p:nvSpPr>
        <p:spPr>
          <a:xfrm>
            <a:off x="838200" y="1581912"/>
            <a:ext cx="10515600" cy="4595051"/>
          </a:xfrm>
        </p:spPr>
        <p:txBody>
          <a:bodyPr/>
          <a:lstStyle/>
          <a:p>
            <a:r>
              <a:rPr lang="en-US" dirty="0"/>
              <a:t>Windows:</a:t>
            </a:r>
          </a:p>
          <a:p>
            <a:pPr lvl="1"/>
            <a:r>
              <a:rPr lang="en-US" dirty="0"/>
              <a:t>Double click on the user certificate, which will open the windows certificate import wizard. </a:t>
            </a:r>
          </a:p>
          <a:p>
            <a:pPr lvl="2"/>
            <a:r>
              <a:rPr lang="en-US" dirty="0"/>
              <a:t>Store Location: Current User </a:t>
            </a:r>
          </a:p>
          <a:p>
            <a:pPr lvl="2"/>
            <a:r>
              <a:rPr lang="en-US" dirty="0"/>
              <a:t>File path should be correct</a:t>
            </a:r>
          </a:p>
          <a:p>
            <a:pPr lvl="2"/>
            <a:r>
              <a:rPr lang="en-US" dirty="0"/>
              <a:t>Password: </a:t>
            </a:r>
            <a:r>
              <a:rPr lang="en-US" dirty="0" err="1"/>
              <a:t>atakatak</a:t>
            </a:r>
            <a:r>
              <a:rPr lang="en-US" dirty="0"/>
              <a:t> </a:t>
            </a:r>
          </a:p>
          <a:p>
            <a:pPr lvl="2"/>
            <a:r>
              <a:rPr lang="en-US" dirty="0"/>
              <a:t>Certificate Store: Automatically select the certificate store based on the type of certificate</a:t>
            </a:r>
          </a:p>
          <a:p>
            <a:pPr lvl="2"/>
            <a:r>
              <a:rPr lang="en-US" dirty="0"/>
              <a:t>Select “Finish”</a:t>
            </a:r>
          </a:p>
          <a:p>
            <a:pPr lvl="2"/>
            <a:r>
              <a:rPr lang="en-US" dirty="0"/>
              <a:t>Select “Yes” for the security warning</a:t>
            </a:r>
          </a:p>
          <a:p>
            <a:pPr lvl="2"/>
            <a:r>
              <a:rPr lang="en-US" dirty="0"/>
              <a:t>Import should be successful</a:t>
            </a:r>
          </a:p>
        </p:txBody>
      </p:sp>
    </p:spTree>
    <p:extLst>
      <p:ext uri="{BB962C8B-B14F-4D97-AF65-F5344CB8AC3E}">
        <p14:creationId xmlns:p14="http://schemas.microsoft.com/office/powerpoint/2010/main" val="384862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E4F96-5726-E43D-DEFC-58E75291FE27}"/>
              </a:ext>
            </a:extLst>
          </p:cNvPr>
          <p:cNvSpPr>
            <a:spLocks noGrp="1"/>
          </p:cNvSpPr>
          <p:nvPr>
            <p:ph type="title"/>
          </p:nvPr>
        </p:nvSpPr>
        <p:spPr>
          <a:xfrm>
            <a:off x="442274" y="308564"/>
            <a:ext cx="10515600" cy="1325563"/>
          </a:xfrm>
        </p:spPr>
        <p:txBody>
          <a:bodyPr/>
          <a:lstStyle/>
          <a:p>
            <a:r>
              <a:rPr lang="en-US" dirty="0"/>
              <a:t>The Administrative Dashboard - Firefox</a:t>
            </a:r>
          </a:p>
        </p:txBody>
      </p:sp>
      <p:sp>
        <p:nvSpPr>
          <p:cNvPr id="3" name="Content Placeholder 2">
            <a:extLst>
              <a:ext uri="{FF2B5EF4-FFF2-40B4-BE49-F238E27FC236}">
                <a16:creationId xmlns:a16="http://schemas.microsoft.com/office/drawing/2014/main" id="{8BBE4FC2-43F5-D540-8478-3E1C3A67F9F7}"/>
              </a:ext>
            </a:extLst>
          </p:cNvPr>
          <p:cNvSpPr>
            <a:spLocks noGrp="1"/>
          </p:cNvSpPr>
          <p:nvPr>
            <p:ph idx="1"/>
          </p:nvPr>
        </p:nvSpPr>
        <p:spPr>
          <a:xfrm>
            <a:off x="838200" y="1385740"/>
            <a:ext cx="10515600" cy="4986780"/>
          </a:xfrm>
        </p:spPr>
        <p:txBody>
          <a:bodyPr>
            <a:normAutofit fontScale="92500"/>
          </a:bodyPr>
          <a:lstStyle/>
          <a:p>
            <a:r>
              <a:rPr lang="en-US" dirty="0"/>
              <a:t>Open Firefox settings and search for “cert” to find the </a:t>
            </a:r>
            <a:br>
              <a:rPr lang="en-US" dirty="0"/>
            </a:br>
            <a:r>
              <a:rPr lang="en-US" dirty="0"/>
              <a:t>“view certificates” option. </a:t>
            </a:r>
          </a:p>
          <a:p>
            <a:pPr lvl="1"/>
            <a:r>
              <a:rPr lang="en-US" dirty="0"/>
              <a:t>In the certificate manager panel, you want to make sure you select the “Your Certificates” tab and select import.</a:t>
            </a:r>
          </a:p>
          <a:p>
            <a:pPr lvl="1"/>
            <a:r>
              <a:rPr lang="en-US" dirty="0"/>
              <a:t>Navigate to where you stored the certificate file and select it.</a:t>
            </a:r>
          </a:p>
          <a:p>
            <a:pPr lvl="2"/>
            <a:r>
              <a:rPr lang="en-US" dirty="0"/>
              <a:t>If you are at the folder location for the certificate and can't, see it, change the filtering settings in the bottom right of the File Explorer. </a:t>
            </a:r>
          </a:p>
          <a:p>
            <a:pPr lvl="1"/>
            <a:r>
              <a:rPr lang="en-US" dirty="0"/>
              <a:t>It should ask you for the certificate password, if you did not change it the password is: </a:t>
            </a:r>
            <a:r>
              <a:rPr lang="en-US" dirty="0" err="1"/>
              <a:t>atakatak</a:t>
            </a:r>
            <a:endParaRPr lang="en-US" dirty="0"/>
          </a:p>
          <a:p>
            <a:pPr lvl="1"/>
            <a:r>
              <a:rPr lang="en-US" dirty="0"/>
              <a:t>Once imported select the “Authorities” tab in the “Certificate Manager” panel. </a:t>
            </a:r>
          </a:p>
          <a:p>
            <a:pPr lvl="2"/>
            <a:r>
              <a:rPr lang="en-US" dirty="0"/>
              <a:t>Scroll down to find your certificates.</a:t>
            </a:r>
          </a:p>
          <a:p>
            <a:pPr lvl="3"/>
            <a:r>
              <a:rPr lang="en-US" dirty="0"/>
              <a:t>Note it will be under the name you gave for the “ORGANIZATION” you entered. </a:t>
            </a:r>
          </a:p>
          <a:p>
            <a:pPr lvl="2"/>
            <a:r>
              <a:rPr lang="en-US" dirty="0"/>
              <a:t>Once you found both the certificates one at a time select them and select the “Edit Trust…” button towards the bottom of the panel. </a:t>
            </a:r>
          </a:p>
          <a:p>
            <a:pPr lvl="3"/>
            <a:r>
              <a:rPr lang="en-US" dirty="0"/>
              <a:t>Enable the “This certificate can identify websites” option for both. </a:t>
            </a:r>
          </a:p>
        </p:txBody>
      </p:sp>
      <p:pic>
        <p:nvPicPr>
          <p:cNvPr id="5" name="Picture 4">
            <a:extLst>
              <a:ext uri="{FF2B5EF4-FFF2-40B4-BE49-F238E27FC236}">
                <a16:creationId xmlns:a16="http://schemas.microsoft.com/office/drawing/2014/main" id="{D5EA1A31-1A70-454D-267D-C4948C8C751D}"/>
              </a:ext>
            </a:extLst>
          </p:cNvPr>
          <p:cNvPicPr>
            <a:picLocks noChangeAspect="1"/>
          </p:cNvPicPr>
          <p:nvPr/>
        </p:nvPicPr>
        <p:blipFill>
          <a:blip r:embed="rId2"/>
          <a:stretch>
            <a:fillRect/>
          </a:stretch>
        </p:blipFill>
        <p:spPr>
          <a:xfrm>
            <a:off x="9396000" y="141401"/>
            <a:ext cx="2795999" cy="1988049"/>
          </a:xfrm>
          <a:prstGeom prst="rect">
            <a:avLst/>
          </a:prstGeom>
        </p:spPr>
      </p:pic>
    </p:spTree>
    <p:extLst>
      <p:ext uri="{BB962C8B-B14F-4D97-AF65-F5344CB8AC3E}">
        <p14:creationId xmlns:p14="http://schemas.microsoft.com/office/powerpoint/2010/main" val="430810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EAC94-E9E2-983E-FA1E-57D75C9E605A}"/>
              </a:ext>
            </a:extLst>
          </p:cNvPr>
          <p:cNvSpPr>
            <a:spLocks noGrp="1"/>
          </p:cNvSpPr>
          <p:nvPr>
            <p:ph type="title"/>
          </p:nvPr>
        </p:nvSpPr>
        <p:spPr/>
        <p:txBody>
          <a:bodyPr/>
          <a:lstStyle/>
          <a:p>
            <a:r>
              <a:rPr lang="en-US" dirty="0"/>
              <a:t>The Administrative Dashboard</a:t>
            </a:r>
          </a:p>
        </p:txBody>
      </p:sp>
      <p:sp>
        <p:nvSpPr>
          <p:cNvPr id="3" name="Content Placeholder 2">
            <a:extLst>
              <a:ext uri="{FF2B5EF4-FFF2-40B4-BE49-F238E27FC236}">
                <a16:creationId xmlns:a16="http://schemas.microsoft.com/office/drawing/2014/main" id="{72B33156-FEF1-77BC-9E10-B60EA29FEA96}"/>
              </a:ext>
            </a:extLst>
          </p:cNvPr>
          <p:cNvSpPr>
            <a:spLocks noGrp="1"/>
          </p:cNvSpPr>
          <p:nvPr>
            <p:ph idx="1"/>
          </p:nvPr>
        </p:nvSpPr>
        <p:spPr>
          <a:xfrm>
            <a:off x="838200" y="1461155"/>
            <a:ext cx="10515600" cy="4715808"/>
          </a:xfrm>
        </p:spPr>
        <p:txBody>
          <a:bodyPr/>
          <a:lstStyle/>
          <a:p>
            <a:r>
              <a:rPr lang="en-US" dirty="0"/>
              <a:t>You can close out of the “Certificate Manager” and open a new tab. </a:t>
            </a:r>
          </a:p>
          <a:p>
            <a:pPr lvl="1"/>
            <a:r>
              <a:rPr lang="en-US" dirty="0"/>
              <a:t>In the new tab type in the following link: </a:t>
            </a:r>
          </a:p>
          <a:p>
            <a:pPr lvl="2"/>
            <a:r>
              <a:rPr lang="en-US" b="1" dirty="0"/>
              <a:t>https://&lt;IP address&gt;:8443</a:t>
            </a:r>
          </a:p>
          <a:p>
            <a:pPr lvl="1"/>
            <a:r>
              <a:rPr lang="en-US" dirty="0"/>
              <a:t>A warning risk will pop up, which you will scroll down and select “Accept the Risk and Continue” </a:t>
            </a:r>
          </a:p>
          <a:p>
            <a:pPr lvl="1"/>
            <a:r>
              <a:rPr lang="en-US" dirty="0"/>
              <a:t>If done right, you should now see the server dashboard.</a:t>
            </a:r>
          </a:p>
        </p:txBody>
      </p:sp>
      <p:pic>
        <p:nvPicPr>
          <p:cNvPr id="5" name="Picture 4">
            <a:extLst>
              <a:ext uri="{FF2B5EF4-FFF2-40B4-BE49-F238E27FC236}">
                <a16:creationId xmlns:a16="http://schemas.microsoft.com/office/drawing/2014/main" id="{E0F88164-005F-7A1F-A1E5-AC86323E8B6C}"/>
              </a:ext>
            </a:extLst>
          </p:cNvPr>
          <p:cNvPicPr>
            <a:picLocks noChangeAspect="1"/>
          </p:cNvPicPr>
          <p:nvPr/>
        </p:nvPicPr>
        <p:blipFill>
          <a:blip r:embed="rId2"/>
          <a:stretch>
            <a:fillRect/>
          </a:stretch>
        </p:blipFill>
        <p:spPr>
          <a:xfrm>
            <a:off x="6240544" y="4194576"/>
            <a:ext cx="5470687" cy="2404537"/>
          </a:xfrm>
          <a:prstGeom prst="rect">
            <a:avLst/>
          </a:prstGeom>
        </p:spPr>
      </p:pic>
    </p:spTree>
    <p:extLst>
      <p:ext uri="{BB962C8B-B14F-4D97-AF65-F5344CB8AC3E}">
        <p14:creationId xmlns:p14="http://schemas.microsoft.com/office/powerpoint/2010/main" val="3616637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5fe813e-0caa-432a-b2ac-d555aa91bd1c}" enabled="0" method="" siteId="{d5fe813e-0caa-432a-b2ac-d555aa91bd1c}" removed="1"/>
</clbl:labelList>
</file>

<file path=docProps/app.xml><?xml version="1.0" encoding="utf-8"?>
<Properties xmlns="http://schemas.openxmlformats.org/officeDocument/2006/extended-properties" xmlns:vt="http://schemas.openxmlformats.org/officeDocument/2006/docPropsVTypes">
  <TotalTime>7173</TotalTime>
  <Words>2974</Words>
  <PresentationFormat>Widescreen</PresentationFormat>
  <Paragraphs>243</Paragraphs>
  <Slides>22</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-apple-system</vt:lpstr>
      <vt:lpstr>Aptos</vt:lpstr>
      <vt:lpstr>Aptos Display</vt:lpstr>
      <vt:lpstr>Arial</vt:lpstr>
      <vt:lpstr>Calibri</vt:lpstr>
      <vt:lpstr>Segoe UI</vt:lpstr>
      <vt:lpstr>Office Theme</vt:lpstr>
      <vt:lpstr>TAK Server Deployment –Command Line</vt:lpstr>
      <vt:lpstr>TAK Server Deployment – Command Line</vt:lpstr>
      <vt:lpstr>SSH into Virtual Machine</vt:lpstr>
      <vt:lpstr>Prerequisites</vt:lpstr>
      <vt:lpstr>Prerequisites</vt:lpstr>
      <vt:lpstr>Prerequisites</vt:lpstr>
      <vt:lpstr>Installation Instructions</vt:lpstr>
      <vt:lpstr>Installation Instructions</vt:lpstr>
      <vt:lpstr>Installation Instructions</vt:lpstr>
      <vt:lpstr>Initial Configuration</vt:lpstr>
      <vt:lpstr>Initial Configuration </vt:lpstr>
      <vt:lpstr>Initial Configuration</vt:lpstr>
      <vt:lpstr>Initial Configuration</vt:lpstr>
      <vt:lpstr>Initial Configuration - Starting the TAK Server</vt:lpstr>
      <vt:lpstr>Initial Configuration - Starting the TAK Server</vt:lpstr>
      <vt:lpstr>Initial Configuration - Creating the Admin Certificate</vt:lpstr>
      <vt:lpstr>Initial Configuration</vt:lpstr>
      <vt:lpstr>Configuring the Firewall</vt:lpstr>
      <vt:lpstr>The Administrative Dashboard - Downloading the Admin Cert</vt:lpstr>
      <vt:lpstr>Importing User Certificate</vt:lpstr>
      <vt:lpstr>The Administrative Dashboard - Firefox</vt:lpstr>
      <vt:lpstr>The Administrative Dashboard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2024-07-31T19:54:13Z</dcterms:created>
  <dcterms:modified xsi:type="dcterms:W3CDTF">2025-04-14T16:11:49Z</dcterms:modified>
</cp:coreProperties>
</file>
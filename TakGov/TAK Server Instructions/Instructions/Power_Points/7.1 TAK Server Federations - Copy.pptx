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3_153A3552.xml" ContentType="application/vnd.ms-powerpoint.comments+xml"/>
  <Override PartName="/ppt/notesSlides/notesSlide2.xml" ContentType="application/vnd.openxmlformats-officedocument.presentationml.notesSlide+xml"/>
  <Override PartName="/ppt/comments/modernComment_104_321007C3.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6" r:id="rId8"/>
    <p:sldId id="262" r:id="rId9"/>
    <p:sldId id="263" r:id="rId10"/>
    <p:sldId id="264"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8FCC031-81A3-B21B-57EB-22115A932BF2}" name="Randall Hunt" initials="RH" userId="S::Randall_Hunt@partech.com::4c55b6c8-20fa-4fc5-ad69-633eabcdc40e"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E4C0BD-49F1-4EE9-A312-F4660D8DB59A}" v="2" dt="2025-04-15T13:26:53.7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ndall Hunt" userId="4c55b6c8-20fa-4fc5-ad69-633eabcdc40e" providerId="ADAL" clId="{17D028E3-5F3E-42C6-8802-D709A5D638E9}"/>
    <pc:docChg chg="undo custSel addSld delSld modSld">
      <pc:chgData name="Randall Hunt" userId="4c55b6c8-20fa-4fc5-ad69-633eabcdc40e" providerId="ADAL" clId="{17D028E3-5F3E-42C6-8802-D709A5D638E9}" dt="2024-08-06T20:16:48.085" v="7327" actId="47"/>
      <pc:docMkLst>
        <pc:docMk/>
      </pc:docMkLst>
      <pc:sldChg chg="modSp mod">
        <pc:chgData name="Randall Hunt" userId="4c55b6c8-20fa-4fc5-ad69-633eabcdc40e" providerId="ADAL" clId="{17D028E3-5F3E-42C6-8802-D709A5D638E9}" dt="2024-08-06T18:54:54.509" v="29" actId="20577"/>
        <pc:sldMkLst>
          <pc:docMk/>
          <pc:sldMk cId="1108625284" sldId="256"/>
        </pc:sldMkLst>
        <pc:spChg chg="mod">
          <ac:chgData name="Randall Hunt" userId="4c55b6c8-20fa-4fc5-ad69-633eabcdc40e" providerId="ADAL" clId="{17D028E3-5F3E-42C6-8802-D709A5D638E9}" dt="2024-08-06T18:54:54.509" v="29" actId="20577"/>
          <ac:spMkLst>
            <pc:docMk/>
            <pc:sldMk cId="1108625284" sldId="256"/>
            <ac:spMk id="2" creationId="{168245FF-48A7-942F-3F9F-F01DE2148438}"/>
          </ac:spMkLst>
        </pc:spChg>
      </pc:sldChg>
      <pc:sldChg chg="modSp new mod">
        <pc:chgData name="Randall Hunt" userId="4c55b6c8-20fa-4fc5-ad69-633eabcdc40e" providerId="ADAL" clId="{17D028E3-5F3E-42C6-8802-D709A5D638E9}" dt="2024-08-06T18:59:10.747" v="848" actId="27636"/>
        <pc:sldMkLst>
          <pc:docMk/>
          <pc:sldMk cId="3882915741" sldId="257"/>
        </pc:sldMkLst>
        <pc:spChg chg="mod">
          <ac:chgData name="Randall Hunt" userId="4c55b6c8-20fa-4fc5-ad69-633eabcdc40e" providerId="ADAL" clId="{17D028E3-5F3E-42C6-8802-D709A5D638E9}" dt="2024-08-06T18:56:09.113" v="78" actId="20577"/>
          <ac:spMkLst>
            <pc:docMk/>
            <pc:sldMk cId="3882915741" sldId="257"/>
            <ac:spMk id="2" creationId="{380E64A7-64E0-862D-8B5F-AD068659583C}"/>
          </ac:spMkLst>
        </pc:spChg>
        <pc:spChg chg="mod">
          <ac:chgData name="Randall Hunt" userId="4c55b6c8-20fa-4fc5-ad69-633eabcdc40e" providerId="ADAL" clId="{17D028E3-5F3E-42C6-8802-D709A5D638E9}" dt="2024-08-06T18:59:10.747" v="848" actId="27636"/>
          <ac:spMkLst>
            <pc:docMk/>
            <pc:sldMk cId="3882915741" sldId="257"/>
            <ac:spMk id="3" creationId="{4DDE2607-4566-06BE-BB67-6D962493F6E4}"/>
          </ac:spMkLst>
        </pc:spChg>
      </pc:sldChg>
      <pc:sldChg chg="addSp modSp new mod">
        <pc:chgData name="Randall Hunt" userId="4c55b6c8-20fa-4fc5-ad69-633eabcdc40e" providerId="ADAL" clId="{17D028E3-5F3E-42C6-8802-D709A5D638E9}" dt="2024-08-06T19:04:25.779" v="1320" actId="20577"/>
        <pc:sldMkLst>
          <pc:docMk/>
          <pc:sldMk cId="3712554325" sldId="258"/>
        </pc:sldMkLst>
        <pc:spChg chg="mod">
          <ac:chgData name="Randall Hunt" userId="4c55b6c8-20fa-4fc5-ad69-633eabcdc40e" providerId="ADAL" clId="{17D028E3-5F3E-42C6-8802-D709A5D638E9}" dt="2024-08-06T18:59:36.832" v="900" actId="20577"/>
          <ac:spMkLst>
            <pc:docMk/>
            <pc:sldMk cId="3712554325" sldId="258"/>
            <ac:spMk id="2" creationId="{E275A7F7-AC59-0DD9-9973-217ED4237FB8}"/>
          </ac:spMkLst>
        </pc:spChg>
        <pc:spChg chg="mod">
          <ac:chgData name="Randall Hunt" userId="4c55b6c8-20fa-4fc5-ad69-633eabcdc40e" providerId="ADAL" clId="{17D028E3-5F3E-42C6-8802-D709A5D638E9}" dt="2024-08-06T19:04:25.779" v="1320" actId="20577"/>
          <ac:spMkLst>
            <pc:docMk/>
            <pc:sldMk cId="3712554325" sldId="258"/>
            <ac:spMk id="3" creationId="{AC855BB2-D991-4E38-D42B-F4478AF45AF5}"/>
          </ac:spMkLst>
        </pc:spChg>
        <pc:picChg chg="add mod">
          <ac:chgData name="Randall Hunt" userId="4c55b6c8-20fa-4fc5-ad69-633eabcdc40e" providerId="ADAL" clId="{17D028E3-5F3E-42C6-8802-D709A5D638E9}" dt="2024-08-06T19:04:22.015" v="1312" actId="14100"/>
          <ac:picMkLst>
            <pc:docMk/>
            <pc:sldMk cId="3712554325" sldId="258"/>
            <ac:picMk id="5" creationId="{76B2965A-1BF4-FECF-CBBC-8FFABD880287}"/>
          </ac:picMkLst>
        </pc:picChg>
      </pc:sldChg>
      <pc:sldChg chg="addSp modSp new mod">
        <pc:chgData name="Randall Hunt" userId="4c55b6c8-20fa-4fc5-ad69-633eabcdc40e" providerId="ADAL" clId="{17D028E3-5F3E-42C6-8802-D709A5D638E9}" dt="2024-08-06T19:35:19.444" v="2703" actId="20577"/>
        <pc:sldMkLst>
          <pc:docMk/>
          <pc:sldMk cId="356136274" sldId="259"/>
        </pc:sldMkLst>
        <pc:spChg chg="mod">
          <ac:chgData name="Randall Hunt" userId="4c55b6c8-20fa-4fc5-ad69-633eabcdc40e" providerId="ADAL" clId="{17D028E3-5F3E-42C6-8802-D709A5D638E9}" dt="2024-08-06T19:35:19.444" v="2703" actId="20577"/>
          <ac:spMkLst>
            <pc:docMk/>
            <pc:sldMk cId="356136274" sldId="259"/>
            <ac:spMk id="2" creationId="{BE5144DA-EE1F-34BA-A822-51ECBBBF36D5}"/>
          </ac:spMkLst>
        </pc:spChg>
        <pc:spChg chg="mod">
          <ac:chgData name="Randall Hunt" userId="4c55b6c8-20fa-4fc5-ad69-633eabcdc40e" providerId="ADAL" clId="{17D028E3-5F3E-42C6-8802-D709A5D638E9}" dt="2024-08-06T19:08:51.538" v="1974" actId="20577"/>
          <ac:spMkLst>
            <pc:docMk/>
            <pc:sldMk cId="356136274" sldId="259"/>
            <ac:spMk id="3" creationId="{A22C64DA-D6F3-C9D9-38A4-6B9DB91AC520}"/>
          </ac:spMkLst>
        </pc:spChg>
        <pc:picChg chg="add mod">
          <ac:chgData name="Randall Hunt" userId="4c55b6c8-20fa-4fc5-ad69-633eabcdc40e" providerId="ADAL" clId="{17D028E3-5F3E-42C6-8802-D709A5D638E9}" dt="2024-08-06T19:09:46.316" v="1977" actId="1076"/>
          <ac:picMkLst>
            <pc:docMk/>
            <pc:sldMk cId="356136274" sldId="259"/>
            <ac:picMk id="5" creationId="{51B6C3A6-0BE1-54BB-B484-651C266845D8}"/>
          </ac:picMkLst>
        </pc:picChg>
      </pc:sldChg>
      <pc:sldChg chg="addSp modSp new mod">
        <pc:chgData name="Randall Hunt" userId="4c55b6c8-20fa-4fc5-ad69-633eabcdc40e" providerId="ADAL" clId="{17D028E3-5F3E-42C6-8802-D709A5D638E9}" dt="2024-08-06T19:35:12.028" v="2691" actId="1076"/>
        <pc:sldMkLst>
          <pc:docMk/>
          <pc:sldMk cId="839911363" sldId="260"/>
        </pc:sldMkLst>
        <pc:spChg chg="mod">
          <ac:chgData name="Randall Hunt" userId="4c55b6c8-20fa-4fc5-ad69-633eabcdc40e" providerId="ADAL" clId="{17D028E3-5F3E-42C6-8802-D709A5D638E9}" dt="2024-08-06T19:35:12.028" v="2691" actId="1076"/>
          <ac:spMkLst>
            <pc:docMk/>
            <pc:sldMk cId="839911363" sldId="260"/>
            <ac:spMk id="2" creationId="{BCC2BC33-D5AD-C589-4452-C22D9D1BAC49}"/>
          </ac:spMkLst>
        </pc:spChg>
        <pc:spChg chg="mod">
          <ac:chgData name="Randall Hunt" userId="4c55b6c8-20fa-4fc5-ad69-633eabcdc40e" providerId="ADAL" clId="{17D028E3-5F3E-42C6-8802-D709A5D638E9}" dt="2024-08-06T19:33:29.299" v="2562" actId="1076"/>
          <ac:spMkLst>
            <pc:docMk/>
            <pc:sldMk cId="839911363" sldId="260"/>
            <ac:spMk id="3" creationId="{3DB38387-4655-6365-F1E5-F864DE5C797E}"/>
          </ac:spMkLst>
        </pc:spChg>
        <pc:picChg chg="add mod">
          <ac:chgData name="Randall Hunt" userId="4c55b6c8-20fa-4fc5-ad69-633eabcdc40e" providerId="ADAL" clId="{17D028E3-5F3E-42C6-8802-D709A5D638E9}" dt="2024-08-06T19:33:32.284" v="2563" actId="1076"/>
          <ac:picMkLst>
            <pc:docMk/>
            <pc:sldMk cId="839911363" sldId="260"/>
            <ac:picMk id="5" creationId="{FA8CF1AF-8B53-8331-0EB7-304262C20DD6}"/>
          </ac:picMkLst>
        </pc:picChg>
      </pc:sldChg>
      <pc:sldChg chg="addSp modSp new mod">
        <pc:chgData name="Randall Hunt" userId="4c55b6c8-20fa-4fc5-ad69-633eabcdc40e" providerId="ADAL" clId="{17D028E3-5F3E-42C6-8802-D709A5D638E9}" dt="2024-08-06T19:41:16.985" v="3470" actId="1076"/>
        <pc:sldMkLst>
          <pc:docMk/>
          <pc:sldMk cId="2367951170" sldId="261"/>
        </pc:sldMkLst>
        <pc:spChg chg="mod">
          <ac:chgData name="Randall Hunt" userId="4c55b6c8-20fa-4fc5-ad69-633eabcdc40e" providerId="ADAL" clId="{17D028E3-5F3E-42C6-8802-D709A5D638E9}" dt="2024-08-06T19:34:47.207" v="2623" actId="20577"/>
          <ac:spMkLst>
            <pc:docMk/>
            <pc:sldMk cId="2367951170" sldId="261"/>
            <ac:spMk id="2" creationId="{C9F85F4A-CEDE-3403-C567-935C15C88D53}"/>
          </ac:spMkLst>
        </pc:spChg>
        <pc:spChg chg="mod">
          <ac:chgData name="Randall Hunt" userId="4c55b6c8-20fa-4fc5-ad69-633eabcdc40e" providerId="ADAL" clId="{17D028E3-5F3E-42C6-8802-D709A5D638E9}" dt="2024-08-06T19:41:04.028" v="3465" actId="14100"/>
          <ac:spMkLst>
            <pc:docMk/>
            <pc:sldMk cId="2367951170" sldId="261"/>
            <ac:spMk id="3" creationId="{3B81C419-C2AF-8ED2-192C-C253050E78BB}"/>
          </ac:spMkLst>
        </pc:spChg>
        <pc:picChg chg="add mod">
          <ac:chgData name="Randall Hunt" userId="4c55b6c8-20fa-4fc5-ad69-633eabcdc40e" providerId="ADAL" clId="{17D028E3-5F3E-42C6-8802-D709A5D638E9}" dt="2024-08-06T19:41:16.985" v="3470" actId="1076"/>
          <ac:picMkLst>
            <pc:docMk/>
            <pc:sldMk cId="2367951170" sldId="261"/>
            <ac:picMk id="5" creationId="{F67B9FBF-7407-1365-D1BC-76AB946B8418}"/>
          </ac:picMkLst>
        </pc:picChg>
      </pc:sldChg>
      <pc:sldChg chg="modSp new mod">
        <pc:chgData name="Randall Hunt" userId="4c55b6c8-20fa-4fc5-ad69-633eabcdc40e" providerId="ADAL" clId="{17D028E3-5F3E-42C6-8802-D709A5D638E9}" dt="2024-08-06T19:48:20.267" v="4458" actId="20577"/>
        <pc:sldMkLst>
          <pc:docMk/>
          <pc:sldMk cId="2329758310" sldId="262"/>
        </pc:sldMkLst>
        <pc:spChg chg="mod">
          <ac:chgData name="Randall Hunt" userId="4c55b6c8-20fa-4fc5-ad69-633eabcdc40e" providerId="ADAL" clId="{17D028E3-5F3E-42C6-8802-D709A5D638E9}" dt="2024-08-06T19:41:36.092" v="3530" actId="20577"/>
          <ac:spMkLst>
            <pc:docMk/>
            <pc:sldMk cId="2329758310" sldId="262"/>
            <ac:spMk id="2" creationId="{78C16368-BD19-9DFC-F879-07C0AEA1121E}"/>
          </ac:spMkLst>
        </pc:spChg>
        <pc:spChg chg="mod">
          <ac:chgData name="Randall Hunt" userId="4c55b6c8-20fa-4fc5-ad69-633eabcdc40e" providerId="ADAL" clId="{17D028E3-5F3E-42C6-8802-D709A5D638E9}" dt="2024-08-06T19:48:20.267" v="4458" actId="20577"/>
          <ac:spMkLst>
            <pc:docMk/>
            <pc:sldMk cId="2329758310" sldId="262"/>
            <ac:spMk id="3" creationId="{2BEF6ADA-1BC7-0AA4-AE47-26DE7F174A35}"/>
          </ac:spMkLst>
        </pc:spChg>
      </pc:sldChg>
      <pc:sldChg chg="addSp delSp modSp new mod">
        <pc:chgData name="Randall Hunt" userId="4c55b6c8-20fa-4fc5-ad69-633eabcdc40e" providerId="ADAL" clId="{17D028E3-5F3E-42C6-8802-D709A5D638E9}" dt="2024-08-06T19:58:50.426" v="5040" actId="20577"/>
        <pc:sldMkLst>
          <pc:docMk/>
          <pc:sldMk cId="2988559351" sldId="263"/>
        </pc:sldMkLst>
        <pc:spChg chg="mod">
          <ac:chgData name="Randall Hunt" userId="4c55b6c8-20fa-4fc5-ad69-633eabcdc40e" providerId="ADAL" clId="{17D028E3-5F3E-42C6-8802-D709A5D638E9}" dt="2024-08-06T19:52:58.224" v="4505" actId="20577"/>
          <ac:spMkLst>
            <pc:docMk/>
            <pc:sldMk cId="2988559351" sldId="263"/>
            <ac:spMk id="2" creationId="{14EF5F19-6EC5-5FD3-2F0C-3422CBA72C36}"/>
          </ac:spMkLst>
        </pc:spChg>
        <pc:spChg chg="del">
          <ac:chgData name="Randall Hunt" userId="4c55b6c8-20fa-4fc5-ad69-633eabcdc40e" providerId="ADAL" clId="{17D028E3-5F3E-42C6-8802-D709A5D638E9}" dt="2024-08-06T19:52:15.229" v="4460" actId="22"/>
          <ac:spMkLst>
            <pc:docMk/>
            <pc:sldMk cId="2988559351" sldId="263"/>
            <ac:spMk id="3" creationId="{BD0686C9-F2FE-F954-06F3-069F1B17F09E}"/>
          </ac:spMkLst>
        </pc:spChg>
        <pc:spChg chg="add mod">
          <ac:chgData name="Randall Hunt" userId="4c55b6c8-20fa-4fc5-ad69-633eabcdc40e" providerId="ADAL" clId="{17D028E3-5F3E-42C6-8802-D709A5D638E9}" dt="2024-08-06T19:58:50.426" v="5040" actId="20577"/>
          <ac:spMkLst>
            <pc:docMk/>
            <pc:sldMk cId="2988559351" sldId="263"/>
            <ac:spMk id="8" creationId="{26A1EFF3-B5AC-A565-5DF7-37A4445F606D}"/>
          </ac:spMkLst>
        </pc:spChg>
        <pc:picChg chg="add mod ord">
          <ac:chgData name="Randall Hunt" userId="4c55b6c8-20fa-4fc5-ad69-633eabcdc40e" providerId="ADAL" clId="{17D028E3-5F3E-42C6-8802-D709A5D638E9}" dt="2024-08-06T19:52:18.400" v="4462" actId="1076"/>
          <ac:picMkLst>
            <pc:docMk/>
            <pc:sldMk cId="2988559351" sldId="263"/>
            <ac:picMk id="5" creationId="{130107E0-E6BA-7C4C-4CE6-505A6CC533EA}"/>
          </ac:picMkLst>
        </pc:picChg>
        <pc:picChg chg="add mod">
          <ac:chgData name="Randall Hunt" userId="4c55b6c8-20fa-4fc5-ad69-633eabcdc40e" providerId="ADAL" clId="{17D028E3-5F3E-42C6-8802-D709A5D638E9}" dt="2024-08-06T19:52:43.529" v="4467" actId="1076"/>
          <ac:picMkLst>
            <pc:docMk/>
            <pc:sldMk cId="2988559351" sldId="263"/>
            <ac:picMk id="7" creationId="{E48FB22B-F015-ACED-EDA4-C163358E695F}"/>
          </ac:picMkLst>
        </pc:picChg>
      </pc:sldChg>
      <pc:sldChg chg="modSp new mod">
        <pc:chgData name="Randall Hunt" userId="4c55b6c8-20fa-4fc5-ad69-633eabcdc40e" providerId="ADAL" clId="{17D028E3-5F3E-42C6-8802-D709A5D638E9}" dt="2024-08-06T20:07:30.140" v="6228" actId="27636"/>
        <pc:sldMkLst>
          <pc:docMk/>
          <pc:sldMk cId="2357439153" sldId="264"/>
        </pc:sldMkLst>
        <pc:spChg chg="mod">
          <ac:chgData name="Randall Hunt" userId="4c55b6c8-20fa-4fc5-ad69-633eabcdc40e" providerId="ADAL" clId="{17D028E3-5F3E-42C6-8802-D709A5D638E9}" dt="2024-08-06T20:00:28.705" v="5136" actId="20577"/>
          <ac:spMkLst>
            <pc:docMk/>
            <pc:sldMk cId="2357439153" sldId="264"/>
            <ac:spMk id="2" creationId="{7F9F316C-69EB-D580-2056-0EE5F49866DB}"/>
          </ac:spMkLst>
        </pc:spChg>
        <pc:spChg chg="mod">
          <ac:chgData name="Randall Hunt" userId="4c55b6c8-20fa-4fc5-ad69-633eabcdc40e" providerId="ADAL" clId="{17D028E3-5F3E-42C6-8802-D709A5D638E9}" dt="2024-08-06T20:07:30.140" v="6228" actId="27636"/>
          <ac:spMkLst>
            <pc:docMk/>
            <pc:sldMk cId="2357439153" sldId="264"/>
            <ac:spMk id="3" creationId="{CBD65495-EE42-C973-4F3E-20A9B661E801}"/>
          </ac:spMkLst>
        </pc:spChg>
      </pc:sldChg>
      <pc:sldChg chg="addSp modSp new mod">
        <pc:chgData name="Randall Hunt" userId="4c55b6c8-20fa-4fc5-ad69-633eabcdc40e" providerId="ADAL" clId="{17D028E3-5F3E-42C6-8802-D709A5D638E9}" dt="2024-08-06T20:15:41.736" v="7323" actId="1076"/>
        <pc:sldMkLst>
          <pc:docMk/>
          <pc:sldMk cId="1154696657" sldId="265"/>
        </pc:sldMkLst>
        <pc:spChg chg="mod">
          <ac:chgData name="Randall Hunt" userId="4c55b6c8-20fa-4fc5-ad69-633eabcdc40e" providerId="ADAL" clId="{17D028E3-5F3E-42C6-8802-D709A5D638E9}" dt="2024-08-06T20:09:54.013" v="6293" actId="20577"/>
          <ac:spMkLst>
            <pc:docMk/>
            <pc:sldMk cId="1154696657" sldId="265"/>
            <ac:spMk id="2" creationId="{67D1D245-A3AD-0B9A-CD86-72AAAAE3A9E9}"/>
          </ac:spMkLst>
        </pc:spChg>
        <pc:spChg chg="mod">
          <ac:chgData name="Randall Hunt" userId="4c55b6c8-20fa-4fc5-ad69-633eabcdc40e" providerId="ADAL" clId="{17D028E3-5F3E-42C6-8802-D709A5D638E9}" dt="2024-08-06T20:15:38.037" v="7321" actId="1076"/>
          <ac:spMkLst>
            <pc:docMk/>
            <pc:sldMk cId="1154696657" sldId="265"/>
            <ac:spMk id="3" creationId="{7191B5FC-41D3-78A6-ED36-E9D8F03E8468}"/>
          </ac:spMkLst>
        </pc:spChg>
        <pc:picChg chg="add mod">
          <ac:chgData name="Randall Hunt" userId="4c55b6c8-20fa-4fc5-ad69-633eabcdc40e" providerId="ADAL" clId="{17D028E3-5F3E-42C6-8802-D709A5D638E9}" dt="2024-08-06T20:15:41.736" v="7323" actId="1076"/>
          <ac:picMkLst>
            <pc:docMk/>
            <pc:sldMk cId="1154696657" sldId="265"/>
            <ac:picMk id="5" creationId="{EC56E5E7-81F0-A136-0A37-70D58AEE6148}"/>
          </ac:picMkLst>
        </pc:picChg>
      </pc:sldChg>
      <pc:sldChg chg="modSp new del mod">
        <pc:chgData name="Randall Hunt" userId="4c55b6c8-20fa-4fc5-ad69-633eabcdc40e" providerId="ADAL" clId="{17D028E3-5F3E-42C6-8802-D709A5D638E9}" dt="2024-08-06T20:16:48.085" v="7327" actId="47"/>
        <pc:sldMkLst>
          <pc:docMk/>
          <pc:sldMk cId="190369609" sldId="266"/>
        </pc:sldMkLst>
        <pc:spChg chg="mod">
          <ac:chgData name="Randall Hunt" userId="4c55b6c8-20fa-4fc5-ad69-633eabcdc40e" providerId="ADAL" clId="{17D028E3-5F3E-42C6-8802-D709A5D638E9}" dt="2024-08-06T20:16:35.934" v="7326" actId="20577"/>
          <ac:spMkLst>
            <pc:docMk/>
            <pc:sldMk cId="190369609" sldId="266"/>
            <ac:spMk id="2" creationId="{6EB0A0CD-8AFE-E5CF-BDD7-24B5AD156028}"/>
          </ac:spMkLst>
        </pc:spChg>
      </pc:sldChg>
    </pc:docChg>
  </pc:docChgLst>
  <pc:docChgLst>
    <pc:chgData name="Hunt, Randall [USA]" userId="89bfa2a9-2144-4bd6-ba22-d79ad510780c" providerId="ADAL" clId="{B7E4C0BD-49F1-4EE9-A312-F4660D8DB59A}"/>
    <pc:docChg chg="custSel modSld">
      <pc:chgData name="Hunt, Randall [USA]" userId="89bfa2a9-2144-4bd6-ba22-d79ad510780c" providerId="ADAL" clId="{B7E4C0BD-49F1-4EE9-A312-F4660D8DB59A}" dt="2025-04-15T13:28:25.820" v="146" actId="1076"/>
      <pc:docMkLst>
        <pc:docMk/>
      </pc:docMkLst>
      <pc:sldChg chg="addSp delSp modSp mod">
        <pc:chgData name="Hunt, Randall [USA]" userId="89bfa2a9-2144-4bd6-ba22-d79ad510780c" providerId="ADAL" clId="{B7E4C0BD-49F1-4EE9-A312-F4660D8DB59A}" dt="2025-04-15T13:28:25.820" v="146" actId="1076"/>
        <pc:sldMkLst>
          <pc:docMk/>
          <pc:sldMk cId="2988559351" sldId="263"/>
        </pc:sldMkLst>
        <pc:spChg chg="add mod">
          <ac:chgData name="Hunt, Randall [USA]" userId="89bfa2a9-2144-4bd6-ba22-d79ad510780c" providerId="ADAL" clId="{B7E4C0BD-49F1-4EE9-A312-F4660D8DB59A}" dt="2025-04-15T13:25:06.373" v="29" actId="478"/>
          <ac:spMkLst>
            <pc:docMk/>
            <pc:sldMk cId="2988559351" sldId="263"/>
            <ac:spMk id="4" creationId="{AFAAFE9C-3464-E699-6073-539981327005}"/>
          </ac:spMkLst>
        </pc:spChg>
        <pc:spChg chg="mod">
          <ac:chgData name="Hunt, Randall [USA]" userId="89bfa2a9-2144-4bd6-ba22-d79ad510780c" providerId="ADAL" clId="{B7E4C0BD-49F1-4EE9-A312-F4660D8DB59A}" dt="2025-04-15T13:18:10.090" v="28" actId="20577"/>
          <ac:spMkLst>
            <pc:docMk/>
            <pc:sldMk cId="2988559351" sldId="263"/>
            <ac:spMk id="8" creationId="{26A1EFF3-B5AC-A565-5DF7-37A4445F606D}"/>
          </ac:spMkLst>
        </pc:spChg>
        <pc:spChg chg="add mod">
          <ac:chgData name="Hunt, Randall [USA]" userId="89bfa2a9-2144-4bd6-ba22-d79ad510780c" providerId="ADAL" clId="{B7E4C0BD-49F1-4EE9-A312-F4660D8DB59A}" dt="2025-04-15T13:28:10.957" v="145" actId="20577"/>
          <ac:spMkLst>
            <pc:docMk/>
            <pc:sldMk cId="2988559351" sldId="263"/>
            <ac:spMk id="14" creationId="{C3800F56-8D2A-E45C-A1A6-4B0763D3A683}"/>
          </ac:spMkLst>
        </pc:spChg>
        <pc:spChg chg="add mod">
          <ac:chgData name="Hunt, Randall [USA]" userId="89bfa2a9-2144-4bd6-ba22-d79ad510780c" providerId="ADAL" clId="{B7E4C0BD-49F1-4EE9-A312-F4660D8DB59A}" dt="2025-04-15T13:28:25.820" v="146" actId="1076"/>
          <ac:spMkLst>
            <pc:docMk/>
            <pc:sldMk cId="2988559351" sldId="263"/>
            <ac:spMk id="15" creationId="{B21A25EA-56E8-1B89-C9B1-8D1A0C556420}"/>
          </ac:spMkLst>
        </pc:spChg>
        <pc:picChg chg="add mod">
          <ac:chgData name="Hunt, Randall [USA]" userId="89bfa2a9-2144-4bd6-ba22-d79ad510780c" providerId="ADAL" clId="{B7E4C0BD-49F1-4EE9-A312-F4660D8DB59A}" dt="2025-04-15T13:25:11.934" v="32" actId="1076"/>
          <ac:picMkLst>
            <pc:docMk/>
            <pc:sldMk cId="2988559351" sldId="263"/>
            <ac:picMk id="6" creationId="{87B80036-90CD-C10A-FF4D-FD38C0DDFA00}"/>
          </ac:picMkLst>
        </pc:picChg>
        <pc:picChg chg="del">
          <ac:chgData name="Hunt, Randall [USA]" userId="89bfa2a9-2144-4bd6-ba22-d79ad510780c" providerId="ADAL" clId="{B7E4C0BD-49F1-4EE9-A312-F4660D8DB59A}" dt="2025-04-15T13:25:14.764" v="33" actId="478"/>
          <ac:picMkLst>
            <pc:docMk/>
            <pc:sldMk cId="2988559351" sldId="263"/>
            <ac:picMk id="9" creationId="{791D8FA8-B450-4644-D745-D5A7EAE44659}"/>
          </ac:picMkLst>
        </pc:picChg>
        <pc:picChg chg="add del mod">
          <ac:chgData name="Hunt, Randall [USA]" userId="89bfa2a9-2144-4bd6-ba22-d79ad510780c" providerId="ADAL" clId="{B7E4C0BD-49F1-4EE9-A312-F4660D8DB59A}" dt="2025-04-15T13:25:50.225" v="39" actId="478"/>
          <ac:picMkLst>
            <pc:docMk/>
            <pc:sldMk cId="2988559351" sldId="263"/>
            <ac:picMk id="10" creationId="{F2672A5C-A3D5-65B1-78DC-DE5D1326A8C4}"/>
          </ac:picMkLst>
        </pc:picChg>
        <pc:picChg chg="del">
          <ac:chgData name="Hunt, Randall [USA]" userId="89bfa2a9-2144-4bd6-ba22-d79ad510780c" providerId="ADAL" clId="{B7E4C0BD-49F1-4EE9-A312-F4660D8DB59A}" dt="2025-04-15T13:25:06.373" v="29" actId="478"/>
          <ac:picMkLst>
            <pc:docMk/>
            <pc:sldMk cId="2988559351" sldId="263"/>
            <ac:picMk id="11" creationId="{FCAE4EA4-1C43-414C-A975-73CF8E3967E3}"/>
          </ac:picMkLst>
        </pc:picChg>
        <pc:picChg chg="add mod">
          <ac:chgData name="Hunt, Randall [USA]" userId="89bfa2a9-2144-4bd6-ba22-d79ad510780c" providerId="ADAL" clId="{B7E4C0BD-49F1-4EE9-A312-F4660D8DB59A}" dt="2025-04-15T13:26:05.259" v="47" actId="14100"/>
          <ac:picMkLst>
            <pc:docMk/>
            <pc:sldMk cId="2988559351" sldId="263"/>
            <ac:picMk id="13" creationId="{62231C59-6507-95F6-E677-1117D7A41448}"/>
          </ac:picMkLst>
        </pc:picChg>
      </pc:sldChg>
    </pc:docChg>
  </pc:docChgLst>
  <pc:docChgLst>
    <pc:chgData name="Hunt, Randall [USA]" userId="89bfa2a9-2144-4bd6-ba22-d79ad510780c" providerId="ADAL" clId="{061517FA-F79F-4894-95C0-BCDFA229B9C7}"/>
    <pc:docChg chg="custSel modSld">
      <pc:chgData name="Hunt, Randall [USA]" userId="89bfa2a9-2144-4bd6-ba22-d79ad510780c" providerId="ADAL" clId="{061517FA-F79F-4894-95C0-BCDFA229B9C7}" dt="2024-12-30T15:59:45.605" v="1" actId="33524"/>
      <pc:docMkLst>
        <pc:docMk/>
      </pc:docMkLst>
      <pc:sldChg chg="modSp mod">
        <pc:chgData name="Hunt, Randall [USA]" userId="89bfa2a9-2144-4bd6-ba22-d79ad510780c" providerId="ADAL" clId="{061517FA-F79F-4894-95C0-BCDFA229B9C7}" dt="2024-12-30T15:59:45.605" v="1" actId="33524"/>
        <pc:sldMkLst>
          <pc:docMk/>
          <pc:sldMk cId="2329758310" sldId="262"/>
        </pc:sldMkLst>
        <pc:spChg chg="mod">
          <ac:chgData name="Hunt, Randall [USA]" userId="89bfa2a9-2144-4bd6-ba22-d79ad510780c" providerId="ADAL" clId="{061517FA-F79F-4894-95C0-BCDFA229B9C7}" dt="2024-12-30T15:59:45.605" v="1" actId="33524"/>
          <ac:spMkLst>
            <pc:docMk/>
            <pc:sldMk cId="2329758310" sldId="262"/>
            <ac:spMk id="3" creationId="{2BEF6ADA-1BC7-0AA4-AE47-26DE7F174A35}"/>
          </ac:spMkLst>
        </pc:spChg>
      </pc:sldChg>
    </pc:docChg>
  </pc:docChgLst>
  <pc:docChgLst>
    <pc:chgData name="Hunt, Randall [USA]" userId="89bfa2a9-2144-4bd6-ba22-d79ad510780c" providerId="ADAL" clId="{EDFB0304-FFE4-4A3C-B421-BC18EFEA52BA}"/>
    <pc:docChg chg="undo custSel addSld delSld modSld">
      <pc:chgData name="Hunt, Randall [USA]" userId="89bfa2a9-2144-4bd6-ba22-d79ad510780c" providerId="ADAL" clId="{EDFB0304-FFE4-4A3C-B421-BC18EFEA52BA}" dt="2024-09-06T13:48:24.915" v="480"/>
      <pc:docMkLst>
        <pc:docMk/>
      </pc:docMkLst>
      <pc:sldChg chg="modSp mod">
        <pc:chgData name="Hunt, Randall [USA]" userId="89bfa2a9-2144-4bd6-ba22-d79ad510780c" providerId="ADAL" clId="{EDFB0304-FFE4-4A3C-B421-BC18EFEA52BA}" dt="2024-08-14T20:25:45.977" v="36" actId="20577"/>
        <pc:sldMkLst>
          <pc:docMk/>
          <pc:sldMk cId="3712554325" sldId="258"/>
        </pc:sldMkLst>
        <pc:spChg chg="mod">
          <ac:chgData name="Hunt, Randall [USA]" userId="89bfa2a9-2144-4bd6-ba22-d79ad510780c" providerId="ADAL" clId="{EDFB0304-FFE4-4A3C-B421-BC18EFEA52BA}" dt="2024-08-14T20:25:45.977" v="36" actId="20577"/>
          <ac:spMkLst>
            <pc:docMk/>
            <pc:sldMk cId="3712554325" sldId="258"/>
            <ac:spMk id="3" creationId="{AC855BB2-D991-4E38-D42B-F4478AF45AF5}"/>
          </ac:spMkLst>
        </pc:spChg>
      </pc:sldChg>
      <pc:sldChg chg="modSp mod modNotesTx">
        <pc:chgData name="Hunt, Randall [USA]" userId="89bfa2a9-2144-4bd6-ba22-d79ad510780c" providerId="ADAL" clId="{EDFB0304-FFE4-4A3C-B421-BC18EFEA52BA}" dt="2024-09-06T13:48:19.597" v="477"/>
        <pc:sldMkLst>
          <pc:docMk/>
          <pc:sldMk cId="356136274" sldId="259"/>
        </pc:sldMkLst>
        <pc:spChg chg="mod">
          <ac:chgData name="Hunt, Randall [USA]" userId="89bfa2a9-2144-4bd6-ba22-d79ad510780c" providerId="ADAL" clId="{EDFB0304-FFE4-4A3C-B421-BC18EFEA52BA}" dt="2024-08-26T17:56:30.649" v="46" actId="20577"/>
          <ac:spMkLst>
            <pc:docMk/>
            <pc:sldMk cId="356136274" sldId="259"/>
            <ac:spMk id="3" creationId="{A22C64DA-D6F3-C9D9-38A4-6B9DB91AC520}"/>
          </ac:spMkLst>
        </pc:spChg>
      </pc:sldChg>
      <pc:sldChg chg="modSp mod modNotesTx">
        <pc:chgData name="Hunt, Randall [USA]" userId="89bfa2a9-2144-4bd6-ba22-d79ad510780c" providerId="ADAL" clId="{EDFB0304-FFE4-4A3C-B421-BC18EFEA52BA}" dt="2024-09-06T13:48:24.915" v="480"/>
        <pc:sldMkLst>
          <pc:docMk/>
          <pc:sldMk cId="839911363" sldId="260"/>
        </pc:sldMkLst>
        <pc:spChg chg="mod">
          <ac:chgData name="Hunt, Randall [USA]" userId="89bfa2a9-2144-4bd6-ba22-d79ad510780c" providerId="ADAL" clId="{EDFB0304-FFE4-4A3C-B421-BC18EFEA52BA}" dt="2024-08-26T17:57:02.551" v="53"/>
          <ac:spMkLst>
            <pc:docMk/>
            <pc:sldMk cId="839911363" sldId="260"/>
            <ac:spMk id="3" creationId="{3DB38387-4655-6365-F1E5-F864DE5C797E}"/>
          </ac:spMkLst>
        </pc:spChg>
      </pc:sldChg>
      <pc:sldChg chg="modSp mod">
        <pc:chgData name="Hunt, Randall [USA]" userId="89bfa2a9-2144-4bd6-ba22-d79ad510780c" providerId="ADAL" clId="{EDFB0304-FFE4-4A3C-B421-BC18EFEA52BA}" dt="2024-08-26T18:12:44.253" v="68" actId="20577"/>
        <pc:sldMkLst>
          <pc:docMk/>
          <pc:sldMk cId="2367951170" sldId="261"/>
        </pc:sldMkLst>
        <pc:spChg chg="mod">
          <ac:chgData name="Hunt, Randall [USA]" userId="89bfa2a9-2144-4bd6-ba22-d79ad510780c" providerId="ADAL" clId="{EDFB0304-FFE4-4A3C-B421-BC18EFEA52BA}" dt="2024-08-26T18:12:44.253" v="68" actId="20577"/>
          <ac:spMkLst>
            <pc:docMk/>
            <pc:sldMk cId="2367951170" sldId="261"/>
            <ac:spMk id="3" creationId="{3B81C419-C2AF-8ED2-192C-C253050E78BB}"/>
          </ac:spMkLst>
        </pc:spChg>
      </pc:sldChg>
      <pc:sldChg chg="addSp modSp mod">
        <pc:chgData name="Hunt, Randall [USA]" userId="89bfa2a9-2144-4bd6-ba22-d79ad510780c" providerId="ADAL" clId="{EDFB0304-FFE4-4A3C-B421-BC18EFEA52BA}" dt="2024-08-26T19:22:54.912" v="474" actId="1076"/>
        <pc:sldMkLst>
          <pc:docMk/>
          <pc:sldMk cId="2329758310" sldId="262"/>
        </pc:sldMkLst>
        <pc:spChg chg="mod">
          <ac:chgData name="Hunt, Randall [USA]" userId="89bfa2a9-2144-4bd6-ba22-d79ad510780c" providerId="ADAL" clId="{EDFB0304-FFE4-4A3C-B421-BC18EFEA52BA}" dt="2024-08-26T19:22:43.227" v="471" actId="14100"/>
          <ac:spMkLst>
            <pc:docMk/>
            <pc:sldMk cId="2329758310" sldId="262"/>
            <ac:spMk id="3" creationId="{2BEF6ADA-1BC7-0AA4-AE47-26DE7F174A35}"/>
          </ac:spMkLst>
        </pc:spChg>
        <pc:picChg chg="add mod">
          <ac:chgData name="Hunt, Randall [USA]" userId="89bfa2a9-2144-4bd6-ba22-d79ad510780c" providerId="ADAL" clId="{EDFB0304-FFE4-4A3C-B421-BC18EFEA52BA}" dt="2024-08-26T19:22:54.912" v="474" actId="1076"/>
          <ac:picMkLst>
            <pc:docMk/>
            <pc:sldMk cId="2329758310" sldId="262"/>
            <ac:picMk id="5" creationId="{B9AE142B-D046-B8C5-DEF6-9ADA86B3813B}"/>
          </ac:picMkLst>
        </pc:picChg>
      </pc:sldChg>
      <pc:sldChg chg="addSp delSp modSp mod">
        <pc:chgData name="Hunt, Randall [USA]" userId="89bfa2a9-2144-4bd6-ba22-d79ad510780c" providerId="ADAL" clId="{EDFB0304-FFE4-4A3C-B421-BC18EFEA52BA}" dt="2024-08-26T19:22:30.353" v="463" actId="20577"/>
        <pc:sldMkLst>
          <pc:docMk/>
          <pc:sldMk cId="2988559351" sldId="263"/>
        </pc:sldMkLst>
        <pc:spChg chg="mod">
          <ac:chgData name="Hunt, Randall [USA]" userId="89bfa2a9-2144-4bd6-ba22-d79ad510780c" providerId="ADAL" clId="{EDFB0304-FFE4-4A3C-B421-BC18EFEA52BA}" dt="2024-08-26T19:19:48.220" v="258" actId="1076"/>
          <ac:spMkLst>
            <pc:docMk/>
            <pc:sldMk cId="2988559351" sldId="263"/>
            <ac:spMk id="2" creationId="{14EF5F19-6EC5-5FD3-2F0C-3422CBA72C36}"/>
          </ac:spMkLst>
        </pc:spChg>
        <pc:spChg chg="add del mod">
          <ac:chgData name="Hunt, Randall [USA]" userId="89bfa2a9-2144-4bd6-ba22-d79ad510780c" providerId="ADAL" clId="{EDFB0304-FFE4-4A3C-B421-BC18EFEA52BA}" dt="2024-08-26T19:19:45.845" v="256" actId="22"/>
          <ac:spMkLst>
            <pc:docMk/>
            <pc:sldMk cId="2988559351" sldId="263"/>
            <ac:spMk id="4" creationId="{D02889F0-0BDA-2035-4765-A1A948C270F7}"/>
          </ac:spMkLst>
        </pc:spChg>
        <pc:spChg chg="mod">
          <ac:chgData name="Hunt, Randall [USA]" userId="89bfa2a9-2144-4bd6-ba22-d79ad510780c" providerId="ADAL" clId="{EDFB0304-FFE4-4A3C-B421-BC18EFEA52BA}" dt="2024-08-26T19:22:30.353" v="463" actId="20577"/>
          <ac:spMkLst>
            <pc:docMk/>
            <pc:sldMk cId="2988559351" sldId="263"/>
            <ac:spMk id="8" creationId="{26A1EFF3-B5AC-A565-5DF7-37A4445F606D}"/>
          </ac:spMkLst>
        </pc:spChg>
        <pc:picChg chg="del">
          <ac:chgData name="Hunt, Randall [USA]" userId="89bfa2a9-2144-4bd6-ba22-d79ad510780c" providerId="ADAL" clId="{EDFB0304-FFE4-4A3C-B421-BC18EFEA52BA}" dt="2024-08-26T19:19:30.090" v="250" actId="478"/>
          <ac:picMkLst>
            <pc:docMk/>
            <pc:sldMk cId="2988559351" sldId="263"/>
            <ac:picMk id="5" creationId="{130107E0-E6BA-7C4C-4CE6-505A6CC533EA}"/>
          </ac:picMkLst>
        </pc:picChg>
        <pc:picChg chg="del">
          <ac:chgData name="Hunt, Randall [USA]" userId="89bfa2a9-2144-4bd6-ba22-d79ad510780c" providerId="ADAL" clId="{EDFB0304-FFE4-4A3C-B421-BC18EFEA52BA}" dt="2024-08-26T19:19:38.146" v="255" actId="478"/>
          <ac:picMkLst>
            <pc:docMk/>
            <pc:sldMk cId="2988559351" sldId="263"/>
            <ac:picMk id="7" creationId="{E48FB22B-F015-ACED-EDA4-C163358E695F}"/>
          </ac:picMkLst>
        </pc:picChg>
        <pc:picChg chg="add mod">
          <ac:chgData name="Hunt, Randall [USA]" userId="89bfa2a9-2144-4bd6-ba22-d79ad510780c" providerId="ADAL" clId="{EDFB0304-FFE4-4A3C-B421-BC18EFEA52BA}" dt="2024-08-26T19:19:35.405" v="254" actId="1076"/>
          <ac:picMkLst>
            <pc:docMk/>
            <pc:sldMk cId="2988559351" sldId="263"/>
            <ac:picMk id="9" creationId="{791D8FA8-B450-4644-D745-D5A7EAE44659}"/>
          </ac:picMkLst>
        </pc:picChg>
        <pc:picChg chg="add mod ord">
          <ac:chgData name="Hunt, Randall [USA]" userId="89bfa2a9-2144-4bd6-ba22-d79ad510780c" providerId="ADAL" clId="{EDFB0304-FFE4-4A3C-B421-BC18EFEA52BA}" dt="2024-08-26T19:19:54.556" v="262" actId="14100"/>
          <ac:picMkLst>
            <pc:docMk/>
            <pc:sldMk cId="2988559351" sldId="263"/>
            <ac:picMk id="11" creationId="{FCAE4EA4-1C43-414C-A975-73CF8E3967E3}"/>
          </ac:picMkLst>
        </pc:picChg>
      </pc:sldChg>
      <pc:sldChg chg="new del">
        <pc:chgData name="Hunt, Randall [USA]" userId="89bfa2a9-2144-4bd6-ba22-d79ad510780c" providerId="ADAL" clId="{EDFB0304-FFE4-4A3C-B421-BC18EFEA52BA}" dt="2024-08-14T20:25:22.138" v="1" actId="680"/>
        <pc:sldMkLst>
          <pc:docMk/>
          <pc:sldMk cId="201505680" sldId="266"/>
        </pc:sldMkLst>
      </pc:sldChg>
      <pc:sldChg chg="addSp delSp modSp new mod">
        <pc:chgData name="Hunt, Randall [USA]" userId="89bfa2a9-2144-4bd6-ba22-d79ad510780c" providerId="ADAL" clId="{EDFB0304-FFE4-4A3C-B421-BC18EFEA52BA}" dt="2024-08-26T19:18:36.739" v="249" actId="1076"/>
        <pc:sldMkLst>
          <pc:docMk/>
          <pc:sldMk cId="1161827859" sldId="266"/>
        </pc:sldMkLst>
        <pc:spChg chg="mod">
          <ac:chgData name="Hunt, Randall [USA]" userId="89bfa2a9-2144-4bd6-ba22-d79ad510780c" providerId="ADAL" clId="{EDFB0304-FFE4-4A3C-B421-BC18EFEA52BA}" dt="2024-08-26T19:16:00.897" v="88"/>
          <ac:spMkLst>
            <pc:docMk/>
            <pc:sldMk cId="1161827859" sldId="266"/>
            <ac:spMk id="2" creationId="{EE4367AE-EBEB-1A5B-BDC9-85DB1B0076D9}"/>
          </ac:spMkLst>
        </pc:spChg>
        <pc:spChg chg="mod">
          <ac:chgData name="Hunt, Randall [USA]" userId="89bfa2a9-2144-4bd6-ba22-d79ad510780c" providerId="ADAL" clId="{EDFB0304-FFE4-4A3C-B421-BC18EFEA52BA}" dt="2024-08-26T19:18:20.435" v="244" actId="20577"/>
          <ac:spMkLst>
            <pc:docMk/>
            <pc:sldMk cId="1161827859" sldId="266"/>
            <ac:spMk id="3" creationId="{6280EBBE-765B-6449-8A65-563E1EC87809}"/>
          </ac:spMkLst>
        </pc:spChg>
        <pc:picChg chg="add del mod">
          <ac:chgData name="Hunt, Randall [USA]" userId="89bfa2a9-2144-4bd6-ba22-d79ad510780c" providerId="ADAL" clId="{EDFB0304-FFE4-4A3C-B421-BC18EFEA52BA}" dt="2024-08-26T19:17:16.282" v="96" actId="478"/>
          <ac:picMkLst>
            <pc:docMk/>
            <pc:sldMk cId="1161827859" sldId="266"/>
            <ac:picMk id="5" creationId="{7E9F9B43-C372-8E06-0034-DF254A3071D5}"/>
          </ac:picMkLst>
        </pc:picChg>
        <pc:picChg chg="add del mod">
          <ac:chgData name="Hunt, Randall [USA]" userId="89bfa2a9-2144-4bd6-ba22-d79ad510780c" providerId="ADAL" clId="{EDFB0304-FFE4-4A3C-B421-BC18EFEA52BA}" dt="2024-08-26T19:18:24.625" v="246" actId="478"/>
          <ac:picMkLst>
            <pc:docMk/>
            <pc:sldMk cId="1161827859" sldId="266"/>
            <ac:picMk id="7" creationId="{546D2C53-F809-CDA7-9A0B-66D67D9E24E2}"/>
          </ac:picMkLst>
        </pc:picChg>
        <pc:picChg chg="add mod">
          <ac:chgData name="Hunt, Randall [USA]" userId="89bfa2a9-2144-4bd6-ba22-d79ad510780c" providerId="ADAL" clId="{EDFB0304-FFE4-4A3C-B421-BC18EFEA52BA}" dt="2024-08-26T19:18:36.739" v="249" actId="1076"/>
          <ac:picMkLst>
            <pc:docMk/>
            <pc:sldMk cId="1161827859" sldId="266"/>
            <ac:picMk id="9" creationId="{A63B65ED-212F-C826-1733-BA19D82B7E98}"/>
          </ac:picMkLst>
        </pc:picChg>
      </pc:sldChg>
    </pc:docChg>
  </pc:docChgLst>
</pc:chgInfo>
</file>

<file path=ppt/comments/modernComment_103_153A3552.xml><?xml version="1.0" encoding="utf-8"?>
<p188:cmLst xmlns:a="http://schemas.openxmlformats.org/drawingml/2006/main" xmlns:r="http://schemas.openxmlformats.org/officeDocument/2006/relationships" xmlns:p188="http://schemas.microsoft.com/office/powerpoint/2018/8/main">
  <p188:cm id="{45C7C2A2-E4F9-498B-ADE4-2E196DCF4BE3}" authorId="{F8FCC031-81A3-B21B-57EB-22115A932BF2}" created="2024-08-06T19:05:26.297">
    <ac:deMkLst xmlns:ac="http://schemas.microsoft.com/office/drawing/2013/main/command">
      <pc:docMk xmlns:pc="http://schemas.microsoft.com/office/powerpoint/2013/main/command"/>
      <pc:sldMk xmlns:pc="http://schemas.microsoft.com/office/powerpoint/2013/main/command" cId="356136274" sldId="259"/>
      <ac:spMk id="3" creationId="{A22C64DA-D6F3-C9D9-38A4-6B9DB91AC520}"/>
    </ac:deMkLst>
    <p188:txBody>
      <a:bodyPr/>
      <a:lstStyle/>
      <a:p>
        <a:r>
          <a:rPr lang="en-US"/>
          <a:t>We need to make sure the port that the federation is attempting to use is open and available or else we need to update the firewall settings. </a:t>
        </a:r>
      </a:p>
    </p188:txBody>
  </p188:cm>
</p188:cmLst>
</file>

<file path=ppt/comments/modernComment_104_321007C3.xml><?xml version="1.0" encoding="utf-8"?>
<p188:cmLst xmlns:a="http://schemas.openxmlformats.org/drawingml/2006/main" xmlns:r="http://schemas.openxmlformats.org/officeDocument/2006/relationships" xmlns:p188="http://schemas.microsoft.com/office/powerpoint/2018/8/main">
  <p188:cm id="{4FFA7AE9-679A-46E2-A642-CDBA733B34CD}" authorId="{F8FCC031-81A3-B21B-57EB-22115A932BF2}" created="2024-08-06T19:12:44.212">
    <pc:sldMkLst xmlns:pc="http://schemas.microsoft.com/office/powerpoint/2013/main/command">
      <pc:docMk/>
      <pc:sldMk cId="839911363" sldId="260"/>
    </pc:sldMkLst>
    <p188:txBody>
      <a:bodyPr/>
      <a:lstStyle/>
      <a:p>
        <a:r>
          <a:rPr lang="en-US"/>
          <a:t>In order for the federate servers to trust each other and their clients, they must share each others certificate authorities in order to create a separate federate trust-store. The connection is possible by having two trust stores, one for local users and one for federates.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ADFFD8-CA86-471F-9C1C-F58EFF74B36B}" type="datetimeFigureOut">
              <a:rPr lang="en-US" smtClean="0"/>
              <a:t>4/15/2025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ADDD28-E846-423E-A5B9-C131C6BBBD6A}" type="slidenum">
              <a:rPr lang="en-US" smtClean="0"/>
              <a:t>‹#›</a:t>
            </a:fld>
            <a:endParaRPr lang="en-US"/>
          </a:p>
        </p:txBody>
      </p:sp>
    </p:spTree>
    <p:extLst>
      <p:ext uri="{BB962C8B-B14F-4D97-AF65-F5344CB8AC3E}">
        <p14:creationId xmlns:p14="http://schemas.microsoft.com/office/powerpoint/2010/main" val="32217664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sz="1800" dirty="0">
                <a:effectLst/>
                <a:latin typeface="Segoe UI" panose="020B0502040204020203" pitchFamily="34" charset="0"/>
              </a:rPr>
              <a:t>We need to make sure the port that the federation is attempting to use is open and available or else we need to update the firewall settings. </a:t>
            </a:r>
            <a:endParaRPr lang="en-US" dirty="0"/>
          </a:p>
        </p:txBody>
      </p:sp>
      <p:sp>
        <p:nvSpPr>
          <p:cNvPr id="4" name="Slide Number Placeholder 3"/>
          <p:cNvSpPr>
            <a:spLocks noGrp="1"/>
          </p:cNvSpPr>
          <p:nvPr>
            <p:ph type="sldNum" sz="quarter" idx="5"/>
          </p:nvPr>
        </p:nvSpPr>
        <p:spPr/>
        <p:txBody>
          <a:bodyPr/>
          <a:lstStyle/>
          <a:p>
            <a:fld id="{CDADDD28-E846-423E-A5B9-C131C6BBBD6A}" type="slidenum">
              <a:rPr lang="en-US" smtClean="0"/>
              <a:t>4</a:t>
            </a:fld>
            <a:endParaRPr lang="en-US"/>
          </a:p>
        </p:txBody>
      </p:sp>
    </p:spTree>
    <p:extLst>
      <p:ext uri="{BB962C8B-B14F-4D97-AF65-F5344CB8AC3E}">
        <p14:creationId xmlns:p14="http://schemas.microsoft.com/office/powerpoint/2010/main" val="32957942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sz="1800" dirty="0">
                <a:effectLst/>
                <a:latin typeface="Segoe UI" panose="020B0502040204020203" pitchFamily="34" charset="0"/>
              </a:rPr>
              <a:t>In order for the federate servers to trust each other and their clients, they must share each others certificate authorities in order to create a separate federate trust-store. The connection is possible by having two trust stores, one for local users and one for federates.</a:t>
            </a:r>
            <a:endParaRPr lang="en-US" dirty="0"/>
          </a:p>
        </p:txBody>
      </p:sp>
      <p:sp>
        <p:nvSpPr>
          <p:cNvPr id="4" name="Slide Number Placeholder 3"/>
          <p:cNvSpPr>
            <a:spLocks noGrp="1"/>
          </p:cNvSpPr>
          <p:nvPr>
            <p:ph type="sldNum" sz="quarter" idx="5"/>
          </p:nvPr>
        </p:nvSpPr>
        <p:spPr/>
        <p:txBody>
          <a:bodyPr/>
          <a:lstStyle/>
          <a:p>
            <a:fld id="{CDADDD28-E846-423E-A5B9-C131C6BBBD6A}" type="slidenum">
              <a:rPr lang="en-US" smtClean="0"/>
              <a:t>5</a:t>
            </a:fld>
            <a:endParaRPr lang="en-US"/>
          </a:p>
        </p:txBody>
      </p:sp>
    </p:spTree>
    <p:extLst>
      <p:ext uri="{BB962C8B-B14F-4D97-AF65-F5344CB8AC3E}">
        <p14:creationId xmlns:p14="http://schemas.microsoft.com/office/powerpoint/2010/main" val="16246697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0F692-EFC9-03FF-C8EE-0734C24F159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B50900B-75CB-F5F7-7D22-4A4FC60E8B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1D2CE4F-8467-4748-11D7-A74E3052153B}"/>
              </a:ext>
            </a:extLst>
          </p:cNvPr>
          <p:cNvSpPr>
            <a:spLocks noGrp="1"/>
          </p:cNvSpPr>
          <p:nvPr>
            <p:ph type="dt" sz="half" idx="10"/>
          </p:nvPr>
        </p:nvSpPr>
        <p:spPr/>
        <p:txBody>
          <a:bodyPr/>
          <a:lstStyle/>
          <a:p>
            <a:fld id="{425C2D8C-0CDE-48DD-BDCF-1E780D7CED48}" type="datetimeFigureOut">
              <a:rPr lang="en-US" smtClean="0"/>
              <a:t>4/15/2025</a:t>
            </a:fld>
            <a:endParaRPr lang="en-US"/>
          </a:p>
        </p:txBody>
      </p:sp>
      <p:sp>
        <p:nvSpPr>
          <p:cNvPr id="5" name="Footer Placeholder 4">
            <a:extLst>
              <a:ext uri="{FF2B5EF4-FFF2-40B4-BE49-F238E27FC236}">
                <a16:creationId xmlns:a16="http://schemas.microsoft.com/office/drawing/2014/main" id="{4217DA14-D078-16A9-34F9-8E62A1C8F7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396EC2-1C65-9699-EB42-4C0FB37AF47E}"/>
              </a:ext>
            </a:extLst>
          </p:cNvPr>
          <p:cNvSpPr>
            <a:spLocks noGrp="1"/>
          </p:cNvSpPr>
          <p:nvPr>
            <p:ph type="sldNum" sz="quarter" idx="12"/>
          </p:nvPr>
        </p:nvSpPr>
        <p:spPr/>
        <p:txBody>
          <a:bodyPr/>
          <a:lstStyle/>
          <a:p>
            <a:fld id="{74931AA1-8828-4433-A4D1-5035D1AF9726}" type="slidenum">
              <a:rPr lang="en-US" smtClean="0"/>
              <a:t>‹#›</a:t>
            </a:fld>
            <a:endParaRPr lang="en-US"/>
          </a:p>
        </p:txBody>
      </p:sp>
    </p:spTree>
    <p:extLst>
      <p:ext uri="{BB962C8B-B14F-4D97-AF65-F5344CB8AC3E}">
        <p14:creationId xmlns:p14="http://schemas.microsoft.com/office/powerpoint/2010/main" val="31849232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85D68-FD00-EB49-A9CB-0DF3653A11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2C38DB-6B2A-79A1-B7C4-141BD289ED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137087-EFFC-C667-636C-82CE1790C897}"/>
              </a:ext>
            </a:extLst>
          </p:cNvPr>
          <p:cNvSpPr>
            <a:spLocks noGrp="1"/>
          </p:cNvSpPr>
          <p:nvPr>
            <p:ph type="dt" sz="half" idx="10"/>
          </p:nvPr>
        </p:nvSpPr>
        <p:spPr/>
        <p:txBody>
          <a:bodyPr/>
          <a:lstStyle/>
          <a:p>
            <a:fld id="{425C2D8C-0CDE-48DD-BDCF-1E780D7CED48}" type="datetimeFigureOut">
              <a:rPr lang="en-US" smtClean="0"/>
              <a:t>4/15/2025</a:t>
            </a:fld>
            <a:endParaRPr lang="en-US"/>
          </a:p>
        </p:txBody>
      </p:sp>
      <p:sp>
        <p:nvSpPr>
          <p:cNvPr id="5" name="Footer Placeholder 4">
            <a:extLst>
              <a:ext uri="{FF2B5EF4-FFF2-40B4-BE49-F238E27FC236}">
                <a16:creationId xmlns:a16="http://schemas.microsoft.com/office/drawing/2014/main" id="{346B0B88-F588-7601-05B5-5487D1E679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F84020-D1E3-FBA9-EA63-98AAAE897E36}"/>
              </a:ext>
            </a:extLst>
          </p:cNvPr>
          <p:cNvSpPr>
            <a:spLocks noGrp="1"/>
          </p:cNvSpPr>
          <p:nvPr>
            <p:ph type="sldNum" sz="quarter" idx="12"/>
          </p:nvPr>
        </p:nvSpPr>
        <p:spPr/>
        <p:txBody>
          <a:bodyPr/>
          <a:lstStyle/>
          <a:p>
            <a:fld id="{74931AA1-8828-4433-A4D1-5035D1AF9726}" type="slidenum">
              <a:rPr lang="en-US" smtClean="0"/>
              <a:t>‹#›</a:t>
            </a:fld>
            <a:endParaRPr lang="en-US"/>
          </a:p>
        </p:txBody>
      </p:sp>
    </p:spTree>
    <p:extLst>
      <p:ext uri="{BB962C8B-B14F-4D97-AF65-F5344CB8AC3E}">
        <p14:creationId xmlns:p14="http://schemas.microsoft.com/office/powerpoint/2010/main" val="1754806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B76AC-B7A4-E49B-2C3C-2BCCA9C400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3B74272-7B9A-F820-3A18-E6D64D899CA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F0F9C60-8AAA-7DB4-4C75-F486C541FD7A}"/>
              </a:ext>
            </a:extLst>
          </p:cNvPr>
          <p:cNvSpPr>
            <a:spLocks noGrp="1"/>
          </p:cNvSpPr>
          <p:nvPr>
            <p:ph type="dt" sz="half" idx="10"/>
          </p:nvPr>
        </p:nvSpPr>
        <p:spPr/>
        <p:txBody>
          <a:bodyPr/>
          <a:lstStyle/>
          <a:p>
            <a:fld id="{425C2D8C-0CDE-48DD-BDCF-1E780D7CED48}" type="datetimeFigureOut">
              <a:rPr lang="en-US" smtClean="0"/>
              <a:t>4/15/2025</a:t>
            </a:fld>
            <a:endParaRPr lang="en-US"/>
          </a:p>
        </p:txBody>
      </p:sp>
      <p:sp>
        <p:nvSpPr>
          <p:cNvPr id="5" name="Footer Placeholder 4">
            <a:extLst>
              <a:ext uri="{FF2B5EF4-FFF2-40B4-BE49-F238E27FC236}">
                <a16:creationId xmlns:a16="http://schemas.microsoft.com/office/drawing/2014/main" id="{E31D4839-9E82-BF4D-C06F-FCF5C90B7B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A88DEB-C90E-910B-1243-710A091EDE9F}"/>
              </a:ext>
            </a:extLst>
          </p:cNvPr>
          <p:cNvSpPr>
            <a:spLocks noGrp="1"/>
          </p:cNvSpPr>
          <p:nvPr>
            <p:ph type="sldNum" sz="quarter" idx="12"/>
          </p:nvPr>
        </p:nvSpPr>
        <p:spPr/>
        <p:txBody>
          <a:bodyPr/>
          <a:lstStyle/>
          <a:p>
            <a:fld id="{74931AA1-8828-4433-A4D1-5035D1AF9726}" type="slidenum">
              <a:rPr lang="en-US" smtClean="0"/>
              <a:t>‹#›</a:t>
            </a:fld>
            <a:endParaRPr lang="en-US"/>
          </a:p>
        </p:txBody>
      </p:sp>
    </p:spTree>
    <p:extLst>
      <p:ext uri="{BB962C8B-B14F-4D97-AF65-F5344CB8AC3E}">
        <p14:creationId xmlns:p14="http://schemas.microsoft.com/office/powerpoint/2010/main" val="33971364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6BB17-68F6-12D2-5BEC-14B64BF6CE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469F6B-6082-B7E3-B1F1-B2E7EFC245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9577E63-A7FC-BA1D-BCFA-32E6170E17A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CCAB92D-239F-6908-D139-F612F95028C2}"/>
              </a:ext>
            </a:extLst>
          </p:cNvPr>
          <p:cNvSpPr>
            <a:spLocks noGrp="1"/>
          </p:cNvSpPr>
          <p:nvPr>
            <p:ph type="dt" sz="half" idx="10"/>
          </p:nvPr>
        </p:nvSpPr>
        <p:spPr/>
        <p:txBody>
          <a:bodyPr/>
          <a:lstStyle/>
          <a:p>
            <a:fld id="{425C2D8C-0CDE-48DD-BDCF-1E780D7CED48}" type="datetimeFigureOut">
              <a:rPr lang="en-US" smtClean="0"/>
              <a:t>4/15/2025</a:t>
            </a:fld>
            <a:endParaRPr lang="en-US"/>
          </a:p>
        </p:txBody>
      </p:sp>
      <p:sp>
        <p:nvSpPr>
          <p:cNvPr id="6" name="Footer Placeholder 5">
            <a:extLst>
              <a:ext uri="{FF2B5EF4-FFF2-40B4-BE49-F238E27FC236}">
                <a16:creationId xmlns:a16="http://schemas.microsoft.com/office/drawing/2014/main" id="{91EF558B-255A-097B-8BBA-E57163FFF8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EDFA2F-1CF7-7F2A-7871-0ABD88E7EB8F}"/>
              </a:ext>
            </a:extLst>
          </p:cNvPr>
          <p:cNvSpPr>
            <a:spLocks noGrp="1"/>
          </p:cNvSpPr>
          <p:nvPr>
            <p:ph type="sldNum" sz="quarter" idx="12"/>
          </p:nvPr>
        </p:nvSpPr>
        <p:spPr/>
        <p:txBody>
          <a:bodyPr/>
          <a:lstStyle/>
          <a:p>
            <a:fld id="{74931AA1-8828-4433-A4D1-5035D1AF9726}" type="slidenum">
              <a:rPr lang="en-US" smtClean="0"/>
              <a:t>‹#›</a:t>
            </a:fld>
            <a:endParaRPr lang="en-US"/>
          </a:p>
        </p:txBody>
      </p:sp>
    </p:spTree>
    <p:extLst>
      <p:ext uri="{BB962C8B-B14F-4D97-AF65-F5344CB8AC3E}">
        <p14:creationId xmlns:p14="http://schemas.microsoft.com/office/powerpoint/2010/main" val="33977517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24109-CB23-0742-9837-A4B3347266E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39EC944-2C36-C451-9F0A-4A50FE2297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403BA22-C7C4-C07E-33FA-1252DFA13D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01ECE03-F93D-3DF4-8554-1361E7BB6E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CB801C-94F5-701B-FEB6-4B64BC8885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765BE4C-32A7-FD54-3C22-DBAC3C38DA25}"/>
              </a:ext>
            </a:extLst>
          </p:cNvPr>
          <p:cNvSpPr>
            <a:spLocks noGrp="1"/>
          </p:cNvSpPr>
          <p:nvPr>
            <p:ph type="dt" sz="half" idx="10"/>
          </p:nvPr>
        </p:nvSpPr>
        <p:spPr/>
        <p:txBody>
          <a:bodyPr/>
          <a:lstStyle/>
          <a:p>
            <a:fld id="{425C2D8C-0CDE-48DD-BDCF-1E780D7CED48}" type="datetimeFigureOut">
              <a:rPr lang="en-US" smtClean="0"/>
              <a:t>4/15/2025</a:t>
            </a:fld>
            <a:endParaRPr lang="en-US"/>
          </a:p>
        </p:txBody>
      </p:sp>
      <p:sp>
        <p:nvSpPr>
          <p:cNvPr id="8" name="Footer Placeholder 7">
            <a:extLst>
              <a:ext uri="{FF2B5EF4-FFF2-40B4-BE49-F238E27FC236}">
                <a16:creationId xmlns:a16="http://schemas.microsoft.com/office/drawing/2014/main" id="{91FF0DEA-7A9B-07FA-906A-0DF527E585F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E5605F4-1525-DB5C-FD3E-2440A0C6CDA5}"/>
              </a:ext>
            </a:extLst>
          </p:cNvPr>
          <p:cNvSpPr>
            <a:spLocks noGrp="1"/>
          </p:cNvSpPr>
          <p:nvPr>
            <p:ph type="sldNum" sz="quarter" idx="12"/>
          </p:nvPr>
        </p:nvSpPr>
        <p:spPr/>
        <p:txBody>
          <a:bodyPr/>
          <a:lstStyle/>
          <a:p>
            <a:fld id="{74931AA1-8828-4433-A4D1-5035D1AF9726}" type="slidenum">
              <a:rPr lang="en-US" smtClean="0"/>
              <a:t>‹#›</a:t>
            </a:fld>
            <a:endParaRPr lang="en-US"/>
          </a:p>
        </p:txBody>
      </p:sp>
    </p:spTree>
    <p:extLst>
      <p:ext uri="{BB962C8B-B14F-4D97-AF65-F5344CB8AC3E}">
        <p14:creationId xmlns:p14="http://schemas.microsoft.com/office/powerpoint/2010/main" val="27277947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5E530-FFC5-8182-0039-A2F904B883D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E6F322D-9E34-2A6A-ADB0-8C1570A38C1F}"/>
              </a:ext>
            </a:extLst>
          </p:cNvPr>
          <p:cNvSpPr>
            <a:spLocks noGrp="1"/>
          </p:cNvSpPr>
          <p:nvPr>
            <p:ph type="dt" sz="half" idx="10"/>
          </p:nvPr>
        </p:nvSpPr>
        <p:spPr/>
        <p:txBody>
          <a:bodyPr/>
          <a:lstStyle/>
          <a:p>
            <a:fld id="{425C2D8C-0CDE-48DD-BDCF-1E780D7CED48}" type="datetimeFigureOut">
              <a:rPr lang="en-US" smtClean="0"/>
              <a:t>4/15/2025</a:t>
            </a:fld>
            <a:endParaRPr lang="en-US"/>
          </a:p>
        </p:txBody>
      </p:sp>
      <p:sp>
        <p:nvSpPr>
          <p:cNvPr id="4" name="Footer Placeholder 3">
            <a:extLst>
              <a:ext uri="{FF2B5EF4-FFF2-40B4-BE49-F238E27FC236}">
                <a16:creationId xmlns:a16="http://schemas.microsoft.com/office/drawing/2014/main" id="{305F269F-12CA-3125-531E-5D7D11CCE1C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7288B00-4488-CF53-3578-AC7433861974}"/>
              </a:ext>
            </a:extLst>
          </p:cNvPr>
          <p:cNvSpPr>
            <a:spLocks noGrp="1"/>
          </p:cNvSpPr>
          <p:nvPr>
            <p:ph type="sldNum" sz="quarter" idx="12"/>
          </p:nvPr>
        </p:nvSpPr>
        <p:spPr/>
        <p:txBody>
          <a:bodyPr/>
          <a:lstStyle/>
          <a:p>
            <a:fld id="{74931AA1-8828-4433-A4D1-5035D1AF9726}" type="slidenum">
              <a:rPr lang="en-US" smtClean="0"/>
              <a:t>‹#›</a:t>
            </a:fld>
            <a:endParaRPr lang="en-US"/>
          </a:p>
        </p:txBody>
      </p:sp>
    </p:spTree>
    <p:extLst>
      <p:ext uri="{BB962C8B-B14F-4D97-AF65-F5344CB8AC3E}">
        <p14:creationId xmlns:p14="http://schemas.microsoft.com/office/powerpoint/2010/main" val="16514920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15A41F-65F1-7EA7-55F0-46FBC7A55B2B}"/>
              </a:ext>
            </a:extLst>
          </p:cNvPr>
          <p:cNvSpPr>
            <a:spLocks noGrp="1"/>
          </p:cNvSpPr>
          <p:nvPr>
            <p:ph type="dt" sz="half" idx="10"/>
          </p:nvPr>
        </p:nvSpPr>
        <p:spPr/>
        <p:txBody>
          <a:bodyPr/>
          <a:lstStyle/>
          <a:p>
            <a:fld id="{425C2D8C-0CDE-48DD-BDCF-1E780D7CED48}" type="datetimeFigureOut">
              <a:rPr lang="en-US" smtClean="0"/>
              <a:t>4/15/2025</a:t>
            </a:fld>
            <a:endParaRPr lang="en-US"/>
          </a:p>
        </p:txBody>
      </p:sp>
      <p:sp>
        <p:nvSpPr>
          <p:cNvPr id="3" name="Footer Placeholder 2">
            <a:extLst>
              <a:ext uri="{FF2B5EF4-FFF2-40B4-BE49-F238E27FC236}">
                <a16:creationId xmlns:a16="http://schemas.microsoft.com/office/drawing/2014/main" id="{46B2D4BA-CDB0-0F71-2B53-48EEBAF7900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89A4E09-567F-3F30-7B46-3F6CB8F79997}"/>
              </a:ext>
            </a:extLst>
          </p:cNvPr>
          <p:cNvSpPr>
            <a:spLocks noGrp="1"/>
          </p:cNvSpPr>
          <p:nvPr>
            <p:ph type="sldNum" sz="quarter" idx="12"/>
          </p:nvPr>
        </p:nvSpPr>
        <p:spPr/>
        <p:txBody>
          <a:bodyPr/>
          <a:lstStyle/>
          <a:p>
            <a:fld id="{74931AA1-8828-4433-A4D1-5035D1AF9726}" type="slidenum">
              <a:rPr lang="en-US" smtClean="0"/>
              <a:t>‹#›</a:t>
            </a:fld>
            <a:endParaRPr lang="en-US"/>
          </a:p>
        </p:txBody>
      </p:sp>
    </p:spTree>
    <p:extLst>
      <p:ext uri="{BB962C8B-B14F-4D97-AF65-F5344CB8AC3E}">
        <p14:creationId xmlns:p14="http://schemas.microsoft.com/office/powerpoint/2010/main" val="79282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092FC-B48F-2E2E-0279-30385220C8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198603A-561F-E000-45CB-92166977C4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8711935-53A9-FFB1-7CEB-C6ADDC8D5E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CC355A-278E-F59D-BCCC-18EED14B022F}"/>
              </a:ext>
            </a:extLst>
          </p:cNvPr>
          <p:cNvSpPr>
            <a:spLocks noGrp="1"/>
          </p:cNvSpPr>
          <p:nvPr>
            <p:ph type="dt" sz="half" idx="10"/>
          </p:nvPr>
        </p:nvSpPr>
        <p:spPr/>
        <p:txBody>
          <a:bodyPr/>
          <a:lstStyle/>
          <a:p>
            <a:fld id="{425C2D8C-0CDE-48DD-BDCF-1E780D7CED48}" type="datetimeFigureOut">
              <a:rPr lang="en-US" smtClean="0"/>
              <a:t>4/15/2025</a:t>
            </a:fld>
            <a:endParaRPr lang="en-US"/>
          </a:p>
        </p:txBody>
      </p:sp>
      <p:sp>
        <p:nvSpPr>
          <p:cNvPr id="6" name="Footer Placeholder 5">
            <a:extLst>
              <a:ext uri="{FF2B5EF4-FFF2-40B4-BE49-F238E27FC236}">
                <a16:creationId xmlns:a16="http://schemas.microsoft.com/office/drawing/2014/main" id="{31DD149A-E618-5516-26D4-BEC7179CD9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AFFD24-59CE-3379-D045-DC8DBF9AC2D0}"/>
              </a:ext>
            </a:extLst>
          </p:cNvPr>
          <p:cNvSpPr>
            <a:spLocks noGrp="1"/>
          </p:cNvSpPr>
          <p:nvPr>
            <p:ph type="sldNum" sz="quarter" idx="12"/>
          </p:nvPr>
        </p:nvSpPr>
        <p:spPr/>
        <p:txBody>
          <a:bodyPr/>
          <a:lstStyle/>
          <a:p>
            <a:fld id="{74931AA1-8828-4433-A4D1-5035D1AF9726}" type="slidenum">
              <a:rPr lang="en-US" smtClean="0"/>
              <a:t>‹#›</a:t>
            </a:fld>
            <a:endParaRPr lang="en-US"/>
          </a:p>
        </p:txBody>
      </p:sp>
    </p:spTree>
    <p:extLst>
      <p:ext uri="{BB962C8B-B14F-4D97-AF65-F5344CB8AC3E}">
        <p14:creationId xmlns:p14="http://schemas.microsoft.com/office/powerpoint/2010/main" val="3902194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3CCB2-FA1E-D3EC-1DA0-9974C18057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7B2440C-0DC1-91BC-AFE1-F829A11010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8207E05-4871-F012-A74B-C157A980B9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2FEF77-8CC5-D24C-C7AB-BDDF214054B2}"/>
              </a:ext>
            </a:extLst>
          </p:cNvPr>
          <p:cNvSpPr>
            <a:spLocks noGrp="1"/>
          </p:cNvSpPr>
          <p:nvPr>
            <p:ph type="dt" sz="half" idx="10"/>
          </p:nvPr>
        </p:nvSpPr>
        <p:spPr/>
        <p:txBody>
          <a:bodyPr/>
          <a:lstStyle/>
          <a:p>
            <a:fld id="{425C2D8C-0CDE-48DD-BDCF-1E780D7CED48}" type="datetimeFigureOut">
              <a:rPr lang="en-US" smtClean="0"/>
              <a:t>4/15/2025</a:t>
            </a:fld>
            <a:endParaRPr lang="en-US"/>
          </a:p>
        </p:txBody>
      </p:sp>
      <p:sp>
        <p:nvSpPr>
          <p:cNvPr id="6" name="Footer Placeholder 5">
            <a:extLst>
              <a:ext uri="{FF2B5EF4-FFF2-40B4-BE49-F238E27FC236}">
                <a16:creationId xmlns:a16="http://schemas.microsoft.com/office/drawing/2014/main" id="{BD143460-0C9D-B8F7-13E3-F2105C4A77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D1A14B-BD06-30AF-885F-758538E44AED}"/>
              </a:ext>
            </a:extLst>
          </p:cNvPr>
          <p:cNvSpPr>
            <a:spLocks noGrp="1"/>
          </p:cNvSpPr>
          <p:nvPr>
            <p:ph type="sldNum" sz="quarter" idx="12"/>
          </p:nvPr>
        </p:nvSpPr>
        <p:spPr/>
        <p:txBody>
          <a:bodyPr/>
          <a:lstStyle/>
          <a:p>
            <a:fld id="{74931AA1-8828-4433-A4D1-5035D1AF9726}" type="slidenum">
              <a:rPr lang="en-US" smtClean="0"/>
              <a:t>‹#›</a:t>
            </a:fld>
            <a:endParaRPr lang="en-US"/>
          </a:p>
        </p:txBody>
      </p:sp>
    </p:spTree>
    <p:extLst>
      <p:ext uri="{BB962C8B-B14F-4D97-AF65-F5344CB8AC3E}">
        <p14:creationId xmlns:p14="http://schemas.microsoft.com/office/powerpoint/2010/main" val="17843384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DA27F-46D7-B739-D0D0-69DB1F73649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B343D50-45A2-039F-C56C-BBB29607A62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E82B64-F371-FBC5-32CC-4738FCDD5860}"/>
              </a:ext>
            </a:extLst>
          </p:cNvPr>
          <p:cNvSpPr>
            <a:spLocks noGrp="1"/>
          </p:cNvSpPr>
          <p:nvPr>
            <p:ph type="dt" sz="half" idx="10"/>
          </p:nvPr>
        </p:nvSpPr>
        <p:spPr/>
        <p:txBody>
          <a:bodyPr/>
          <a:lstStyle/>
          <a:p>
            <a:fld id="{425C2D8C-0CDE-48DD-BDCF-1E780D7CED48}" type="datetimeFigureOut">
              <a:rPr lang="en-US" smtClean="0"/>
              <a:t>4/15/2025</a:t>
            </a:fld>
            <a:endParaRPr lang="en-US"/>
          </a:p>
        </p:txBody>
      </p:sp>
      <p:sp>
        <p:nvSpPr>
          <p:cNvPr id="5" name="Footer Placeholder 4">
            <a:extLst>
              <a:ext uri="{FF2B5EF4-FFF2-40B4-BE49-F238E27FC236}">
                <a16:creationId xmlns:a16="http://schemas.microsoft.com/office/drawing/2014/main" id="{64AA83E9-0713-C725-3374-35DF19C9E7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3DE274-F275-97AF-8F20-DD4DA5E9B077}"/>
              </a:ext>
            </a:extLst>
          </p:cNvPr>
          <p:cNvSpPr>
            <a:spLocks noGrp="1"/>
          </p:cNvSpPr>
          <p:nvPr>
            <p:ph type="sldNum" sz="quarter" idx="12"/>
          </p:nvPr>
        </p:nvSpPr>
        <p:spPr/>
        <p:txBody>
          <a:bodyPr/>
          <a:lstStyle/>
          <a:p>
            <a:fld id="{74931AA1-8828-4433-A4D1-5035D1AF9726}" type="slidenum">
              <a:rPr lang="en-US" smtClean="0"/>
              <a:t>‹#›</a:t>
            </a:fld>
            <a:endParaRPr lang="en-US"/>
          </a:p>
        </p:txBody>
      </p:sp>
    </p:spTree>
    <p:extLst>
      <p:ext uri="{BB962C8B-B14F-4D97-AF65-F5344CB8AC3E}">
        <p14:creationId xmlns:p14="http://schemas.microsoft.com/office/powerpoint/2010/main" val="161656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3098691-D382-8456-8D1A-B43ECFDA2C3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77A361D-A67C-155A-B3E9-91DC564D92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6295C7-E465-D5BF-49FC-4BB90AE326E4}"/>
              </a:ext>
            </a:extLst>
          </p:cNvPr>
          <p:cNvSpPr>
            <a:spLocks noGrp="1"/>
          </p:cNvSpPr>
          <p:nvPr>
            <p:ph type="dt" sz="half" idx="10"/>
          </p:nvPr>
        </p:nvSpPr>
        <p:spPr/>
        <p:txBody>
          <a:bodyPr/>
          <a:lstStyle/>
          <a:p>
            <a:fld id="{425C2D8C-0CDE-48DD-BDCF-1E780D7CED48}" type="datetimeFigureOut">
              <a:rPr lang="en-US" smtClean="0"/>
              <a:t>4/15/2025</a:t>
            </a:fld>
            <a:endParaRPr lang="en-US"/>
          </a:p>
        </p:txBody>
      </p:sp>
      <p:sp>
        <p:nvSpPr>
          <p:cNvPr id="5" name="Footer Placeholder 4">
            <a:extLst>
              <a:ext uri="{FF2B5EF4-FFF2-40B4-BE49-F238E27FC236}">
                <a16:creationId xmlns:a16="http://schemas.microsoft.com/office/drawing/2014/main" id="{3356A2A5-4C32-7316-0036-32D876B5E7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67605D-4E01-7FD8-E189-DA530A5BA1B8}"/>
              </a:ext>
            </a:extLst>
          </p:cNvPr>
          <p:cNvSpPr>
            <a:spLocks noGrp="1"/>
          </p:cNvSpPr>
          <p:nvPr>
            <p:ph type="sldNum" sz="quarter" idx="12"/>
          </p:nvPr>
        </p:nvSpPr>
        <p:spPr/>
        <p:txBody>
          <a:bodyPr/>
          <a:lstStyle/>
          <a:p>
            <a:fld id="{74931AA1-8828-4433-A4D1-5035D1AF9726}" type="slidenum">
              <a:rPr lang="en-US" smtClean="0"/>
              <a:t>‹#›</a:t>
            </a:fld>
            <a:endParaRPr lang="en-US"/>
          </a:p>
        </p:txBody>
      </p:sp>
    </p:spTree>
    <p:extLst>
      <p:ext uri="{BB962C8B-B14F-4D97-AF65-F5344CB8AC3E}">
        <p14:creationId xmlns:p14="http://schemas.microsoft.com/office/powerpoint/2010/main" val="10722682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CCEE31-602A-6905-639E-DEFE1D21B8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D07821F-95E4-71BB-0DF2-EAAFB85F62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1E1E98-C11C-A6C3-B74A-B1D42FD4168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25C2D8C-0CDE-48DD-BDCF-1E780D7CED48}" type="datetimeFigureOut">
              <a:rPr lang="en-US" smtClean="0"/>
              <a:t>4/15/2025</a:t>
            </a:fld>
            <a:endParaRPr lang="en-US"/>
          </a:p>
        </p:txBody>
      </p:sp>
      <p:sp>
        <p:nvSpPr>
          <p:cNvPr id="5" name="Footer Placeholder 4">
            <a:extLst>
              <a:ext uri="{FF2B5EF4-FFF2-40B4-BE49-F238E27FC236}">
                <a16:creationId xmlns:a16="http://schemas.microsoft.com/office/drawing/2014/main" id="{43E02F1A-BF29-430D-BD09-63FF7CE4E9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1998845-2795-B141-5A75-D440E0BFE0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4931AA1-8828-4433-A4D1-5035D1AF9726}" type="slidenum">
              <a:rPr lang="en-US" smtClean="0"/>
              <a:t>‹#›</a:t>
            </a:fld>
            <a:endParaRPr lang="en-US"/>
          </a:p>
        </p:txBody>
      </p:sp>
    </p:spTree>
    <p:extLst>
      <p:ext uri="{BB962C8B-B14F-4D97-AF65-F5344CB8AC3E}">
        <p14:creationId xmlns:p14="http://schemas.microsoft.com/office/powerpoint/2010/main" val="12651202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03_153A3552.xm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microsoft.com/office/2018/10/relationships/comments" Target="../comments/modernComment_104_321007C3.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245FF-48A7-942F-3F9F-F01DE2148438}"/>
              </a:ext>
            </a:extLst>
          </p:cNvPr>
          <p:cNvSpPr>
            <a:spLocks noGrp="1"/>
          </p:cNvSpPr>
          <p:nvPr>
            <p:ph type="ctrTitle"/>
          </p:nvPr>
        </p:nvSpPr>
        <p:spPr/>
        <p:txBody>
          <a:bodyPr/>
          <a:lstStyle/>
          <a:p>
            <a:r>
              <a:rPr lang="en-US" dirty="0"/>
              <a:t>TAK Server - Federations</a:t>
            </a:r>
          </a:p>
        </p:txBody>
      </p:sp>
      <p:sp>
        <p:nvSpPr>
          <p:cNvPr id="3" name="Subtitle 2">
            <a:extLst>
              <a:ext uri="{FF2B5EF4-FFF2-40B4-BE49-F238E27FC236}">
                <a16:creationId xmlns:a16="http://schemas.microsoft.com/office/drawing/2014/main" id="{208C17F6-A7B5-FA84-7FAA-A20E6E5BD939}"/>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1086252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E64A7-64E0-862D-8B5F-AD068659583C}"/>
              </a:ext>
            </a:extLst>
          </p:cNvPr>
          <p:cNvSpPr>
            <a:spLocks noGrp="1"/>
          </p:cNvSpPr>
          <p:nvPr>
            <p:ph type="title"/>
          </p:nvPr>
        </p:nvSpPr>
        <p:spPr/>
        <p:txBody>
          <a:bodyPr/>
          <a:lstStyle/>
          <a:p>
            <a:r>
              <a:rPr lang="en-US" dirty="0"/>
              <a:t>TAK Server - Federations Intro</a:t>
            </a:r>
          </a:p>
        </p:txBody>
      </p:sp>
      <p:sp>
        <p:nvSpPr>
          <p:cNvPr id="3" name="Content Placeholder 2">
            <a:extLst>
              <a:ext uri="{FF2B5EF4-FFF2-40B4-BE49-F238E27FC236}">
                <a16:creationId xmlns:a16="http://schemas.microsoft.com/office/drawing/2014/main" id="{4DDE2607-4566-06BE-BB67-6D962493F6E4}"/>
              </a:ext>
            </a:extLst>
          </p:cNvPr>
          <p:cNvSpPr>
            <a:spLocks noGrp="1"/>
          </p:cNvSpPr>
          <p:nvPr>
            <p:ph idx="1"/>
          </p:nvPr>
        </p:nvSpPr>
        <p:spPr>
          <a:xfrm>
            <a:off x="838200" y="1425388"/>
            <a:ext cx="10515600" cy="4751575"/>
          </a:xfrm>
        </p:spPr>
        <p:txBody>
          <a:bodyPr>
            <a:normAutofit/>
          </a:bodyPr>
          <a:lstStyle/>
          <a:p>
            <a:r>
              <a:rPr lang="en-US" dirty="0"/>
              <a:t>Federations allow subsets of TAK users who are connected to different servers to work together, even though each server may be run by independent organizations.</a:t>
            </a:r>
          </a:p>
          <a:p>
            <a:r>
              <a:rPr lang="en-US" dirty="0"/>
              <a:t>Each admin domain does not need to share anything about their internal structure with the other admin domains.</a:t>
            </a:r>
          </a:p>
          <a:p>
            <a:r>
              <a:rPr lang="en-US" dirty="0"/>
              <a:t>Each admin domain has control over what data they share with the other domains but has no control over what the other admin domains do with the data that is shared. </a:t>
            </a:r>
          </a:p>
          <a:p>
            <a:r>
              <a:rPr lang="en-US" dirty="0"/>
              <a:t>It requires no reconfiguration of TAK devices connected to either end and does not allow direct connections of TAK devices from the other admin domains.</a:t>
            </a:r>
          </a:p>
        </p:txBody>
      </p:sp>
    </p:spTree>
    <p:extLst>
      <p:ext uri="{BB962C8B-B14F-4D97-AF65-F5344CB8AC3E}">
        <p14:creationId xmlns:p14="http://schemas.microsoft.com/office/powerpoint/2010/main" val="3882915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5A7F7-AC59-0DD9-9973-217ED4237FB8}"/>
              </a:ext>
            </a:extLst>
          </p:cNvPr>
          <p:cNvSpPr>
            <a:spLocks noGrp="1"/>
          </p:cNvSpPr>
          <p:nvPr>
            <p:ph type="title"/>
          </p:nvPr>
        </p:nvSpPr>
        <p:spPr/>
        <p:txBody>
          <a:bodyPr/>
          <a:lstStyle/>
          <a:p>
            <a:r>
              <a:rPr lang="en-US" dirty="0"/>
              <a:t>TAK Server - Federation Setup</a:t>
            </a:r>
          </a:p>
        </p:txBody>
      </p:sp>
      <p:sp>
        <p:nvSpPr>
          <p:cNvPr id="3" name="Content Placeholder 2">
            <a:extLst>
              <a:ext uri="{FF2B5EF4-FFF2-40B4-BE49-F238E27FC236}">
                <a16:creationId xmlns:a16="http://schemas.microsoft.com/office/drawing/2014/main" id="{AC855BB2-D991-4E38-D42B-F4478AF45AF5}"/>
              </a:ext>
            </a:extLst>
          </p:cNvPr>
          <p:cNvSpPr>
            <a:spLocks noGrp="1"/>
          </p:cNvSpPr>
          <p:nvPr>
            <p:ph idx="1"/>
          </p:nvPr>
        </p:nvSpPr>
        <p:spPr/>
        <p:txBody>
          <a:bodyPr/>
          <a:lstStyle/>
          <a:p>
            <a:r>
              <a:rPr lang="en-US" dirty="0"/>
              <a:t>Enable federation configuration:</a:t>
            </a:r>
          </a:p>
          <a:p>
            <a:pPr lvl="1"/>
            <a:r>
              <a:rPr lang="en-US" dirty="0"/>
              <a:t>On the admin dashboard: </a:t>
            </a:r>
          </a:p>
          <a:p>
            <a:pPr lvl="2"/>
            <a:r>
              <a:rPr lang="en-US" dirty="0"/>
              <a:t>Navigate to the following: hamburger menu </a:t>
            </a:r>
            <a:r>
              <a:rPr lang="en-US">
                <a:sym typeface="Wingdings" panose="05000000000000000000" pitchFamily="2" charset="2"/>
              </a:rPr>
              <a:t> Configuration </a:t>
            </a:r>
            <a:r>
              <a:rPr lang="en-US"/>
              <a:t> </a:t>
            </a:r>
            <a:r>
              <a:rPr lang="en-US" dirty="0"/>
              <a:t>Federation</a:t>
            </a:r>
          </a:p>
          <a:p>
            <a:pPr lvl="2"/>
            <a:r>
              <a:rPr lang="en-US" dirty="0"/>
              <a:t>Select “Edit Configuration”</a:t>
            </a:r>
          </a:p>
          <a:p>
            <a:pPr lvl="2"/>
            <a:r>
              <a:rPr lang="en-US" dirty="0"/>
              <a:t>Enable “Federation Enabled: “</a:t>
            </a:r>
          </a:p>
          <a:p>
            <a:pPr lvl="2"/>
            <a:r>
              <a:rPr lang="en-US" dirty="0"/>
              <a:t>Select “Save”</a:t>
            </a:r>
          </a:p>
          <a:p>
            <a:pPr lvl="2"/>
            <a:endParaRPr lang="en-US" dirty="0"/>
          </a:p>
          <a:p>
            <a:pPr lvl="1"/>
            <a:r>
              <a:rPr lang="en-US" dirty="0"/>
              <a:t>Make note of the port that the federation is using:</a:t>
            </a:r>
          </a:p>
          <a:p>
            <a:pPr lvl="2"/>
            <a:r>
              <a:rPr lang="en-US" dirty="0"/>
              <a:t>9001</a:t>
            </a:r>
          </a:p>
          <a:p>
            <a:pPr lvl="2"/>
            <a:endParaRPr lang="en-US" dirty="0"/>
          </a:p>
        </p:txBody>
      </p:sp>
      <p:pic>
        <p:nvPicPr>
          <p:cNvPr id="5" name="Picture 4">
            <a:extLst>
              <a:ext uri="{FF2B5EF4-FFF2-40B4-BE49-F238E27FC236}">
                <a16:creationId xmlns:a16="http://schemas.microsoft.com/office/drawing/2014/main" id="{76B2965A-1BF4-FECF-CBBC-8FFABD880287}"/>
              </a:ext>
            </a:extLst>
          </p:cNvPr>
          <p:cNvPicPr>
            <a:picLocks noChangeAspect="1"/>
          </p:cNvPicPr>
          <p:nvPr/>
        </p:nvPicPr>
        <p:blipFill>
          <a:blip r:embed="rId2"/>
          <a:stretch>
            <a:fillRect/>
          </a:stretch>
        </p:blipFill>
        <p:spPr>
          <a:xfrm>
            <a:off x="8650941" y="3500798"/>
            <a:ext cx="3467383" cy="3276518"/>
          </a:xfrm>
          <a:prstGeom prst="rect">
            <a:avLst/>
          </a:prstGeom>
        </p:spPr>
      </p:pic>
    </p:spTree>
    <p:extLst>
      <p:ext uri="{BB962C8B-B14F-4D97-AF65-F5344CB8AC3E}">
        <p14:creationId xmlns:p14="http://schemas.microsoft.com/office/powerpoint/2010/main" val="37125543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144DA-EE1F-34BA-A822-51ECBBBF36D5}"/>
              </a:ext>
            </a:extLst>
          </p:cNvPr>
          <p:cNvSpPr>
            <a:spLocks noGrp="1"/>
          </p:cNvSpPr>
          <p:nvPr>
            <p:ph type="title"/>
          </p:nvPr>
        </p:nvSpPr>
        <p:spPr/>
        <p:txBody>
          <a:bodyPr/>
          <a:lstStyle/>
          <a:p>
            <a:r>
              <a:rPr lang="en-US" dirty="0"/>
              <a:t>TAK Server - Federation Setup - Firewall </a:t>
            </a:r>
          </a:p>
        </p:txBody>
      </p:sp>
      <p:sp>
        <p:nvSpPr>
          <p:cNvPr id="3" name="Content Placeholder 2">
            <a:extLst>
              <a:ext uri="{FF2B5EF4-FFF2-40B4-BE49-F238E27FC236}">
                <a16:creationId xmlns:a16="http://schemas.microsoft.com/office/drawing/2014/main" id="{A22C64DA-D6F3-C9D9-38A4-6B9DB91AC520}"/>
              </a:ext>
            </a:extLst>
          </p:cNvPr>
          <p:cNvSpPr>
            <a:spLocks noGrp="1"/>
          </p:cNvSpPr>
          <p:nvPr>
            <p:ph idx="1"/>
          </p:nvPr>
        </p:nvSpPr>
        <p:spPr>
          <a:xfrm>
            <a:off x="838200" y="1613647"/>
            <a:ext cx="10515600" cy="4572280"/>
          </a:xfrm>
        </p:spPr>
        <p:txBody>
          <a:bodyPr/>
          <a:lstStyle/>
          <a:p>
            <a:r>
              <a:rPr lang="en-US" dirty="0"/>
              <a:t>Within a terminal that is </a:t>
            </a:r>
            <a:r>
              <a:rPr lang="en-US" dirty="0" err="1"/>
              <a:t>SSH’d</a:t>
            </a:r>
            <a:r>
              <a:rPr lang="en-US" dirty="0"/>
              <a:t> into the server run the following: </a:t>
            </a:r>
          </a:p>
          <a:p>
            <a:pPr lvl="1"/>
            <a:r>
              <a:rPr lang="en-US" dirty="0"/>
              <a:t>List all the ports:</a:t>
            </a:r>
          </a:p>
          <a:p>
            <a:pPr lvl="2"/>
            <a:r>
              <a:rPr lang="en-US" b="1" dirty="0" err="1"/>
              <a:t>sudo</a:t>
            </a:r>
            <a:r>
              <a:rPr lang="en-US" b="1" dirty="0"/>
              <a:t> firewall-</a:t>
            </a:r>
            <a:r>
              <a:rPr lang="en-US" b="1" dirty="0" err="1"/>
              <a:t>cmd</a:t>
            </a:r>
            <a:r>
              <a:rPr lang="en-US" b="1" dirty="0"/>
              <a:t> --list-all</a:t>
            </a:r>
          </a:p>
          <a:p>
            <a:pPr lvl="1"/>
            <a:r>
              <a:rPr lang="en-US" dirty="0"/>
              <a:t>If the port we are using for the federation is not listed, add it:</a:t>
            </a:r>
          </a:p>
          <a:p>
            <a:pPr lvl="2"/>
            <a:r>
              <a:rPr lang="en-US" b="1" dirty="0" err="1"/>
              <a:t>sudo</a:t>
            </a:r>
            <a:r>
              <a:rPr lang="en-US" b="1" dirty="0"/>
              <a:t> firewall-</a:t>
            </a:r>
            <a:r>
              <a:rPr lang="en-US" b="1" dirty="0" err="1"/>
              <a:t>cmd</a:t>
            </a:r>
            <a:r>
              <a:rPr lang="en-US" b="1" dirty="0"/>
              <a:t> --zone=public --add-port 9001/</a:t>
            </a:r>
            <a:r>
              <a:rPr lang="en-US" b="1" dirty="0" err="1"/>
              <a:t>tcp</a:t>
            </a:r>
            <a:r>
              <a:rPr lang="en-US" b="1" dirty="0"/>
              <a:t> --permanent</a:t>
            </a:r>
          </a:p>
          <a:p>
            <a:pPr lvl="1"/>
            <a:r>
              <a:rPr lang="en-US" dirty="0"/>
              <a:t>Reload the firewall</a:t>
            </a:r>
          </a:p>
          <a:p>
            <a:pPr lvl="2"/>
            <a:r>
              <a:rPr lang="en-US" b="1" dirty="0" err="1"/>
              <a:t>sudo</a:t>
            </a:r>
            <a:r>
              <a:rPr lang="en-US" b="1" dirty="0"/>
              <a:t> firewall-</a:t>
            </a:r>
            <a:r>
              <a:rPr lang="en-US" b="1" dirty="0" err="1"/>
              <a:t>cmd</a:t>
            </a:r>
            <a:r>
              <a:rPr lang="en-US" b="1" dirty="0"/>
              <a:t> --reload</a:t>
            </a:r>
          </a:p>
          <a:p>
            <a:pPr lvl="1"/>
            <a:r>
              <a:rPr lang="en-US" dirty="0"/>
              <a:t>Ensure the port update:</a:t>
            </a:r>
          </a:p>
          <a:p>
            <a:pPr lvl="2"/>
            <a:r>
              <a:rPr lang="en-US" b="1" dirty="0" err="1"/>
              <a:t>sudo</a:t>
            </a:r>
            <a:r>
              <a:rPr lang="en-US" b="1" dirty="0"/>
              <a:t> firewall-</a:t>
            </a:r>
            <a:r>
              <a:rPr lang="en-US" b="1" dirty="0" err="1"/>
              <a:t>cmd</a:t>
            </a:r>
            <a:r>
              <a:rPr lang="en-US" b="1" dirty="0"/>
              <a:t> --list-all</a:t>
            </a:r>
          </a:p>
        </p:txBody>
      </p:sp>
      <p:pic>
        <p:nvPicPr>
          <p:cNvPr id="5" name="Picture 4">
            <a:extLst>
              <a:ext uri="{FF2B5EF4-FFF2-40B4-BE49-F238E27FC236}">
                <a16:creationId xmlns:a16="http://schemas.microsoft.com/office/drawing/2014/main" id="{51B6C3A6-0BE1-54BB-B484-651C266845D8}"/>
              </a:ext>
            </a:extLst>
          </p:cNvPr>
          <p:cNvPicPr>
            <a:picLocks noChangeAspect="1"/>
          </p:cNvPicPr>
          <p:nvPr/>
        </p:nvPicPr>
        <p:blipFill>
          <a:blip r:embed="rId4"/>
          <a:stretch>
            <a:fillRect/>
          </a:stretch>
        </p:blipFill>
        <p:spPr>
          <a:xfrm>
            <a:off x="5655704" y="3899787"/>
            <a:ext cx="5698096" cy="2603030"/>
          </a:xfrm>
          <a:prstGeom prst="rect">
            <a:avLst/>
          </a:prstGeom>
        </p:spPr>
      </p:pic>
    </p:spTree>
    <p:extLst>
      <p:ext uri="{BB962C8B-B14F-4D97-AF65-F5344CB8AC3E}">
        <p14:creationId xmlns:p14="http://schemas.microsoft.com/office/powerpoint/2010/main" val="356136274"/>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2BC33-D5AD-C589-4452-C22D9D1BAC49}"/>
              </a:ext>
            </a:extLst>
          </p:cNvPr>
          <p:cNvSpPr>
            <a:spLocks noGrp="1"/>
          </p:cNvSpPr>
          <p:nvPr>
            <p:ph type="title"/>
          </p:nvPr>
        </p:nvSpPr>
        <p:spPr>
          <a:xfrm>
            <a:off x="838200" y="196891"/>
            <a:ext cx="10515600" cy="1325563"/>
          </a:xfrm>
        </p:spPr>
        <p:txBody>
          <a:bodyPr/>
          <a:lstStyle/>
          <a:p>
            <a:r>
              <a:rPr lang="en-US" dirty="0"/>
              <a:t>TAK Server - Federation Setup - Upload Federate Certificates</a:t>
            </a:r>
          </a:p>
        </p:txBody>
      </p:sp>
      <p:sp>
        <p:nvSpPr>
          <p:cNvPr id="3" name="Content Placeholder 2">
            <a:extLst>
              <a:ext uri="{FF2B5EF4-FFF2-40B4-BE49-F238E27FC236}">
                <a16:creationId xmlns:a16="http://schemas.microsoft.com/office/drawing/2014/main" id="{3DB38387-4655-6365-F1E5-F864DE5C797E}"/>
              </a:ext>
            </a:extLst>
          </p:cNvPr>
          <p:cNvSpPr>
            <a:spLocks noGrp="1"/>
          </p:cNvSpPr>
          <p:nvPr>
            <p:ph idx="1"/>
          </p:nvPr>
        </p:nvSpPr>
        <p:spPr>
          <a:xfrm>
            <a:off x="838200" y="1495687"/>
            <a:ext cx="10515600" cy="4351338"/>
          </a:xfrm>
        </p:spPr>
        <p:txBody>
          <a:bodyPr/>
          <a:lstStyle/>
          <a:p>
            <a:r>
              <a:rPr lang="en-US" dirty="0"/>
              <a:t>To connect federate servers, you need to exchange their public CA:</a:t>
            </a:r>
          </a:p>
          <a:p>
            <a:pPr lvl="1"/>
            <a:r>
              <a:rPr lang="en-US" dirty="0"/>
              <a:t>CA location: </a:t>
            </a:r>
          </a:p>
          <a:p>
            <a:pPr lvl="2"/>
            <a:r>
              <a:rPr lang="en-US" b="1" dirty="0"/>
              <a:t>cd /opt/</a:t>
            </a:r>
            <a:r>
              <a:rPr lang="en-US" b="1" dirty="0" err="1"/>
              <a:t>tak</a:t>
            </a:r>
            <a:r>
              <a:rPr lang="en-US" b="1" dirty="0"/>
              <a:t>/certs/files/</a:t>
            </a:r>
            <a:r>
              <a:rPr lang="en-US" b="1" dirty="0" err="1"/>
              <a:t>ca.pem</a:t>
            </a:r>
            <a:endParaRPr lang="en-US" b="1" dirty="0"/>
          </a:p>
          <a:p>
            <a:r>
              <a:rPr lang="en-US" dirty="0"/>
              <a:t>Once the CAs have been exchanged you can go to the “Federate Certificate Authorities”:</a:t>
            </a:r>
          </a:p>
          <a:p>
            <a:pPr lvl="1"/>
            <a:r>
              <a:rPr lang="en-US" dirty="0"/>
              <a:t>Admin dashboard </a:t>
            </a:r>
            <a:r>
              <a:rPr lang="en-US" dirty="0">
                <a:sym typeface="Wingdings" panose="05000000000000000000" pitchFamily="2" charset="2"/>
              </a:rPr>
              <a:t></a:t>
            </a:r>
            <a:r>
              <a:rPr lang="en-US" dirty="0"/>
              <a:t> hamburger menu </a:t>
            </a:r>
            <a:r>
              <a:rPr lang="en-US" dirty="0">
                <a:sym typeface="Wingdings" panose="05000000000000000000" pitchFamily="2" charset="2"/>
              </a:rPr>
              <a:t></a:t>
            </a:r>
            <a:r>
              <a:rPr lang="en-US" dirty="0"/>
              <a:t> Configuration </a:t>
            </a:r>
            <a:r>
              <a:rPr lang="en-US" dirty="0">
                <a:sym typeface="Wingdings" panose="05000000000000000000" pitchFamily="2" charset="2"/>
              </a:rPr>
              <a:t></a:t>
            </a:r>
            <a:r>
              <a:rPr lang="en-US" dirty="0"/>
              <a:t> Federate Certificate Authorities</a:t>
            </a:r>
          </a:p>
          <a:p>
            <a:pPr lvl="1"/>
            <a:r>
              <a:rPr lang="en-US" dirty="0"/>
              <a:t>Select “Upload Federate Certificate Authority”</a:t>
            </a:r>
          </a:p>
          <a:p>
            <a:pPr lvl="1"/>
            <a:endParaRPr lang="en-US" dirty="0"/>
          </a:p>
        </p:txBody>
      </p:sp>
      <p:pic>
        <p:nvPicPr>
          <p:cNvPr id="5" name="Picture 4">
            <a:extLst>
              <a:ext uri="{FF2B5EF4-FFF2-40B4-BE49-F238E27FC236}">
                <a16:creationId xmlns:a16="http://schemas.microsoft.com/office/drawing/2014/main" id="{FA8CF1AF-8B53-8331-0EB7-304262C20DD6}"/>
              </a:ext>
            </a:extLst>
          </p:cNvPr>
          <p:cNvPicPr>
            <a:picLocks noChangeAspect="1"/>
          </p:cNvPicPr>
          <p:nvPr/>
        </p:nvPicPr>
        <p:blipFill>
          <a:blip r:embed="rId4"/>
          <a:stretch>
            <a:fillRect/>
          </a:stretch>
        </p:blipFill>
        <p:spPr>
          <a:xfrm>
            <a:off x="838200" y="5032941"/>
            <a:ext cx="10853395" cy="1628168"/>
          </a:xfrm>
          <a:prstGeom prst="rect">
            <a:avLst/>
          </a:prstGeom>
        </p:spPr>
      </p:pic>
    </p:spTree>
    <p:extLst>
      <p:ext uri="{BB962C8B-B14F-4D97-AF65-F5344CB8AC3E}">
        <p14:creationId xmlns:p14="http://schemas.microsoft.com/office/powerpoint/2010/main" val="839911363"/>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85F4A-CEDE-3403-C567-935C15C88D53}"/>
              </a:ext>
            </a:extLst>
          </p:cNvPr>
          <p:cNvSpPr>
            <a:spLocks noGrp="1"/>
          </p:cNvSpPr>
          <p:nvPr>
            <p:ph type="title"/>
          </p:nvPr>
        </p:nvSpPr>
        <p:spPr/>
        <p:txBody>
          <a:bodyPr/>
          <a:lstStyle/>
          <a:p>
            <a:r>
              <a:rPr lang="en-US" dirty="0"/>
              <a:t>TAK Server - Federation Setup - Making the Connection</a:t>
            </a:r>
          </a:p>
        </p:txBody>
      </p:sp>
      <p:sp>
        <p:nvSpPr>
          <p:cNvPr id="3" name="Content Placeholder 2">
            <a:extLst>
              <a:ext uri="{FF2B5EF4-FFF2-40B4-BE49-F238E27FC236}">
                <a16:creationId xmlns:a16="http://schemas.microsoft.com/office/drawing/2014/main" id="{3B81C419-C2AF-8ED2-192C-C253050E78BB}"/>
              </a:ext>
            </a:extLst>
          </p:cNvPr>
          <p:cNvSpPr>
            <a:spLocks noGrp="1"/>
          </p:cNvSpPr>
          <p:nvPr>
            <p:ph idx="1"/>
          </p:nvPr>
        </p:nvSpPr>
        <p:spPr>
          <a:xfrm>
            <a:off x="216816" y="1602557"/>
            <a:ext cx="11136984" cy="4574406"/>
          </a:xfrm>
        </p:spPr>
        <p:txBody>
          <a:bodyPr/>
          <a:lstStyle/>
          <a:p>
            <a:r>
              <a:rPr lang="en-US" dirty="0"/>
              <a:t>To make the connection, only one of the servers will create an outgoing connection to the other.</a:t>
            </a:r>
          </a:p>
          <a:p>
            <a:pPr lvl="1"/>
            <a:r>
              <a:rPr lang="en-US" dirty="0"/>
              <a:t>On the server that is starting the connection, go to the “Federation” section again.</a:t>
            </a:r>
          </a:p>
          <a:p>
            <a:pPr lvl="1"/>
            <a:r>
              <a:rPr lang="en-US" dirty="0"/>
              <a:t>To create the connection: </a:t>
            </a:r>
          </a:p>
          <a:p>
            <a:pPr lvl="2"/>
            <a:r>
              <a:rPr lang="en-US" dirty="0"/>
              <a:t>Select “Create Outgoing Connection” </a:t>
            </a:r>
          </a:p>
          <a:p>
            <a:pPr lvl="2"/>
            <a:r>
              <a:rPr lang="en-US" dirty="0"/>
              <a:t>Fill in the necessary information:</a:t>
            </a:r>
          </a:p>
          <a:p>
            <a:pPr lvl="3"/>
            <a:r>
              <a:rPr lang="en-US" dirty="0"/>
              <a:t>Display Name: &lt;Your choice&gt; </a:t>
            </a:r>
          </a:p>
          <a:p>
            <a:pPr lvl="3"/>
            <a:r>
              <a:rPr lang="en-US" dirty="0"/>
              <a:t>Address: &lt;IP address of that server&gt;</a:t>
            </a:r>
          </a:p>
          <a:p>
            <a:pPr lvl="3"/>
            <a:r>
              <a:rPr lang="en-US" dirty="0"/>
              <a:t>Port: 9001 (unless using a different one)</a:t>
            </a:r>
          </a:p>
          <a:p>
            <a:pPr lvl="3"/>
            <a:r>
              <a:rPr lang="en-US" dirty="0"/>
              <a:t>Select “Save”</a:t>
            </a:r>
          </a:p>
        </p:txBody>
      </p:sp>
      <p:pic>
        <p:nvPicPr>
          <p:cNvPr id="5" name="Picture 4">
            <a:extLst>
              <a:ext uri="{FF2B5EF4-FFF2-40B4-BE49-F238E27FC236}">
                <a16:creationId xmlns:a16="http://schemas.microsoft.com/office/drawing/2014/main" id="{F67B9FBF-7407-1365-D1BC-76AB946B8418}"/>
              </a:ext>
            </a:extLst>
          </p:cNvPr>
          <p:cNvPicPr>
            <a:picLocks noChangeAspect="1"/>
          </p:cNvPicPr>
          <p:nvPr/>
        </p:nvPicPr>
        <p:blipFill>
          <a:blip r:embed="rId2"/>
          <a:stretch>
            <a:fillRect/>
          </a:stretch>
        </p:blipFill>
        <p:spPr>
          <a:xfrm>
            <a:off x="5786424" y="3889760"/>
            <a:ext cx="6405576" cy="2294685"/>
          </a:xfrm>
          <a:prstGeom prst="rect">
            <a:avLst/>
          </a:prstGeom>
        </p:spPr>
      </p:pic>
    </p:spTree>
    <p:extLst>
      <p:ext uri="{BB962C8B-B14F-4D97-AF65-F5344CB8AC3E}">
        <p14:creationId xmlns:p14="http://schemas.microsoft.com/office/powerpoint/2010/main" val="23679511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367AE-EBEB-1A5B-BDC9-85DB1B0076D9}"/>
              </a:ext>
            </a:extLst>
          </p:cNvPr>
          <p:cNvSpPr>
            <a:spLocks noGrp="1"/>
          </p:cNvSpPr>
          <p:nvPr>
            <p:ph type="title"/>
          </p:nvPr>
        </p:nvSpPr>
        <p:spPr/>
        <p:txBody>
          <a:bodyPr/>
          <a:lstStyle/>
          <a:p>
            <a:r>
              <a:rPr lang="en-US" dirty="0"/>
              <a:t>TAK Server - Federation Setup - Making the Connection</a:t>
            </a:r>
          </a:p>
        </p:txBody>
      </p:sp>
      <p:sp>
        <p:nvSpPr>
          <p:cNvPr id="3" name="Content Placeholder 2">
            <a:extLst>
              <a:ext uri="{FF2B5EF4-FFF2-40B4-BE49-F238E27FC236}">
                <a16:creationId xmlns:a16="http://schemas.microsoft.com/office/drawing/2014/main" id="{6280EBBE-765B-6449-8A65-563E1EC87809}"/>
              </a:ext>
            </a:extLst>
          </p:cNvPr>
          <p:cNvSpPr>
            <a:spLocks noGrp="1"/>
          </p:cNvSpPr>
          <p:nvPr>
            <p:ph idx="1"/>
          </p:nvPr>
        </p:nvSpPr>
        <p:spPr/>
        <p:txBody>
          <a:bodyPr/>
          <a:lstStyle/>
          <a:p>
            <a:r>
              <a:rPr lang="en-US" dirty="0"/>
              <a:t>You will notice that no information is flowing between the federates, this is because both federates needs to specify which groups to allow to flow to the other server. </a:t>
            </a:r>
          </a:p>
          <a:p>
            <a:r>
              <a:rPr lang="en-US" dirty="0"/>
              <a:t>You can specify the group and the directions of information flowing between the servers.</a:t>
            </a:r>
          </a:p>
        </p:txBody>
      </p:sp>
      <p:pic>
        <p:nvPicPr>
          <p:cNvPr id="9" name="Picture 8">
            <a:extLst>
              <a:ext uri="{FF2B5EF4-FFF2-40B4-BE49-F238E27FC236}">
                <a16:creationId xmlns:a16="http://schemas.microsoft.com/office/drawing/2014/main" id="{A63B65ED-212F-C826-1733-BA19D82B7E98}"/>
              </a:ext>
            </a:extLst>
          </p:cNvPr>
          <p:cNvPicPr>
            <a:picLocks noChangeAspect="1"/>
          </p:cNvPicPr>
          <p:nvPr/>
        </p:nvPicPr>
        <p:blipFill>
          <a:blip r:embed="rId2"/>
          <a:stretch>
            <a:fillRect/>
          </a:stretch>
        </p:blipFill>
        <p:spPr>
          <a:xfrm>
            <a:off x="2677257" y="4001294"/>
            <a:ext cx="6837485" cy="2817044"/>
          </a:xfrm>
          <a:prstGeom prst="rect">
            <a:avLst/>
          </a:prstGeom>
        </p:spPr>
      </p:pic>
    </p:spTree>
    <p:extLst>
      <p:ext uri="{BB962C8B-B14F-4D97-AF65-F5344CB8AC3E}">
        <p14:creationId xmlns:p14="http://schemas.microsoft.com/office/powerpoint/2010/main" val="11618278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16368-BD19-9DFC-F879-07C0AEA1121E}"/>
              </a:ext>
            </a:extLst>
          </p:cNvPr>
          <p:cNvSpPr>
            <a:spLocks noGrp="1"/>
          </p:cNvSpPr>
          <p:nvPr>
            <p:ph type="title"/>
          </p:nvPr>
        </p:nvSpPr>
        <p:spPr/>
        <p:txBody>
          <a:bodyPr/>
          <a:lstStyle/>
          <a:p>
            <a:r>
              <a:rPr lang="en-US" dirty="0"/>
              <a:t>TAK Server - Federation Setup - Making the Connection</a:t>
            </a:r>
          </a:p>
        </p:txBody>
      </p:sp>
      <p:sp>
        <p:nvSpPr>
          <p:cNvPr id="3" name="Content Placeholder 2">
            <a:extLst>
              <a:ext uri="{FF2B5EF4-FFF2-40B4-BE49-F238E27FC236}">
                <a16:creationId xmlns:a16="http://schemas.microsoft.com/office/drawing/2014/main" id="{2BEF6ADA-1BC7-0AA4-AE47-26DE7F174A35}"/>
              </a:ext>
            </a:extLst>
          </p:cNvPr>
          <p:cNvSpPr>
            <a:spLocks noGrp="1"/>
          </p:cNvSpPr>
          <p:nvPr>
            <p:ph idx="1"/>
          </p:nvPr>
        </p:nvSpPr>
        <p:spPr>
          <a:xfrm>
            <a:off x="838200" y="1796440"/>
            <a:ext cx="10515600" cy="3051106"/>
          </a:xfrm>
        </p:spPr>
        <p:txBody>
          <a:bodyPr>
            <a:normAutofit lnSpcReduction="10000"/>
          </a:bodyPr>
          <a:lstStyle/>
          <a:p>
            <a:r>
              <a:rPr lang="en-US" dirty="0"/>
              <a:t>To manage the groups of the federate:</a:t>
            </a:r>
          </a:p>
          <a:p>
            <a:pPr lvl="1"/>
            <a:r>
              <a:rPr lang="en-US" dirty="0"/>
              <a:t>Select “Edit Groups” for the desired federate.</a:t>
            </a:r>
          </a:p>
          <a:p>
            <a:pPr lvl="1"/>
            <a:r>
              <a:rPr lang="en-US" dirty="0"/>
              <a:t>Federate Group Filtering:</a:t>
            </a:r>
          </a:p>
          <a:p>
            <a:pPr lvl="2"/>
            <a:r>
              <a:rPr lang="en-US" dirty="0"/>
              <a:t>If you have LDAP set-up you will be able to search for the group and add it.</a:t>
            </a:r>
          </a:p>
          <a:p>
            <a:pPr lvl="1"/>
            <a:r>
              <a:rPr lang="en-US" dirty="0"/>
              <a:t>Federate Group Mapping:</a:t>
            </a:r>
          </a:p>
          <a:p>
            <a:pPr lvl="2"/>
            <a:r>
              <a:rPr lang="en-US" dirty="0"/>
              <a:t>You can specify the incoming group and map it to your desired group. </a:t>
            </a:r>
          </a:p>
          <a:p>
            <a:pPr lvl="3"/>
            <a:r>
              <a:rPr lang="en-US" dirty="0"/>
              <a:t>Server1(sender): __ANON__            Server2(receiver): __ANON__ </a:t>
            </a:r>
            <a:r>
              <a:rPr lang="en-US" dirty="0">
                <a:sym typeface="Wingdings" panose="05000000000000000000" pitchFamily="2" charset="2"/>
              </a:rPr>
              <a:t></a:t>
            </a:r>
            <a:r>
              <a:rPr lang="en-US" dirty="0"/>
              <a:t> TEST</a:t>
            </a:r>
          </a:p>
          <a:p>
            <a:pPr lvl="1"/>
            <a:r>
              <a:rPr lang="en-US" dirty="0"/>
              <a:t>You can have multiple group mappings to both multiple remote groups and multiple local groups.  </a:t>
            </a:r>
          </a:p>
          <a:p>
            <a:pPr lvl="1"/>
            <a:endParaRPr lang="en-US" dirty="0"/>
          </a:p>
        </p:txBody>
      </p:sp>
      <p:pic>
        <p:nvPicPr>
          <p:cNvPr id="5" name="Picture 4">
            <a:extLst>
              <a:ext uri="{FF2B5EF4-FFF2-40B4-BE49-F238E27FC236}">
                <a16:creationId xmlns:a16="http://schemas.microsoft.com/office/drawing/2014/main" id="{B9AE142B-D046-B8C5-DEF6-9ADA86B3813B}"/>
              </a:ext>
            </a:extLst>
          </p:cNvPr>
          <p:cNvPicPr>
            <a:picLocks noChangeAspect="1"/>
          </p:cNvPicPr>
          <p:nvPr/>
        </p:nvPicPr>
        <p:blipFill>
          <a:blip r:embed="rId2"/>
          <a:stretch>
            <a:fillRect/>
          </a:stretch>
        </p:blipFill>
        <p:spPr>
          <a:xfrm>
            <a:off x="2189051" y="4953298"/>
            <a:ext cx="7813897" cy="1888393"/>
          </a:xfrm>
          <a:prstGeom prst="rect">
            <a:avLst/>
          </a:prstGeom>
        </p:spPr>
      </p:pic>
    </p:spTree>
    <p:extLst>
      <p:ext uri="{BB962C8B-B14F-4D97-AF65-F5344CB8AC3E}">
        <p14:creationId xmlns:p14="http://schemas.microsoft.com/office/powerpoint/2010/main" val="23297583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F5F19-6EC5-5FD3-2F0C-3422CBA72C36}"/>
              </a:ext>
            </a:extLst>
          </p:cNvPr>
          <p:cNvSpPr>
            <a:spLocks noGrp="1"/>
          </p:cNvSpPr>
          <p:nvPr>
            <p:ph type="title"/>
          </p:nvPr>
        </p:nvSpPr>
        <p:spPr/>
        <p:txBody>
          <a:bodyPr/>
          <a:lstStyle/>
          <a:p>
            <a:r>
              <a:rPr lang="en-US" dirty="0"/>
              <a:t>TAK Server - Federation Connection</a:t>
            </a:r>
          </a:p>
        </p:txBody>
      </p:sp>
      <p:sp>
        <p:nvSpPr>
          <p:cNvPr id="8" name="TextBox 7">
            <a:extLst>
              <a:ext uri="{FF2B5EF4-FFF2-40B4-BE49-F238E27FC236}">
                <a16:creationId xmlns:a16="http://schemas.microsoft.com/office/drawing/2014/main" id="{26A1EFF3-B5AC-A565-5DF7-37A4445F606D}"/>
              </a:ext>
            </a:extLst>
          </p:cNvPr>
          <p:cNvSpPr txBox="1"/>
          <p:nvPr/>
        </p:nvSpPr>
        <p:spPr>
          <a:xfrm>
            <a:off x="688028" y="4694548"/>
            <a:ext cx="10515600" cy="646331"/>
          </a:xfrm>
          <a:prstGeom prst="rect">
            <a:avLst/>
          </a:prstGeom>
          <a:noFill/>
        </p:spPr>
        <p:txBody>
          <a:bodyPr wrap="square" rtlCol="0">
            <a:spAutoFit/>
          </a:bodyPr>
          <a:lstStyle/>
          <a:p>
            <a:pPr marL="285750" indent="-285750">
              <a:buFont typeface="Arial" panose="020B0604020202020204" pitchFamily="34" charset="0"/>
              <a:buChar char="•"/>
            </a:pPr>
            <a:r>
              <a:rPr lang="en-US" dirty="0"/>
              <a:t>Above you can see on the left that the server receiving the federate connection shows the other markers on the map. The right side is showing the other federated marker, along with other markers. </a:t>
            </a:r>
          </a:p>
        </p:txBody>
      </p:sp>
      <p:sp>
        <p:nvSpPr>
          <p:cNvPr id="4" name="Content Placeholder 3">
            <a:extLst>
              <a:ext uri="{FF2B5EF4-FFF2-40B4-BE49-F238E27FC236}">
                <a16:creationId xmlns:a16="http://schemas.microsoft.com/office/drawing/2014/main" id="{AFAAFE9C-3464-E699-6073-539981327005}"/>
              </a:ext>
            </a:extLst>
          </p:cNvPr>
          <p:cNvSpPr>
            <a:spLocks noGrp="1"/>
          </p:cNvSpPr>
          <p:nvPr>
            <p:ph idx="1"/>
          </p:nvPr>
        </p:nvSpPr>
        <p:spPr/>
        <p:txBody>
          <a:bodyPr/>
          <a:lstStyle/>
          <a:p>
            <a:endParaRPr lang="en-US" dirty="0"/>
          </a:p>
        </p:txBody>
      </p:sp>
      <p:pic>
        <p:nvPicPr>
          <p:cNvPr id="6" name="Picture 5">
            <a:extLst>
              <a:ext uri="{FF2B5EF4-FFF2-40B4-BE49-F238E27FC236}">
                <a16:creationId xmlns:a16="http://schemas.microsoft.com/office/drawing/2014/main" id="{87B80036-90CD-C10A-FF4D-FD38C0DDFA00}"/>
              </a:ext>
            </a:extLst>
          </p:cNvPr>
          <p:cNvPicPr>
            <a:picLocks noChangeAspect="1"/>
          </p:cNvPicPr>
          <p:nvPr/>
        </p:nvPicPr>
        <p:blipFill>
          <a:blip r:embed="rId2"/>
          <a:stretch>
            <a:fillRect/>
          </a:stretch>
        </p:blipFill>
        <p:spPr>
          <a:xfrm>
            <a:off x="692057" y="1718336"/>
            <a:ext cx="5253771" cy="2662609"/>
          </a:xfrm>
          <a:prstGeom prst="rect">
            <a:avLst/>
          </a:prstGeom>
        </p:spPr>
      </p:pic>
      <p:pic>
        <p:nvPicPr>
          <p:cNvPr id="13" name="Picture 12">
            <a:extLst>
              <a:ext uri="{FF2B5EF4-FFF2-40B4-BE49-F238E27FC236}">
                <a16:creationId xmlns:a16="http://schemas.microsoft.com/office/drawing/2014/main" id="{62231C59-6507-95F6-E677-1117D7A41448}"/>
              </a:ext>
            </a:extLst>
          </p:cNvPr>
          <p:cNvPicPr>
            <a:picLocks noChangeAspect="1"/>
          </p:cNvPicPr>
          <p:nvPr/>
        </p:nvPicPr>
        <p:blipFill>
          <a:blip r:embed="rId3"/>
          <a:stretch>
            <a:fillRect/>
          </a:stretch>
        </p:blipFill>
        <p:spPr>
          <a:xfrm>
            <a:off x="5945828" y="1718336"/>
            <a:ext cx="5968804" cy="2681169"/>
          </a:xfrm>
          <a:prstGeom prst="rect">
            <a:avLst/>
          </a:prstGeom>
        </p:spPr>
      </p:pic>
      <p:sp>
        <p:nvSpPr>
          <p:cNvPr id="14" name="TextBox 13">
            <a:extLst>
              <a:ext uri="{FF2B5EF4-FFF2-40B4-BE49-F238E27FC236}">
                <a16:creationId xmlns:a16="http://schemas.microsoft.com/office/drawing/2014/main" id="{C3800F56-8D2A-E45C-A1A6-4B0763D3A683}"/>
              </a:ext>
            </a:extLst>
          </p:cNvPr>
          <p:cNvSpPr txBox="1"/>
          <p:nvPr/>
        </p:nvSpPr>
        <p:spPr>
          <a:xfrm>
            <a:off x="2381280" y="1349004"/>
            <a:ext cx="3284748" cy="369332"/>
          </a:xfrm>
          <a:prstGeom prst="rect">
            <a:avLst/>
          </a:prstGeom>
          <a:noFill/>
        </p:spPr>
        <p:txBody>
          <a:bodyPr wrap="square" rtlCol="0">
            <a:spAutoFit/>
          </a:bodyPr>
          <a:lstStyle/>
          <a:p>
            <a:r>
              <a:rPr lang="en-US" dirty="0"/>
              <a:t>Server 1: Making Connection </a:t>
            </a:r>
          </a:p>
        </p:txBody>
      </p:sp>
      <p:sp>
        <p:nvSpPr>
          <p:cNvPr id="15" name="TextBox 14">
            <a:extLst>
              <a:ext uri="{FF2B5EF4-FFF2-40B4-BE49-F238E27FC236}">
                <a16:creationId xmlns:a16="http://schemas.microsoft.com/office/drawing/2014/main" id="{B21A25EA-56E8-1B89-C9B1-8D1A0C556420}"/>
              </a:ext>
            </a:extLst>
          </p:cNvPr>
          <p:cNvSpPr txBox="1"/>
          <p:nvPr/>
        </p:nvSpPr>
        <p:spPr>
          <a:xfrm>
            <a:off x="7355251" y="1376869"/>
            <a:ext cx="3631941" cy="369332"/>
          </a:xfrm>
          <a:prstGeom prst="rect">
            <a:avLst/>
          </a:prstGeom>
          <a:noFill/>
        </p:spPr>
        <p:txBody>
          <a:bodyPr wrap="square" rtlCol="0">
            <a:spAutoFit/>
          </a:bodyPr>
          <a:lstStyle/>
          <a:p>
            <a:r>
              <a:rPr lang="en-US" dirty="0"/>
              <a:t>Server 2: Receiving Connection  </a:t>
            </a:r>
          </a:p>
        </p:txBody>
      </p:sp>
    </p:spTree>
    <p:extLst>
      <p:ext uri="{BB962C8B-B14F-4D97-AF65-F5344CB8AC3E}">
        <p14:creationId xmlns:p14="http://schemas.microsoft.com/office/powerpoint/2010/main" val="29885593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F316C-69EB-D580-2056-0EE5F49866DB}"/>
              </a:ext>
            </a:extLst>
          </p:cNvPr>
          <p:cNvSpPr>
            <a:spLocks noGrp="1"/>
          </p:cNvSpPr>
          <p:nvPr>
            <p:ph type="title"/>
          </p:nvPr>
        </p:nvSpPr>
        <p:spPr/>
        <p:txBody>
          <a:bodyPr/>
          <a:lstStyle/>
          <a:p>
            <a:r>
              <a:rPr lang="en-US" dirty="0"/>
              <a:t>TAK Server - Mission Federation Disruption Tolerance </a:t>
            </a:r>
          </a:p>
        </p:txBody>
      </p:sp>
      <p:sp>
        <p:nvSpPr>
          <p:cNvPr id="3" name="Content Placeholder 2">
            <a:extLst>
              <a:ext uri="{FF2B5EF4-FFF2-40B4-BE49-F238E27FC236}">
                <a16:creationId xmlns:a16="http://schemas.microsoft.com/office/drawing/2014/main" id="{CBD65495-EE42-C973-4F3E-20A9B661E801}"/>
              </a:ext>
            </a:extLst>
          </p:cNvPr>
          <p:cNvSpPr>
            <a:spLocks noGrp="1"/>
          </p:cNvSpPr>
          <p:nvPr>
            <p:ph idx="1"/>
          </p:nvPr>
        </p:nvSpPr>
        <p:spPr>
          <a:xfrm>
            <a:off x="838200" y="1825625"/>
            <a:ext cx="10515600" cy="4667250"/>
          </a:xfrm>
        </p:spPr>
        <p:txBody>
          <a:bodyPr>
            <a:normAutofit lnSpcReduction="10000"/>
          </a:bodyPr>
          <a:lstStyle/>
          <a:p>
            <a:r>
              <a:rPr lang="en-US" dirty="0"/>
              <a:t>Within the “Federation” tab, when editing the federation configuration, there is a “Enable Mission Federation Disruption Tolerance” option. </a:t>
            </a:r>
          </a:p>
          <a:p>
            <a:pPr lvl="1"/>
            <a:r>
              <a:rPr lang="en-US" dirty="0"/>
              <a:t>The option will update each server with changes to federated missions that occurred during a disruption in the connection. </a:t>
            </a:r>
          </a:p>
          <a:p>
            <a:pPr lvl="1"/>
            <a:r>
              <a:rPr lang="en-US" dirty="0"/>
              <a:t>Below that you are able to limit the changes that are updated to the server to a predetermined length of time. </a:t>
            </a:r>
          </a:p>
          <a:p>
            <a:pPr lvl="1"/>
            <a:r>
              <a:rPr lang="en-US" dirty="0"/>
              <a:t>If the “Unlimited” option is selected, then all updates made between the disruption and the time of reconnecting will be loaded. </a:t>
            </a:r>
          </a:p>
          <a:p>
            <a:pPr lvl="2"/>
            <a:r>
              <a:rPr lang="en-US" dirty="0"/>
              <a:t>Be aware that without a limit there is a potential for an update to take a lot of bandwidth. </a:t>
            </a:r>
          </a:p>
          <a:p>
            <a:pPr lvl="1"/>
            <a:r>
              <a:rPr lang="en-US" dirty="0"/>
              <a:t>There is also a “Clear Federation Events” button that is available when done editing the configuration that will reset the disruption history for federations. </a:t>
            </a:r>
          </a:p>
        </p:txBody>
      </p:sp>
    </p:spTree>
    <p:extLst>
      <p:ext uri="{BB962C8B-B14F-4D97-AF65-F5344CB8AC3E}">
        <p14:creationId xmlns:p14="http://schemas.microsoft.com/office/powerpoint/2010/main" val="2357439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1D245-A3AD-0B9A-CD86-72AAAAE3A9E9}"/>
              </a:ext>
            </a:extLst>
          </p:cNvPr>
          <p:cNvSpPr>
            <a:spLocks noGrp="1"/>
          </p:cNvSpPr>
          <p:nvPr>
            <p:ph type="title"/>
          </p:nvPr>
        </p:nvSpPr>
        <p:spPr/>
        <p:txBody>
          <a:bodyPr/>
          <a:lstStyle/>
          <a:p>
            <a:r>
              <a:rPr lang="en-US" dirty="0"/>
              <a:t>TAK Server - Data Package and Mission File Blocker</a:t>
            </a:r>
          </a:p>
        </p:txBody>
      </p:sp>
      <p:sp>
        <p:nvSpPr>
          <p:cNvPr id="3" name="Content Placeholder 2">
            <a:extLst>
              <a:ext uri="{FF2B5EF4-FFF2-40B4-BE49-F238E27FC236}">
                <a16:creationId xmlns:a16="http://schemas.microsoft.com/office/drawing/2014/main" id="{7191B5FC-41D3-78A6-ED36-E9D8F03E8468}"/>
              </a:ext>
            </a:extLst>
          </p:cNvPr>
          <p:cNvSpPr>
            <a:spLocks noGrp="1"/>
          </p:cNvSpPr>
          <p:nvPr>
            <p:ph idx="1"/>
          </p:nvPr>
        </p:nvSpPr>
        <p:spPr>
          <a:xfrm>
            <a:off x="687371" y="1577567"/>
            <a:ext cx="10515600" cy="4486275"/>
          </a:xfrm>
        </p:spPr>
        <p:txBody>
          <a:bodyPr>
            <a:normAutofit/>
          </a:bodyPr>
          <a:lstStyle/>
          <a:p>
            <a:r>
              <a:rPr lang="en-US" dirty="0"/>
              <a:t>Data packages and mission packages can be federated between servers and their respective clients. These can lead to unwanted configuration changes to TAK devices. </a:t>
            </a:r>
          </a:p>
          <a:p>
            <a:r>
              <a:rPr lang="en-US" dirty="0"/>
              <a:t>Within the federation configuration you are able to set a filter to block files by their type. </a:t>
            </a:r>
          </a:p>
          <a:p>
            <a:pPr lvl="1"/>
            <a:r>
              <a:rPr lang="en-US" dirty="0"/>
              <a:t>To use this feature:</a:t>
            </a:r>
          </a:p>
          <a:p>
            <a:pPr lvl="2"/>
            <a:r>
              <a:rPr lang="en-US" dirty="0"/>
              <a:t>Enable the “Enable Data Packaged and Mission File Filter” option. </a:t>
            </a:r>
          </a:p>
          <a:p>
            <a:pPr lvl="2"/>
            <a:r>
              <a:rPr lang="en-US" dirty="0"/>
              <a:t>Enter the file type you wish to block within the “Add File Extension” box then selecting “Add”.</a:t>
            </a:r>
          </a:p>
          <a:p>
            <a:pPr lvl="3"/>
            <a:r>
              <a:rPr lang="en-US" dirty="0"/>
              <a:t>By default, the type is: .</a:t>
            </a:r>
            <a:r>
              <a:rPr lang="en-US" dirty="0" err="1"/>
              <a:t>pref</a:t>
            </a:r>
            <a:endParaRPr lang="en-US" dirty="0"/>
          </a:p>
          <a:p>
            <a:pPr lvl="2"/>
            <a:r>
              <a:rPr lang="en-US" dirty="0"/>
              <a:t>You can change the type to of file that is blocked by adding a new. </a:t>
            </a:r>
          </a:p>
          <a:p>
            <a:pPr lvl="2"/>
            <a:r>
              <a:rPr lang="en-US" dirty="0"/>
              <a:t>Once done select “Save” at the bottom. </a:t>
            </a:r>
          </a:p>
        </p:txBody>
      </p:sp>
      <p:pic>
        <p:nvPicPr>
          <p:cNvPr id="5" name="Picture 4">
            <a:extLst>
              <a:ext uri="{FF2B5EF4-FFF2-40B4-BE49-F238E27FC236}">
                <a16:creationId xmlns:a16="http://schemas.microsoft.com/office/drawing/2014/main" id="{EC56E5E7-81F0-A136-0A37-70D58AEE6148}"/>
              </a:ext>
            </a:extLst>
          </p:cNvPr>
          <p:cNvPicPr>
            <a:picLocks noChangeAspect="1"/>
          </p:cNvPicPr>
          <p:nvPr/>
        </p:nvPicPr>
        <p:blipFill>
          <a:blip r:embed="rId2"/>
          <a:stretch>
            <a:fillRect/>
          </a:stretch>
        </p:blipFill>
        <p:spPr>
          <a:xfrm>
            <a:off x="6967194" y="5645092"/>
            <a:ext cx="4235777" cy="1212908"/>
          </a:xfrm>
          <a:prstGeom prst="rect">
            <a:avLst/>
          </a:prstGeom>
        </p:spPr>
      </p:pic>
    </p:spTree>
    <p:extLst>
      <p:ext uri="{BB962C8B-B14F-4D97-AF65-F5344CB8AC3E}">
        <p14:creationId xmlns:p14="http://schemas.microsoft.com/office/powerpoint/2010/main" val="11546966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3de9faa6-9fe1-49b3-9a08-227a296b54a6}" enabled="1" method="Privileged" siteId="{d5fe813e-0caa-432a-b2ac-d555aa91bd1c}" removed="0"/>
</clbl:labelList>
</file>

<file path=docProps/app.xml><?xml version="1.0" encoding="utf-8"?>
<Properties xmlns="http://schemas.openxmlformats.org/officeDocument/2006/extended-properties" xmlns:vt="http://schemas.openxmlformats.org/officeDocument/2006/docPropsVTypes">
  <TotalTime>1625</TotalTime>
  <Words>964</Words>
  <PresentationFormat>Widescreen</PresentationFormat>
  <Paragraphs>79</Paragraphs>
  <Slides>11</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Aptos</vt:lpstr>
      <vt:lpstr>Aptos Display</vt:lpstr>
      <vt:lpstr>Arial</vt:lpstr>
      <vt:lpstr>Calibri</vt:lpstr>
      <vt:lpstr>Segoe UI</vt:lpstr>
      <vt:lpstr>Wingdings</vt:lpstr>
      <vt:lpstr>Office Theme</vt:lpstr>
      <vt:lpstr>TAK Server - Federations</vt:lpstr>
      <vt:lpstr>TAK Server - Federations Intro</vt:lpstr>
      <vt:lpstr>TAK Server - Federation Setup</vt:lpstr>
      <vt:lpstr>TAK Server - Federation Setup - Firewall </vt:lpstr>
      <vt:lpstr>TAK Server - Federation Setup - Upload Federate Certificates</vt:lpstr>
      <vt:lpstr>TAK Server - Federation Setup - Making the Connection</vt:lpstr>
      <vt:lpstr>TAK Server - Federation Setup - Making the Connection</vt:lpstr>
      <vt:lpstr>TAK Server - Federation Setup - Making the Connection</vt:lpstr>
      <vt:lpstr>TAK Server - Federation Connection</vt:lpstr>
      <vt:lpstr>TAK Server - Mission Federation Disruption Tolerance </vt:lpstr>
      <vt:lpstr>TAK Server - Data Package and Mission File Blocker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2024-08-05T17:03:29Z</dcterms:created>
  <dcterms:modified xsi:type="dcterms:W3CDTF">2025-04-15T13:28:31Z</dcterms:modified>
</cp:coreProperties>
</file>
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F000C-62EC-FE4C-69DB-62675E11F5A0}" name="Hunt, Randall [USA]" initials="HR[" userId="S::640458@bah.com::89bfa2a9-2144-4bd6-ba22-d79ad51078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5A3D5-EAC0-4A3E-BD8F-51D3ED0C9BC5}" v="1" dt="2024-08-26T16:08:36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8A45A3D5-EAC0-4A3E-BD8F-51D3ED0C9BC5}"/>
    <pc:docChg chg="undo custSel addSld modSld sldOrd">
      <pc:chgData name="Hunt, Randall [USA]" userId="89bfa2a9-2144-4bd6-ba22-d79ad510780c" providerId="ADAL" clId="{8A45A3D5-EAC0-4A3E-BD8F-51D3ED0C9BC5}" dt="2024-08-26T16:58:16.545" v="3293" actId="113"/>
      <pc:docMkLst>
        <pc:docMk/>
      </pc:docMkLst>
      <pc:sldChg chg="addSp modSp mod">
        <pc:chgData name="Hunt, Randall [USA]" userId="89bfa2a9-2144-4bd6-ba22-d79ad510780c" providerId="ADAL" clId="{8A45A3D5-EAC0-4A3E-BD8F-51D3ED0C9BC5}" dt="2024-08-26T16:58:16.545" v="3293" actId="113"/>
        <pc:sldMkLst>
          <pc:docMk/>
          <pc:sldMk cId="3884669456" sldId="257"/>
        </pc:sldMkLst>
        <pc:spChg chg="mod">
          <ac:chgData name="Hunt, Randall [USA]" userId="89bfa2a9-2144-4bd6-ba22-d79ad510780c" providerId="ADAL" clId="{8A45A3D5-EAC0-4A3E-BD8F-51D3ED0C9BC5}" dt="2024-08-26T16:58:16.545" v="3293" actId="113"/>
          <ac:spMkLst>
            <pc:docMk/>
            <pc:sldMk cId="3884669456" sldId="257"/>
            <ac:spMk id="3" creationId="{03830D6C-3F72-7480-0F9C-1A935B425E21}"/>
          </ac:spMkLst>
        </pc:spChg>
        <pc:picChg chg="add mod">
          <ac:chgData name="Hunt, Randall [USA]" userId="89bfa2a9-2144-4bd6-ba22-d79ad510780c" providerId="ADAL" clId="{8A45A3D5-EAC0-4A3E-BD8F-51D3ED0C9BC5}" dt="2024-08-26T16:08:43.043" v="100" actId="1076"/>
          <ac:picMkLst>
            <pc:docMk/>
            <pc:sldMk cId="3884669456" sldId="257"/>
            <ac:picMk id="5" creationId="{978AC3E3-29ED-F8E6-820E-7A9334D77AF7}"/>
          </ac:picMkLst>
        </pc:picChg>
      </pc:sldChg>
      <pc:sldChg chg="modSp mod ord">
        <pc:chgData name="Hunt, Randall [USA]" userId="89bfa2a9-2144-4bd6-ba22-d79ad510780c" providerId="ADAL" clId="{8A45A3D5-EAC0-4A3E-BD8F-51D3ED0C9BC5}" dt="2024-08-26T16:54:02.502" v="2988" actId="20577"/>
        <pc:sldMkLst>
          <pc:docMk/>
          <pc:sldMk cId="1238719226" sldId="258"/>
        </pc:sldMkLst>
        <pc:spChg chg="mod">
          <ac:chgData name="Hunt, Randall [USA]" userId="89bfa2a9-2144-4bd6-ba22-d79ad510780c" providerId="ADAL" clId="{8A45A3D5-EAC0-4A3E-BD8F-51D3ED0C9BC5}" dt="2024-08-26T16:54:02.502" v="2988" actId="20577"/>
          <ac:spMkLst>
            <pc:docMk/>
            <pc:sldMk cId="1238719226" sldId="258"/>
            <ac:spMk id="3" creationId="{9750EF69-DCF1-59DA-676A-D593F2A3F6CB}"/>
          </ac:spMkLst>
        </pc:spChg>
      </pc:sldChg>
      <pc:sldChg chg="modSp mod">
        <pc:chgData name="Hunt, Randall [USA]" userId="89bfa2a9-2144-4bd6-ba22-d79ad510780c" providerId="ADAL" clId="{8A45A3D5-EAC0-4A3E-BD8F-51D3ED0C9BC5}" dt="2024-08-26T16:52:58.271" v="2979" actId="14100"/>
        <pc:sldMkLst>
          <pc:docMk/>
          <pc:sldMk cId="2169929910" sldId="260"/>
        </pc:sldMkLst>
        <pc:spChg chg="mod">
          <ac:chgData name="Hunt, Randall [USA]" userId="89bfa2a9-2144-4bd6-ba22-d79ad510780c" providerId="ADAL" clId="{8A45A3D5-EAC0-4A3E-BD8F-51D3ED0C9BC5}" dt="2024-08-26T16:52:58.271" v="2979" actId="14100"/>
          <ac:spMkLst>
            <pc:docMk/>
            <pc:sldMk cId="2169929910" sldId="260"/>
            <ac:spMk id="3" creationId="{01533E14-769A-C1A7-2B22-61E24C59DAC1}"/>
          </ac:spMkLst>
        </pc:spChg>
      </pc:sldChg>
      <pc:sldChg chg="modSp new mod ord">
        <pc:chgData name="Hunt, Randall [USA]" userId="89bfa2a9-2144-4bd6-ba22-d79ad510780c" providerId="ADAL" clId="{8A45A3D5-EAC0-4A3E-BD8F-51D3ED0C9BC5}" dt="2024-08-26T16:20:15.268" v="633" actId="113"/>
        <pc:sldMkLst>
          <pc:docMk/>
          <pc:sldMk cId="1370019979" sldId="261"/>
        </pc:sldMkLst>
        <pc:spChg chg="mod">
          <ac:chgData name="Hunt, Randall [USA]" userId="89bfa2a9-2144-4bd6-ba22-d79ad510780c" providerId="ADAL" clId="{8A45A3D5-EAC0-4A3E-BD8F-51D3ED0C9BC5}" dt="2024-08-26T16:09:34.992" v="158" actId="20577"/>
          <ac:spMkLst>
            <pc:docMk/>
            <pc:sldMk cId="1370019979" sldId="261"/>
            <ac:spMk id="2" creationId="{0338D704-3A19-9F9D-C2C8-1157C0F4F439}"/>
          </ac:spMkLst>
        </pc:spChg>
        <pc:spChg chg="mod">
          <ac:chgData name="Hunt, Randall [USA]" userId="89bfa2a9-2144-4bd6-ba22-d79ad510780c" providerId="ADAL" clId="{8A45A3D5-EAC0-4A3E-BD8F-51D3ED0C9BC5}" dt="2024-08-26T16:20:15.268" v="633" actId="113"/>
          <ac:spMkLst>
            <pc:docMk/>
            <pc:sldMk cId="1370019979" sldId="261"/>
            <ac:spMk id="3" creationId="{23200F73-0371-8808-2A11-E050411984FC}"/>
          </ac:spMkLst>
        </pc:spChg>
      </pc:sldChg>
      <pc:sldChg chg="modSp new mod">
        <pc:chgData name="Hunt, Randall [USA]" userId="89bfa2a9-2144-4bd6-ba22-d79ad510780c" providerId="ADAL" clId="{8A45A3D5-EAC0-4A3E-BD8F-51D3ED0C9BC5}" dt="2024-08-26T16:23:13.954" v="940" actId="113"/>
        <pc:sldMkLst>
          <pc:docMk/>
          <pc:sldMk cId="425691108" sldId="262"/>
        </pc:sldMkLst>
        <pc:spChg chg="mod">
          <ac:chgData name="Hunt, Randall [USA]" userId="89bfa2a9-2144-4bd6-ba22-d79ad510780c" providerId="ADAL" clId="{8A45A3D5-EAC0-4A3E-BD8F-51D3ED0C9BC5}" dt="2024-08-26T16:20:28.572" v="635"/>
          <ac:spMkLst>
            <pc:docMk/>
            <pc:sldMk cId="425691108" sldId="262"/>
            <ac:spMk id="2" creationId="{659B15ED-42B6-6118-2317-4D900F6E4969}"/>
          </ac:spMkLst>
        </pc:spChg>
        <pc:spChg chg="mod">
          <ac:chgData name="Hunt, Randall [USA]" userId="89bfa2a9-2144-4bd6-ba22-d79ad510780c" providerId="ADAL" clId="{8A45A3D5-EAC0-4A3E-BD8F-51D3ED0C9BC5}" dt="2024-08-26T16:23:13.954" v="940" actId="113"/>
          <ac:spMkLst>
            <pc:docMk/>
            <pc:sldMk cId="425691108" sldId="262"/>
            <ac:spMk id="3" creationId="{3223CEEE-F730-D4F2-3970-B8B47E68F128}"/>
          </ac:spMkLst>
        </pc:spChg>
      </pc:sldChg>
      <pc:sldChg chg="modSp new mod">
        <pc:chgData name="Hunt, Randall [USA]" userId="89bfa2a9-2144-4bd6-ba22-d79ad510780c" providerId="ADAL" clId="{8A45A3D5-EAC0-4A3E-BD8F-51D3ED0C9BC5}" dt="2024-08-26T16:29:43.293" v="1519" actId="27636"/>
        <pc:sldMkLst>
          <pc:docMk/>
          <pc:sldMk cId="4145058327" sldId="263"/>
        </pc:sldMkLst>
        <pc:spChg chg="mod">
          <ac:chgData name="Hunt, Randall [USA]" userId="89bfa2a9-2144-4bd6-ba22-d79ad510780c" providerId="ADAL" clId="{8A45A3D5-EAC0-4A3E-BD8F-51D3ED0C9BC5}" dt="2024-08-26T16:23:25.905" v="942"/>
          <ac:spMkLst>
            <pc:docMk/>
            <pc:sldMk cId="4145058327" sldId="263"/>
            <ac:spMk id="2" creationId="{1FD04446-171F-EB86-EEAC-5F459AAD41B9}"/>
          </ac:spMkLst>
        </pc:spChg>
        <pc:spChg chg="mod">
          <ac:chgData name="Hunt, Randall [USA]" userId="89bfa2a9-2144-4bd6-ba22-d79ad510780c" providerId="ADAL" clId="{8A45A3D5-EAC0-4A3E-BD8F-51D3ED0C9BC5}" dt="2024-08-26T16:29:43.293" v="1519" actId="27636"/>
          <ac:spMkLst>
            <pc:docMk/>
            <pc:sldMk cId="4145058327" sldId="263"/>
            <ac:spMk id="3" creationId="{94CCDBCA-6CFE-DDD8-5C7C-C265B24B5E20}"/>
          </ac:spMkLst>
        </pc:spChg>
      </pc:sldChg>
      <pc:sldChg chg="modSp new mod addCm delCm">
        <pc:chgData name="Hunt, Randall [USA]" userId="89bfa2a9-2144-4bd6-ba22-d79ad510780c" providerId="ADAL" clId="{8A45A3D5-EAC0-4A3E-BD8F-51D3ED0C9BC5}" dt="2024-08-26T16:41:23.437" v="2342"/>
        <pc:sldMkLst>
          <pc:docMk/>
          <pc:sldMk cId="1720598782" sldId="264"/>
        </pc:sldMkLst>
        <pc:spChg chg="mod">
          <ac:chgData name="Hunt, Randall [USA]" userId="89bfa2a9-2144-4bd6-ba22-d79ad510780c" providerId="ADAL" clId="{8A45A3D5-EAC0-4A3E-BD8F-51D3ED0C9BC5}" dt="2024-08-26T16:29:50.855" v="1521"/>
          <ac:spMkLst>
            <pc:docMk/>
            <pc:sldMk cId="1720598782" sldId="264"/>
            <ac:spMk id="2" creationId="{DB2B6113-E591-35BD-522D-330CFDE6C068}"/>
          </ac:spMkLst>
        </pc:spChg>
        <pc:spChg chg="mod">
          <ac:chgData name="Hunt, Randall [USA]" userId="89bfa2a9-2144-4bd6-ba22-d79ad510780c" providerId="ADAL" clId="{8A45A3D5-EAC0-4A3E-BD8F-51D3ED0C9BC5}" dt="2024-08-26T16:33:36.606" v="1838" actId="113"/>
          <ac:spMkLst>
            <pc:docMk/>
            <pc:sldMk cId="1720598782" sldId="264"/>
            <ac:spMk id="3" creationId="{B01D55B9-2487-CF2F-F80B-147640405D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Hunt, Randall [USA]" userId="89bfa2a9-2144-4bd6-ba22-d79ad510780c" providerId="ADAL" clId="{8A45A3D5-EAC0-4A3E-BD8F-51D3ED0C9BC5}" dt="2024-08-26T16:41:23.437" v="2342"/>
              <pc2:cmMkLst xmlns:pc2="http://schemas.microsoft.com/office/powerpoint/2019/9/main/command">
                <pc:docMk/>
                <pc:sldMk cId="1720598782" sldId="264"/>
                <pc2:cmMk id="{DA6A74C1-1B62-4B15-A2AA-2698EFAF8B48}"/>
              </pc2:cmMkLst>
            </pc226:cmChg>
          </p:ext>
        </pc:extLst>
      </pc:sldChg>
      <pc:sldChg chg="modSp new mod">
        <pc:chgData name="Hunt, Randall [USA]" userId="89bfa2a9-2144-4bd6-ba22-d79ad510780c" providerId="ADAL" clId="{8A45A3D5-EAC0-4A3E-BD8F-51D3ED0C9BC5}" dt="2024-08-26T16:35:27.687" v="2038" actId="1076"/>
        <pc:sldMkLst>
          <pc:docMk/>
          <pc:sldMk cId="2997087154" sldId="265"/>
        </pc:sldMkLst>
        <pc:spChg chg="mod">
          <ac:chgData name="Hunt, Randall [USA]" userId="89bfa2a9-2144-4bd6-ba22-d79ad510780c" providerId="ADAL" clId="{8A45A3D5-EAC0-4A3E-BD8F-51D3ED0C9BC5}" dt="2024-08-26T16:35:27.687" v="2038" actId="1076"/>
          <ac:spMkLst>
            <pc:docMk/>
            <pc:sldMk cId="2997087154" sldId="265"/>
            <ac:spMk id="2" creationId="{B869AADF-5151-85D6-2DC5-4B2796B49058}"/>
          </ac:spMkLst>
        </pc:spChg>
        <pc:spChg chg="mod">
          <ac:chgData name="Hunt, Randall [USA]" userId="89bfa2a9-2144-4bd6-ba22-d79ad510780c" providerId="ADAL" clId="{8A45A3D5-EAC0-4A3E-BD8F-51D3ED0C9BC5}" dt="2024-08-26T16:35:25.160" v="2036" actId="113"/>
          <ac:spMkLst>
            <pc:docMk/>
            <pc:sldMk cId="2997087154" sldId="265"/>
            <ac:spMk id="3" creationId="{E71B9D77-A63E-DA7A-7EE2-2E7D765967CB}"/>
          </ac:spMkLst>
        </pc:spChg>
      </pc:sldChg>
      <pc:sldChg chg="modSp new mod">
        <pc:chgData name="Hunt, Randall [USA]" userId="89bfa2a9-2144-4bd6-ba22-d79ad510780c" providerId="ADAL" clId="{8A45A3D5-EAC0-4A3E-BD8F-51D3ED0C9BC5}" dt="2024-08-26T16:38:14.446" v="2340" actId="113"/>
        <pc:sldMkLst>
          <pc:docMk/>
          <pc:sldMk cId="2225370575" sldId="266"/>
        </pc:sldMkLst>
        <pc:spChg chg="mod">
          <ac:chgData name="Hunt, Randall [USA]" userId="89bfa2a9-2144-4bd6-ba22-d79ad510780c" providerId="ADAL" clId="{8A45A3D5-EAC0-4A3E-BD8F-51D3ED0C9BC5}" dt="2024-08-26T16:35:33.614" v="2040"/>
          <ac:spMkLst>
            <pc:docMk/>
            <pc:sldMk cId="2225370575" sldId="266"/>
            <ac:spMk id="2" creationId="{CC8839AE-828E-CA77-F422-683C19D4D46F}"/>
          </ac:spMkLst>
        </pc:spChg>
        <pc:spChg chg="mod">
          <ac:chgData name="Hunt, Randall [USA]" userId="89bfa2a9-2144-4bd6-ba22-d79ad510780c" providerId="ADAL" clId="{8A45A3D5-EAC0-4A3E-BD8F-51D3ED0C9BC5}" dt="2024-08-26T16:38:14.446" v="2340" actId="113"/>
          <ac:spMkLst>
            <pc:docMk/>
            <pc:sldMk cId="2225370575" sldId="266"/>
            <ac:spMk id="3" creationId="{ACB97DDB-19C2-A337-894A-F7B62369FA32}"/>
          </ac:spMkLst>
        </pc:spChg>
      </pc:sldChg>
      <pc:sldChg chg="modSp new mod">
        <pc:chgData name="Hunt, Randall [USA]" userId="89bfa2a9-2144-4bd6-ba22-d79ad510780c" providerId="ADAL" clId="{8A45A3D5-EAC0-4A3E-BD8F-51D3ED0C9BC5}" dt="2024-08-26T16:49:46.633" v="2699" actId="27636"/>
        <pc:sldMkLst>
          <pc:docMk/>
          <pc:sldMk cId="2123745827" sldId="267"/>
        </pc:sldMkLst>
        <pc:spChg chg="mod">
          <ac:chgData name="Hunt, Randall [USA]" userId="89bfa2a9-2144-4bd6-ba22-d79ad510780c" providerId="ADAL" clId="{8A45A3D5-EAC0-4A3E-BD8F-51D3ED0C9BC5}" dt="2024-08-26T16:41:47.271" v="2344"/>
          <ac:spMkLst>
            <pc:docMk/>
            <pc:sldMk cId="2123745827" sldId="267"/>
            <ac:spMk id="2" creationId="{08D3C644-4088-824F-C5BB-DAA77AA4B0D3}"/>
          </ac:spMkLst>
        </pc:spChg>
        <pc:spChg chg="mod">
          <ac:chgData name="Hunt, Randall [USA]" userId="89bfa2a9-2144-4bd6-ba22-d79ad510780c" providerId="ADAL" clId="{8A45A3D5-EAC0-4A3E-BD8F-51D3ED0C9BC5}" dt="2024-08-26T16:49:46.633" v="2699" actId="27636"/>
          <ac:spMkLst>
            <pc:docMk/>
            <pc:sldMk cId="2123745827" sldId="267"/>
            <ac:spMk id="3" creationId="{E6AA15EE-54BD-668B-CC5B-C0DC50367491}"/>
          </ac:spMkLst>
        </pc:spChg>
      </pc:sldChg>
      <pc:sldChg chg="modSp new mod">
        <pc:chgData name="Hunt, Randall [USA]" userId="89bfa2a9-2144-4bd6-ba22-d79ad510780c" providerId="ADAL" clId="{8A45A3D5-EAC0-4A3E-BD8F-51D3ED0C9BC5}" dt="2024-08-26T16:51:45.726" v="2923" actId="27636"/>
        <pc:sldMkLst>
          <pc:docMk/>
          <pc:sldMk cId="2713401418" sldId="268"/>
        </pc:sldMkLst>
        <pc:spChg chg="mod">
          <ac:chgData name="Hunt, Randall [USA]" userId="89bfa2a9-2144-4bd6-ba22-d79ad510780c" providerId="ADAL" clId="{8A45A3D5-EAC0-4A3E-BD8F-51D3ED0C9BC5}" dt="2024-08-26T16:49:56.262" v="2701"/>
          <ac:spMkLst>
            <pc:docMk/>
            <pc:sldMk cId="2713401418" sldId="268"/>
            <ac:spMk id="2" creationId="{238F2169-05D7-0A1A-F0BD-C17173E1724E}"/>
          </ac:spMkLst>
        </pc:spChg>
        <pc:spChg chg="mod">
          <ac:chgData name="Hunt, Randall [USA]" userId="89bfa2a9-2144-4bd6-ba22-d79ad510780c" providerId="ADAL" clId="{8A45A3D5-EAC0-4A3E-BD8F-51D3ED0C9BC5}" dt="2024-08-26T16:51:45.726" v="2923" actId="27636"/>
          <ac:spMkLst>
            <pc:docMk/>
            <pc:sldMk cId="2713401418" sldId="268"/>
            <ac:spMk id="3" creationId="{E45F4D92-668D-1248-950F-930C24E0F879}"/>
          </ac:spMkLst>
        </pc:spChg>
      </pc:sldChg>
    </pc:docChg>
  </pc:docChgLst>
  <pc:docChgLst>
    <pc:chgData name="Randall Hunt" userId="4c55b6c8-20fa-4fc5-ad69-633eabcdc40e" providerId="ADAL" clId="{145D6DAE-8EE0-4023-8783-B49DDE4149F4}"/>
    <pc:docChg chg="undo custSel addSld modSld">
      <pc:chgData name="Randall Hunt" userId="4c55b6c8-20fa-4fc5-ad69-633eabcdc40e" providerId="ADAL" clId="{145D6DAE-8EE0-4023-8783-B49DDE4149F4}" dt="2024-08-02T18:22:33.047" v="2545" actId="20577"/>
      <pc:docMkLst>
        <pc:docMk/>
      </pc:docMkLst>
      <pc:sldChg chg="modSp mod">
        <pc:chgData name="Randall Hunt" userId="4c55b6c8-20fa-4fc5-ad69-633eabcdc40e" providerId="ADAL" clId="{145D6DAE-8EE0-4023-8783-B49DDE4149F4}" dt="2024-08-02T18:22:33.047" v="2545" actId="20577"/>
        <pc:sldMkLst>
          <pc:docMk/>
          <pc:sldMk cId="2529674700" sldId="256"/>
        </pc:sldMkLst>
        <pc:spChg chg="mod">
          <ac:chgData name="Randall Hunt" userId="4c55b6c8-20fa-4fc5-ad69-633eabcdc40e" providerId="ADAL" clId="{145D6DAE-8EE0-4023-8783-B49DDE4149F4}" dt="2024-07-31T18:15:57.155" v="46" actId="20577"/>
          <ac:spMkLst>
            <pc:docMk/>
            <pc:sldMk cId="2529674700" sldId="256"/>
            <ac:spMk id="2" creationId="{84B7E209-990F-D031-CC74-2FC500C88FA3}"/>
          </ac:spMkLst>
        </pc:spChg>
        <pc:spChg chg="mod">
          <ac:chgData name="Randall Hunt" userId="4c55b6c8-20fa-4fc5-ad69-633eabcdc40e" providerId="ADAL" clId="{145D6DAE-8EE0-4023-8783-B49DDE4149F4}" dt="2024-08-02T18:22:33.047" v="2545" actId="20577"/>
          <ac:spMkLst>
            <pc:docMk/>
            <pc:sldMk cId="2529674700" sldId="256"/>
            <ac:spMk id="3" creationId="{B18D4E6B-A6DD-F58F-C03A-6394986A62E6}"/>
          </ac:spMkLst>
        </pc:spChg>
      </pc:sldChg>
      <pc:sldChg chg="modSp new mod">
        <pc:chgData name="Randall Hunt" userId="4c55b6c8-20fa-4fc5-ad69-633eabcdc40e" providerId="ADAL" clId="{145D6DAE-8EE0-4023-8783-B49DDE4149F4}" dt="2024-07-31T18:19:43.575" v="505" actId="27636"/>
        <pc:sldMkLst>
          <pc:docMk/>
          <pc:sldMk cId="3884669456" sldId="257"/>
        </pc:sldMkLst>
        <pc:spChg chg="mod">
          <ac:chgData name="Randall Hunt" userId="4c55b6c8-20fa-4fc5-ad69-633eabcdc40e" providerId="ADAL" clId="{145D6DAE-8EE0-4023-8783-B49DDE4149F4}" dt="2024-07-31T18:16:53.750" v="107" actId="20577"/>
          <ac:spMkLst>
            <pc:docMk/>
            <pc:sldMk cId="3884669456" sldId="257"/>
            <ac:spMk id="2" creationId="{892A286F-60D8-B3FA-5B0E-22F5DBF5A5AF}"/>
          </ac:spMkLst>
        </pc:spChg>
        <pc:spChg chg="mod">
          <ac:chgData name="Randall Hunt" userId="4c55b6c8-20fa-4fc5-ad69-633eabcdc40e" providerId="ADAL" clId="{145D6DAE-8EE0-4023-8783-B49DDE4149F4}" dt="2024-07-31T18:19:43.575" v="505" actId="27636"/>
          <ac:spMkLst>
            <pc:docMk/>
            <pc:sldMk cId="3884669456" sldId="257"/>
            <ac:spMk id="3" creationId="{03830D6C-3F72-7480-0F9C-1A935B425E21}"/>
          </ac:spMkLst>
        </pc:spChg>
      </pc:sldChg>
      <pc:sldChg chg="modSp new mod">
        <pc:chgData name="Randall Hunt" userId="4c55b6c8-20fa-4fc5-ad69-633eabcdc40e" providerId="ADAL" clId="{145D6DAE-8EE0-4023-8783-B49DDE4149F4}" dt="2024-07-31T18:38:28.148" v="954" actId="20577"/>
        <pc:sldMkLst>
          <pc:docMk/>
          <pc:sldMk cId="1238719226" sldId="258"/>
        </pc:sldMkLst>
        <pc:spChg chg="mod">
          <ac:chgData name="Randall Hunt" userId="4c55b6c8-20fa-4fc5-ad69-633eabcdc40e" providerId="ADAL" clId="{145D6DAE-8EE0-4023-8783-B49DDE4149F4}" dt="2024-07-31T18:37:02.406" v="619" actId="20577"/>
          <ac:spMkLst>
            <pc:docMk/>
            <pc:sldMk cId="1238719226" sldId="258"/>
            <ac:spMk id="2" creationId="{54416333-10BE-BEA8-CC6D-D5CC97538C7B}"/>
          </ac:spMkLst>
        </pc:spChg>
        <pc:spChg chg="mod">
          <ac:chgData name="Randall Hunt" userId="4c55b6c8-20fa-4fc5-ad69-633eabcdc40e" providerId="ADAL" clId="{145D6DAE-8EE0-4023-8783-B49DDE4149F4}" dt="2024-07-31T18:38:28.148" v="954" actId="20577"/>
          <ac:spMkLst>
            <pc:docMk/>
            <pc:sldMk cId="1238719226" sldId="258"/>
            <ac:spMk id="3" creationId="{9750EF69-DCF1-59DA-676A-D593F2A3F6CB}"/>
          </ac:spMkLst>
        </pc:spChg>
      </pc:sldChg>
      <pc:sldChg chg="addSp modSp new mod">
        <pc:chgData name="Randall Hunt" userId="4c55b6c8-20fa-4fc5-ad69-633eabcdc40e" providerId="ADAL" clId="{145D6DAE-8EE0-4023-8783-B49DDE4149F4}" dt="2024-07-31T18:43:05.924" v="1700" actId="1076"/>
        <pc:sldMkLst>
          <pc:docMk/>
          <pc:sldMk cId="3979334002" sldId="259"/>
        </pc:sldMkLst>
        <pc:spChg chg="mod">
          <ac:chgData name="Randall Hunt" userId="4c55b6c8-20fa-4fc5-ad69-633eabcdc40e" providerId="ADAL" clId="{145D6DAE-8EE0-4023-8783-B49DDE4149F4}" dt="2024-07-31T18:38:50.277" v="987" actId="20577"/>
          <ac:spMkLst>
            <pc:docMk/>
            <pc:sldMk cId="3979334002" sldId="259"/>
            <ac:spMk id="2" creationId="{00EAAE3F-E0A9-5906-5DD1-DF619FF61815}"/>
          </ac:spMkLst>
        </pc:spChg>
        <pc:spChg chg="mod">
          <ac:chgData name="Randall Hunt" userId="4c55b6c8-20fa-4fc5-ad69-633eabcdc40e" providerId="ADAL" clId="{145D6DAE-8EE0-4023-8783-B49DDE4149F4}" dt="2024-07-31T18:43:00.815" v="1699" actId="27636"/>
          <ac:spMkLst>
            <pc:docMk/>
            <pc:sldMk cId="3979334002" sldId="259"/>
            <ac:spMk id="3" creationId="{BD83D890-8BDF-1397-77BF-AF92F36256A7}"/>
          </ac:spMkLst>
        </pc:spChg>
        <pc:picChg chg="add mod">
          <ac:chgData name="Randall Hunt" userId="4c55b6c8-20fa-4fc5-ad69-633eabcdc40e" providerId="ADAL" clId="{145D6DAE-8EE0-4023-8783-B49DDE4149F4}" dt="2024-07-31T18:43:05.924" v="1700" actId="1076"/>
          <ac:picMkLst>
            <pc:docMk/>
            <pc:sldMk cId="3979334002" sldId="259"/>
            <ac:picMk id="5" creationId="{62C0B094-2634-1E5D-1FBB-ADDA713F603D}"/>
          </ac:picMkLst>
        </pc:picChg>
      </pc:sldChg>
      <pc:sldChg chg="modSp new mod">
        <pc:chgData name="Randall Hunt" userId="4c55b6c8-20fa-4fc5-ad69-633eabcdc40e" providerId="ADAL" clId="{145D6DAE-8EE0-4023-8783-B49DDE4149F4}" dt="2024-07-31T18:59:14.157" v="2535" actId="20577"/>
        <pc:sldMkLst>
          <pc:docMk/>
          <pc:sldMk cId="2169929910" sldId="260"/>
        </pc:sldMkLst>
        <pc:spChg chg="mod">
          <ac:chgData name="Randall Hunt" userId="4c55b6c8-20fa-4fc5-ad69-633eabcdc40e" providerId="ADAL" clId="{145D6DAE-8EE0-4023-8783-B49DDE4149F4}" dt="2024-07-31T18:55:28.056" v="1749" actId="20577"/>
          <ac:spMkLst>
            <pc:docMk/>
            <pc:sldMk cId="2169929910" sldId="260"/>
            <ac:spMk id="2" creationId="{270A62CD-1790-7582-4768-EC354B5708E0}"/>
          </ac:spMkLst>
        </pc:spChg>
        <pc:spChg chg="mod">
          <ac:chgData name="Randall Hunt" userId="4c55b6c8-20fa-4fc5-ad69-633eabcdc40e" providerId="ADAL" clId="{145D6DAE-8EE0-4023-8783-B49DDE4149F4}" dt="2024-07-31T18:59:14.157" v="2535" actId="20577"/>
          <ac:spMkLst>
            <pc:docMk/>
            <pc:sldMk cId="2169929910" sldId="260"/>
            <ac:spMk id="3" creationId="{01533E14-769A-C1A7-2B22-61E24C59DA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2E42-6119-32B1-57DF-DF6B5E5FA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F508C-C5BE-35BD-E4DE-1754A989B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1F792-F6F8-3EEB-25A5-1491E9A5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AF3E2-2B4E-1422-D930-143D87F0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3EDF7-FF81-4F45-6BC7-2CB3EE15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6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8A33-B04F-9520-2491-8D69E463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9B56D-B1BB-CCBC-44EC-54E0A730A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99F05-5308-510F-AADB-E04E44D9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C3EEF-20D3-A702-809D-7EBC2491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DC4E4-EC63-8628-086E-E873888A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0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9FB4-3FA9-1DB5-D76E-C3268E6D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EED36-0E50-BA0A-228E-F7D187A8F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85AB6-E097-A2CE-3717-1CE9AAEE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6C34E-6793-7925-996D-2FF49D64F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198AD-B338-1738-E934-DA7AEB6D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C0A6-0D80-4B7D-98CE-8E0A0E7C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B948-3012-7B5F-FA0A-CF75DF828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C7304-A60D-674E-6F68-E5837578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DD859-D7DA-0CBD-4CF0-46819B30B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F5801-C87A-DD9B-2F41-3E3DD32A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D9625-CC7D-B34D-3548-55B6D364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2D5F-9C81-0EF7-2580-B5439266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BB8D1-594A-1F22-D8DF-4B5F9453F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79E8E-1DAD-607B-2852-21C93C8AD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108BA-30DA-E40B-11F6-527CCDC8B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97E3B-5D82-8CF0-FB6F-AFD18D94D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DC598-DF1D-3351-AE78-C5FDDC65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C6F3D-8B0C-65D4-FB05-CA41EC138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FC86DF-F0C5-A8BB-48C5-BF408917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6216-13E4-06EF-AAFF-391CFF5B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EF235-8ABD-3FB4-62EF-BE2D875E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CEBD7-0C63-AB7A-2757-B377A5E2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6F3D4-2827-1958-631E-C164F015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4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810CF-5253-18ED-3850-D0334E2E5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A9349-36E3-9AC7-434F-E91A34DC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E4B84-FFA4-9EB6-B6D2-9CF2D7DA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8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7B0A-F2F4-8C17-067D-4EEC107D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1A88-9161-7F18-94BF-1F7BB4C9D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2B607-9B03-9920-C26C-CCA0E82A1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2C861-05C1-F8B9-BD8E-155E56AF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9E89E-7D2A-76B5-E1C0-337B5735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45BD2-9043-1EF2-CFAA-55AC4E06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C32B-5381-E81A-8B82-40A10BE2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A08C6C-1C75-A0CB-6A4C-EEB44E9EC9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68F6E-1E62-F538-9946-6312EBF36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878F3-063F-81E7-E2B6-FAF168D1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E832F-3956-2E08-2AA9-5BEC355B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66D95-D1DC-FFBE-49D3-C94C7C87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5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5BBA-304A-31D5-A8C2-2AD12B25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D3B7C-CFB8-236F-2656-4C7A51186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CE685-FFCB-39CB-93F1-CA69A9CA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E4799-ED56-BA3E-8943-CE9032CA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0144-6CBA-1461-551F-EB130BB9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8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6A5E4-C088-F195-5CCF-4698A8F53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222B3-7F55-2654-2B6F-19C80F592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6DF02-58F0-42F8-CFB0-AA4CFFD1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B0A80-1125-9FB6-D405-5F902BC7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A7629-5CBE-F561-F6C7-C79EBF4A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0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277111-C6A5-A997-BACD-7B4E7FEFC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B2E0A-85E3-1EF3-8C1A-9C15BFB63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267B7-67FD-83C8-22D9-4867FD4B5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EC2A6-049F-420D-84F9-9229A8E335E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609EA-A824-32B5-7B13-35C7423EC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55C5D-FABF-2DBB-D75B-A7C82E0DD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6A5FE-5220-476F-91C6-1612DE7FA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3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drive/folders/1y3nhDPP0UgbdtfyUmYyTP0slfSGdxio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E209-990F-D031-CC74-2FC500C88F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 Server Public Facing Domain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D4E6B-A6DD-F58F-C03A-6394986A62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Advanced: This </a:t>
            </a:r>
            <a:r>
              <a:rPr lang="en-US" dirty="0"/>
              <a:t>needs to be done on a real server</a:t>
            </a:r>
          </a:p>
        </p:txBody>
      </p:sp>
    </p:spTree>
    <p:extLst>
      <p:ext uri="{BB962C8B-B14F-4D97-AF65-F5344CB8AC3E}">
        <p14:creationId xmlns:p14="http://schemas.microsoft.com/office/powerpoint/2010/main" val="2529674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6333-10BE-BEA8-CC6D-D5CC9753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the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0EF69-DCF1-59DA-676A-D593F2A3F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the server service you use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my products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your domain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manage DNS</a:t>
            </a:r>
          </a:p>
          <a:p>
            <a:pPr lvl="1"/>
            <a:r>
              <a:rPr lang="en-US" dirty="0"/>
              <a:t>Select “Add New Records”</a:t>
            </a:r>
          </a:p>
          <a:p>
            <a:pPr lvl="1"/>
            <a:r>
              <a:rPr lang="en-US" dirty="0"/>
              <a:t>Type: A</a:t>
            </a:r>
          </a:p>
          <a:p>
            <a:pPr lvl="1"/>
            <a:r>
              <a:rPr lang="en-US" dirty="0"/>
              <a:t>Name: choose a name</a:t>
            </a:r>
          </a:p>
          <a:p>
            <a:pPr lvl="1"/>
            <a:r>
              <a:rPr lang="en-US" dirty="0"/>
              <a:t>IP Address: the IP address of your server</a:t>
            </a:r>
          </a:p>
          <a:p>
            <a:pPr lvl="1"/>
            <a:r>
              <a:rPr lang="en-US" dirty="0"/>
              <a:t>Select save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719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286F-60D8-B3FA-5B0E-22F5DBF5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30D6C-3F72-7480-0F9C-1A935B425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769"/>
            <a:ext cx="10515600" cy="477019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following steps are for the use of the downloaded scripts:</a:t>
            </a:r>
          </a:p>
          <a:p>
            <a:pPr lvl="1"/>
            <a:r>
              <a:rPr lang="en-US" dirty="0">
                <a:hlinkClick r:id="rId2"/>
              </a:rPr>
              <a:t>https://drive.google.com/drive/folders/1y3nhDPP0UgbdtfyUmYyTP0slfSGdxiol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SSH into you TAK Server</a:t>
            </a:r>
          </a:p>
          <a:p>
            <a:r>
              <a:rPr lang="en-US" dirty="0"/>
              <a:t>If the scripts aren’t downloaded, download them to the base directory </a:t>
            </a:r>
          </a:p>
          <a:p>
            <a:pPr lvl="1"/>
            <a:r>
              <a:rPr lang="en-US" b="1" dirty="0"/>
              <a:t>cd ~</a:t>
            </a:r>
          </a:p>
          <a:p>
            <a:pPr lvl="1"/>
            <a:r>
              <a:rPr lang="en-US" dirty="0"/>
              <a:t>From the local system open a terminal to the files download location</a:t>
            </a:r>
          </a:p>
          <a:p>
            <a:pPr lvl="2"/>
            <a:r>
              <a:rPr lang="en-US" b="1" dirty="0" err="1"/>
              <a:t>scp</a:t>
            </a:r>
            <a:r>
              <a:rPr lang="en-US" b="1" dirty="0"/>
              <a:t> &lt;file&gt; &lt;username&gt;@&lt;IP address&gt;:~/</a:t>
            </a:r>
          </a:p>
          <a:p>
            <a:r>
              <a:rPr lang="en-US" dirty="0"/>
              <a:t>Que the </a:t>
            </a:r>
            <a:r>
              <a:rPr lang="en-US" dirty="0" err="1"/>
              <a:t>LetsEncrypt</a:t>
            </a:r>
            <a:r>
              <a:rPr lang="en-US" dirty="0"/>
              <a:t> Script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chmod</a:t>
            </a:r>
            <a:r>
              <a:rPr lang="en-US" b="1" dirty="0"/>
              <a:t> +x takserver_createLECerts.sh</a:t>
            </a:r>
          </a:p>
          <a:p>
            <a:r>
              <a:rPr lang="en-US" dirty="0"/>
              <a:t>Enter the password for the </a:t>
            </a:r>
            <a:r>
              <a:rPr lang="en-US" dirty="0" err="1"/>
              <a:t>atak</a:t>
            </a:r>
            <a:r>
              <a:rPr lang="en-US" dirty="0"/>
              <a:t> user if asked</a:t>
            </a:r>
          </a:p>
          <a:p>
            <a:pPr lvl="1"/>
            <a:r>
              <a:rPr lang="en-US" b="1" dirty="0" err="1"/>
              <a:t>atakatak</a:t>
            </a:r>
            <a:endParaRPr lang="en-US" b="1" dirty="0"/>
          </a:p>
          <a:p>
            <a:r>
              <a:rPr lang="en-US" dirty="0"/>
              <a:t>Execute script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./takserver_createLECerts.sh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AC3E3-29ED-F8E6-820E-7A9334D77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1" y="1989627"/>
            <a:ext cx="5801535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6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AE3F-E0A9-5906-5DD1-DF619FF6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DNS to your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D890-8BDF-1397-77BF-AF92F362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691"/>
            <a:ext cx="10515600" cy="32419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From the command line: </a:t>
            </a:r>
          </a:p>
          <a:p>
            <a:pPr lvl="1"/>
            <a:r>
              <a:rPr lang="en-US" dirty="0"/>
              <a:t>Prompted to enter a email so it can get ahold of you: &lt;your email&gt;</a:t>
            </a:r>
          </a:p>
          <a:p>
            <a:pPr lvl="1"/>
            <a:r>
              <a:rPr lang="en-US" dirty="0"/>
              <a:t>Agree to the terms of service: y</a:t>
            </a:r>
          </a:p>
          <a:p>
            <a:pPr lvl="1"/>
            <a:r>
              <a:rPr lang="en-US" dirty="0"/>
              <a:t>Sharing of email choose: y or n</a:t>
            </a:r>
          </a:p>
          <a:p>
            <a:pPr lvl="1"/>
            <a:r>
              <a:rPr lang="en-US" dirty="0"/>
              <a:t>Enter your domain name: &lt;name for the record&gt;.&lt;your domain&gt;.&lt;net,com,org,.</a:t>
            </a:r>
            <a:r>
              <a:rPr lang="en-US" dirty="0" err="1"/>
              <a:t>etc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Enter certificate name: &lt;usually good to keep it the same as the domain name.</a:t>
            </a:r>
          </a:p>
          <a:p>
            <a:pPr lvl="1"/>
            <a:r>
              <a:rPr lang="en-US" dirty="0"/>
              <a:t>If done right you will see the following: 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0B094-2634-1E5D-1FBB-ADDA713F6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70693"/>
            <a:ext cx="11079121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3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8D704-3A19-9F9D-C2C8-1157C0F4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 - 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00F73-0371-8808-2A11-E05041198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070"/>
            <a:ext cx="10515600" cy="50643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create a public facing domain for the TAK Server using the command line, run the following: </a:t>
            </a:r>
          </a:p>
          <a:p>
            <a:pPr lvl="1"/>
            <a:r>
              <a:rPr lang="en-US" dirty="0"/>
              <a:t>Install </a:t>
            </a:r>
            <a:r>
              <a:rPr lang="en-US" dirty="0" err="1"/>
              <a:t>snapd</a:t>
            </a:r>
            <a:endParaRPr lang="en-US" dirty="0"/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yum install </a:t>
            </a:r>
            <a:r>
              <a:rPr lang="en-US" b="1" dirty="0" err="1"/>
              <a:t>snapd</a:t>
            </a:r>
            <a:r>
              <a:rPr lang="en-US" b="1" dirty="0"/>
              <a:t> -y</a:t>
            </a:r>
          </a:p>
          <a:p>
            <a:pPr lvl="1"/>
            <a:r>
              <a:rPr lang="en-US" dirty="0"/>
              <a:t>Enable </a:t>
            </a:r>
            <a:r>
              <a:rPr lang="en-US" dirty="0" err="1"/>
              <a:t>snapd</a:t>
            </a:r>
            <a:endParaRPr lang="en-US" dirty="0"/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enable --now </a:t>
            </a:r>
            <a:r>
              <a:rPr lang="en-US" b="1" dirty="0" err="1"/>
              <a:t>snapd.socket</a:t>
            </a:r>
            <a:endParaRPr lang="en-US" b="1" dirty="0"/>
          </a:p>
          <a:p>
            <a:pPr lvl="1"/>
            <a:r>
              <a:rPr lang="en-US" dirty="0"/>
              <a:t>Create the symbolic link for snap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ln -s /var/lib/</a:t>
            </a:r>
            <a:r>
              <a:rPr lang="en-US" b="1" dirty="0" err="1"/>
              <a:t>snapd</a:t>
            </a:r>
            <a:r>
              <a:rPr lang="en-US" b="1" dirty="0"/>
              <a:t>/snap /snap</a:t>
            </a:r>
          </a:p>
          <a:p>
            <a:pPr lvl="1"/>
            <a:r>
              <a:rPr lang="en-US" dirty="0"/>
              <a:t>Configure the firewall by adding the necessary port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--zone=public --permanent --add-port=80/</a:t>
            </a:r>
            <a:r>
              <a:rPr lang="en-US" b="1" dirty="0" err="1"/>
              <a:t>tcp</a:t>
            </a:r>
            <a:endParaRPr lang="en-US" b="1" dirty="0"/>
          </a:p>
          <a:p>
            <a:pPr lvl="1"/>
            <a:r>
              <a:rPr lang="en-US" dirty="0"/>
              <a:t>Reload the firewall to accept the changes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--reload</a:t>
            </a:r>
          </a:p>
          <a:p>
            <a:pPr lvl="1"/>
            <a:r>
              <a:rPr lang="en-US" dirty="0"/>
              <a:t>Verify the firewall changes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--list-all</a:t>
            </a:r>
          </a:p>
        </p:txBody>
      </p:sp>
    </p:spTree>
    <p:extLst>
      <p:ext uri="{BB962C8B-B14F-4D97-AF65-F5344CB8AC3E}">
        <p14:creationId xmlns:p14="http://schemas.microsoft.com/office/powerpoint/2010/main" val="1370019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15ED-42B6-6118-2317-4D900F6E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 - 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3CEEE-F730-D4F2-3970-B8B47E68F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2"/>
            <a:ext cx="10515600" cy="4682271"/>
          </a:xfrm>
        </p:spPr>
        <p:txBody>
          <a:bodyPr/>
          <a:lstStyle/>
          <a:p>
            <a:r>
              <a:rPr lang="en-US" dirty="0"/>
              <a:t>Restart </a:t>
            </a:r>
            <a:r>
              <a:rPr lang="en-US" dirty="0" err="1"/>
              <a:t>snapd</a:t>
            </a:r>
            <a:r>
              <a:rPr lang="en-US" dirty="0"/>
              <a:t> and wait for the system to load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restart </a:t>
            </a:r>
            <a:r>
              <a:rPr lang="en-US" b="1" dirty="0" err="1"/>
              <a:t>snapd.seeded.service</a:t>
            </a:r>
            <a:endParaRPr lang="en-US" b="1" dirty="0"/>
          </a:p>
          <a:p>
            <a:pPr lvl="1"/>
            <a:r>
              <a:rPr lang="en-US" b="1" dirty="0"/>
              <a:t>snap wait system </a:t>
            </a:r>
            <a:r>
              <a:rPr lang="en-US" b="1" dirty="0" err="1"/>
              <a:t>seed.loaded</a:t>
            </a:r>
            <a:endParaRPr lang="en-US" b="1" dirty="0"/>
          </a:p>
          <a:p>
            <a:r>
              <a:rPr lang="en-US" dirty="0"/>
              <a:t>Using </a:t>
            </a:r>
            <a:r>
              <a:rPr lang="en-US" dirty="0" err="1"/>
              <a:t>snapd</a:t>
            </a:r>
            <a:r>
              <a:rPr lang="en-US" dirty="0"/>
              <a:t> install </a:t>
            </a:r>
            <a:r>
              <a:rPr lang="en-US" dirty="0" err="1"/>
              <a:t>certbot</a:t>
            </a:r>
            <a:endParaRPr lang="en-US" dirty="0"/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snap install --classic </a:t>
            </a:r>
            <a:r>
              <a:rPr lang="en-US" b="1" dirty="0" err="1"/>
              <a:t>certbot</a:t>
            </a:r>
            <a:endParaRPr lang="en-US" b="1" dirty="0"/>
          </a:p>
          <a:p>
            <a:r>
              <a:rPr lang="en-US" dirty="0"/>
              <a:t>Create the symbolic links to </a:t>
            </a:r>
            <a:r>
              <a:rPr lang="en-US" dirty="0" err="1"/>
              <a:t>certbot</a:t>
            </a:r>
            <a:r>
              <a:rPr lang="en-US" dirty="0"/>
              <a:t>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ln -s /snap/bin/</a:t>
            </a:r>
            <a:r>
              <a:rPr lang="en-US" b="1" dirty="0" err="1"/>
              <a:t>certbot</a:t>
            </a:r>
            <a:r>
              <a:rPr lang="en-US" b="1" dirty="0"/>
              <a:t> /</a:t>
            </a:r>
            <a:r>
              <a:rPr lang="en-US" b="1" dirty="0" err="1"/>
              <a:t>usr</a:t>
            </a:r>
            <a:r>
              <a:rPr lang="en-US" b="1" dirty="0"/>
              <a:t>/bin/</a:t>
            </a:r>
            <a:r>
              <a:rPr lang="en-US" b="1" dirty="0" err="1"/>
              <a:t>certbot</a:t>
            </a:r>
            <a:endParaRPr lang="en-US" b="1" dirty="0"/>
          </a:p>
          <a:p>
            <a:r>
              <a:rPr lang="en-US" dirty="0"/>
              <a:t>Begin our certificate signing process for the server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certbot</a:t>
            </a:r>
            <a:r>
              <a:rPr lang="en-US" b="1" dirty="0"/>
              <a:t> </a:t>
            </a:r>
            <a:r>
              <a:rPr lang="en-US" b="1" dirty="0" err="1"/>
              <a:t>certonly</a:t>
            </a:r>
            <a:r>
              <a:rPr lang="en-US" b="1" dirty="0"/>
              <a:t> --standalone</a:t>
            </a:r>
          </a:p>
        </p:txBody>
      </p:sp>
    </p:spTree>
    <p:extLst>
      <p:ext uri="{BB962C8B-B14F-4D97-AF65-F5344CB8AC3E}">
        <p14:creationId xmlns:p14="http://schemas.microsoft.com/office/powerpoint/2010/main" val="42569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4446-171F-EB86-EEAC-5F459AAD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 - 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CDBCA-6CFE-DDD8-5C7C-C265B24B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862"/>
            <a:ext cx="10515600" cy="46471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Fill in the following information as it pops up</a:t>
            </a:r>
          </a:p>
          <a:p>
            <a:pPr lvl="1"/>
            <a:r>
              <a:rPr lang="en-US" dirty="0"/>
              <a:t>Email address: &lt;your email address or c to cancel&gt; </a:t>
            </a:r>
          </a:p>
          <a:p>
            <a:pPr lvl="1"/>
            <a:r>
              <a:rPr lang="en-US" dirty="0"/>
              <a:t>Terms of Service: yes </a:t>
            </a:r>
          </a:p>
          <a:p>
            <a:pPr lvl="1"/>
            <a:r>
              <a:rPr lang="en-US" dirty="0"/>
              <a:t>Share email: yes or no</a:t>
            </a:r>
          </a:p>
          <a:p>
            <a:pPr lvl="1"/>
            <a:r>
              <a:rPr lang="en-US" dirty="0"/>
              <a:t>Enter domain name: ds.hunthideaway.net </a:t>
            </a:r>
            <a:r>
              <a:rPr lang="en-US" dirty="0">
                <a:sym typeface="Wingdings" panose="05000000000000000000" pitchFamily="2" charset="2"/>
              </a:rPr>
              <a:t> &lt;name&gt;.&lt;domain&gt;.&lt;</a:t>
            </a:r>
            <a:r>
              <a:rPr lang="en-US" dirty="0" err="1">
                <a:sym typeface="Wingdings" panose="05000000000000000000" pitchFamily="2" charset="2"/>
              </a:rPr>
              <a:t>com,net,org</a:t>
            </a:r>
            <a:r>
              <a:rPr lang="en-US" dirty="0">
                <a:sym typeface="Wingdings" panose="05000000000000000000" pitchFamily="2" charset="2"/>
              </a:rPr>
              <a:t>,...&gt;</a:t>
            </a:r>
            <a:endParaRPr lang="en-US" dirty="0"/>
          </a:p>
          <a:p>
            <a:pPr lvl="2"/>
            <a:r>
              <a:rPr lang="en-US" dirty="0"/>
              <a:t>&lt;domain name you setup for the domain you own, if you’d like to purchase one you can. This should’ve been setup in slide 2&gt; </a:t>
            </a:r>
          </a:p>
          <a:p>
            <a:r>
              <a:rPr lang="en-US" dirty="0"/>
              <a:t>Verify the new singed certificate by viewing its contents</a:t>
            </a:r>
          </a:p>
          <a:p>
            <a:pPr lvl="1"/>
            <a:r>
              <a:rPr lang="en-US" b="1" dirty="0"/>
              <a:t>read -p 'Certificate Name (FQDN) [ex: tak.domain.com]: ' </a:t>
            </a:r>
            <a:r>
              <a:rPr lang="en-US" b="1" dirty="0" err="1"/>
              <a:t>certNameVar</a:t>
            </a:r>
            <a:endParaRPr lang="en-US" b="1" dirty="0"/>
          </a:p>
          <a:p>
            <a:pPr lvl="1"/>
            <a:r>
              <a:rPr lang="en-US" b="1" dirty="0" err="1"/>
              <a:t>openssl</a:t>
            </a:r>
            <a:r>
              <a:rPr lang="en-US" b="1" dirty="0"/>
              <a:t> x509 -text -in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letsencrypt</a:t>
            </a:r>
            <a:r>
              <a:rPr lang="en-US" b="1" dirty="0"/>
              <a:t>/live/$</a:t>
            </a:r>
            <a:r>
              <a:rPr lang="en-US" b="1" dirty="0" err="1"/>
              <a:t>certNameVar</a:t>
            </a:r>
            <a:r>
              <a:rPr lang="en-US" b="1" dirty="0"/>
              <a:t>/</a:t>
            </a:r>
            <a:r>
              <a:rPr lang="en-US" b="1" dirty="0" err="1"/>
              <a:t>fullchain.pem</a:t>
            </a:r>
            <a:r>
              <a:rPr lang="en-US" b="1" dirty="0"/>
              <a:t> -</a:t>
            </a:r>
            <a:r>
              <a:rPr lang="en-US" b="1" dirty="0" err="1"/>
              <a:t>noout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4505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6113-E591-35BD-522D-330CFDE6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 - 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55B9-2487-CF2F-F80B-147640405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654"/>
            <a:ext cx="10515600" cy="4638309"/>
          </a:xfrm>
        </p:spPr>
        <p:txBody>
          <a:bodyPr/>
          <a:lstStyle/>
          <a:p>
            <a:r>
              <a:rPr lang="en-US" dirty="0"/>
              <a:t>Conduct a certificate renewal dry run</a:t>
            </a:r>
          </a:p>
          <a:p>
            <a:pPr lvl="1"/>
            <a:r>
              <a:rPr lang="en-US" sz="2000" b="1" dirty="0" err="1"/>
              <a:t>sudo</a:t>
            </a:r>
            <a:r>
              <a:rPr lang="en-US" sz="2000" b="1" dirty="0"/>
              <a:t> </a:t>
            </a:r>
            <a:r>
              <a:rPr lang="en-US" sz="2000" b="1" dirty="0" err="1"/>
              <a:t>certbot</a:t>
            </a:r>
            <a:r>
              <a:rPr lang="en-US" sz="2000" b="1" dirty="0"/>
              <a:t> renew --dry-run</a:t>
            </a:r>
          </a:p>
          <a:p>
            <a:r>
              <a:rPr lang="en-US" dirty="0"/>
              <a:t>Create our PKCS12 certificate from our signed cert and private key</a:t>
            </a:r>
          </a:p>
          <a:p>
            <a:pPr lvl="1"/>
            <a:r>
              <a:rPr lang="en-US" sz="2000" b="1" dirty="0" err="1"/>
              <a:t>sudo</a:t>
            </a:r>
            <a:r>
              <a:rPr lang="en-US" sz="2000" b="1" dirty="0"/>
              <a:t> </a:t>
            </a:r>
            <a:r>
              <a:rPr lang="en-US" sz="2000" b="1" dirty="0" err="1"/>
              <a:t>openssl</a:t>
            </a:r>
            <a:r>
              <a:rPr lang="en-US" sz="2000" b="1" dirty="0"/>
              <a:t> pkcs12 -export -in /</a:t>
            </a:r>
            <a:r>
              <a:rPr lang="en-US" sz="2000" b="1" dirty="0" err="1"/>
              <a:t>etc</a:t>
            </a:r>
            <a:r>
              <a:rPr lang="en-US" sz="2000" b="1" dirty="0"/>
              <a:t>/</a:t>
            </a:r>
            <a:r>
              <a:rPr lang="en-US" sz="2000" b="1" dirty="0" err="1"/>
              <a:t>letsencrypt</a:t>
            </a:r>
            <a:r>
              <a:rPr lang="en-US" sz="2000" b="1" dirty="0"/>
              <a:t>/live/$</a:t>
            </a:r>
            <a:r>
              <a:rPr lang="en-US" sz="2000" b="1" dirty="0" err="1"/>
              <a:t>certNameVar</a:t>
            </a:r>
            <a:r>
              <a:rPr lang="en-US" sz="2000" b="1" dirty="0"/>
              <a:t>/</a:t>
            </a:r>
            <a:r>
              <a:rPr lang="en-US" sz="2000" b="1" dirty="0" err="1"/>
              <a:t>fullchain.pem</a:t>
            </a:r>
            <a:r>
              <a:rPr lang="en-US" sz="2000" b="1" dirty="0"/>
              <a:t> -</a:t>
            </a:r>
            <a:r>
              <a:rPr lang="en-US" sz="2000" b="1" dirty="0" err="1"/>
              <a:t>inkey</a:t>
            </a:r>
            <a:r>
              <a:rPr lang="en-US" sz="2000" b="1" dirty="0"/>
              <a:t> /</a:t>
            </a:r>
            <a:r>
              <a:rPr lang="en-US" sz="2000" b="1" dirty="0" err="1"/>
              <a:t>etc</a:t>
            </a:r>
            <a:r>
              <a:rPr lang="en-US" sz="2000" b="1" dirty="0"/>
              <a:t>/</a:t>
            </a:r>
            <a:r>
              <a:rPr lang="en-US" sz="2000" b="1" dirty="0" err="1"/>
              <a:t>letsencrypt</a:t>
            </a:r>
            <a:r>
              <a:rPr lang="en-US" sz="2000" b="1" dirty="0"/>
              <a:t>/live/$</a:t>
            </a:r>
            <a:r>
              <a:rPr lang="en-US" sz="2000" b="1" dirty="0" err="1"/>
              <a:t>certNameVar</a:t>
            </a:r>
            <a:r>
              <a:rPr lang="en-US" sz="2000" b="1" dirty="0"/>
              <a:t>/</a:t>
            </a:r>
            <a:r>
              <a:rPr lang="en-US" sz="2000" b="1" dirty="0" err="1"/>
              <a:t>privkey.pem</a:t>
            </a:r>
            <a:r>
              <a:rPr lang="en-US" sz="2000" b="1" dirty="0"/>
              <a:t> -out takserver-le.p12 -name $</a:t>
            </a:r>
            <a:r>
              <a:rPr lang="en-US" sz="2000" b="1" dirty="0" err="1"/>
              <a:t>certNameVar</a:t>
            </a:r>
            <a:r>
              <a:rPr lang="en-US" sz="2000" b="1" dirty="0"/>
              <a:t> -password </a:t>
            </a:r>
            <a:r>
              <a:rPr lang="en-US" sz="2000" b="1" dirty="0" err="1"/>
              <a:t>pass:atakatak</a:t>
            </a:r>
            <a:endParaRPr lang="en-US" sz="2000" b="1" dirty="0"/>
          </a:p>
          <a:p>
            <a:pPr lvl="1"/>
            <a:r>
              <a:rPr lang="en-US" dirty="0"/>
              <a:t>You can view the contents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openssl</a:t>
            </a:r>
            <a:r>
              <a:rPr lang="en-US" b="1" dirty="0"/>
              <a:t> pkcs12 -info -in takserver-le.p12</a:t>
            </a:r>
          </a:p>
          <a:p>
            <a:r>
              <a:rPr lang="en-US" dirty="0"/>
              <a:t>Create our Java Keystore from our PKCS12 cert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keytool</a:t>
            </a:r>
            <a:r>
              <a:rPr lang="en-US" b="1" dirty="0"/>
              <a:t> -</a:t>
            </a:r>
            <a:r>
              <a:rPr lang="en-US" b="1" dirty="0" err="1"/>
              <a:t>importkeystore</a:t>
            </a:r>
            <a:r>
              <a:rPr lang="en-US" b="1" dirty="0"/>
              <a:t> -</a:t>
            </a:r>
            <a:r>
              <a:rPr lang="en-US" b="1" dirty="0" err="1"/>
              <a:t>srcstorepass</a:t>
            </a:r>
            <a:r>
              <a:rPr lang="en-US" b="1" dirty="0"/>
              <a:t> </a:t>
            </a:r>
            <a:r>
              <a:rPr lang="en-US" b="1" dirty="0" err="1"/>
              <a:t>atakatak</a:t>
            </a:r>
            <a:r>
              <a:rPr lang="en-US" b="1" dirty="0"/>
              <a:t> -</a:t>
            </a:r>
            <a:r>
              <a:rPr lang="en-US" b="1" dirty="0" err="1"/>
              <a:t>deststorepass</a:t>
            </a:r>
            <a:r>
              <a:rPr lang="en-US" b="1" dirty="0"/>
              <a:t> </a:t>
            </a:r>
            <a:r>
              <a:rPr lang="en-US" b="1" dirty="0" err="1"/>
              <a:t>atakatak</a:t>
            </a:r>
            <a:r>
              <a:rPr lang="en-US" b="1" dirty="0"/>
              <a:t> -</a:t>
            </a:r>
            <a:r>
              <a:rPr lang="en-US" b="1" dirty="0" err="1"/>
              <a:t>destkeystore</a:t>
            </a:r>
            <a:r>
              <a:rPr lang="en-US" b="1" dirty="0"/>
              <a:t> </a:t>
            </a:r>
            <a:r>
              <a:rPr lang="en-US" b="1" dirty="0" err="1"/>
              <a:t>takserver-le.jks</a:t>
            </a:r>
            <a:r>
              <a:rPr lang="en-US" b="1" dirty="0"/>
              <a:t> -</a:t>
            </a:r>
            <a:r>
              <a:rPr lang="en-US" b="1" dirty="0" err="1"/>
              <a:t>srckeystore</a:t>
            </a:r>
            <a:r>
              <a:rPr lang="en-US" b="1" dirty="0"/>
              <a:t> takserver-le.p12 -</a:t>
            </a:r>
            <a:r>
              <a:rPr lang="en-US" b="1" dirty="0" err="1"/>
              <a:t>srcstoretype</a:t>
            </a:r>
            <a:r>
              <a:rPr lang="en-US" b="1" dirty="0"/>
              <a:t> pkcs12</a:t>
            </a:r>
          </a:p>
        </p:txBody>
      </p:sp>
    </p:spTree>
    <p:extLst>
      <p:ext uri="{BB962C8B-B14F-4D97-AF65-F5344CB8AC3E}">
        <p14:creationId xmlns:p14="http://schemas.microsoft.com/office/powerpoint/2010/main" val="1720598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AADF-5151-85D6-2DC5-4B2796B49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 - 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9D77-A63E-DA7A-7EE2-2E7D76596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238"/>
            <a:ext cx="10515600" cy="4620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Move the certificate to the TAK Cert directory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mv </a:t>
            </a:r>
            <a:r>
              <a:rPr lang="en-US" b="1" dirty="0" err="1"/>
              <a:t>takserver-le.jks</a:t>
            </a:r>
            <a:r>
              <a:rPr lang="en-US" b="1" dirty="0"/>
              <a:t> /opt/</a:t>
            </a:r>
            <a:r>
              <a:rPr lang="en-US" b="1" dirty="0" err="1"/>
              <a:t>tak</a:t>
            </a:r>
            <a:r>
              <a:rPr lang="en-US" b="1" dirty="0"/>
              <a:t>/certs/files</a:t>
            </a:r>
          </a:p>
          <a:p>
            <a:r>
              <a:rPr lang="en-US" dirty="0"/>
              <a:t>Restore our permissions to default</a:t>
            </a:r>
          </a:p>
          <a:p>
            <a:pPr lvl="1"/>
            <a:r>
              <a:rPr lang="pl-PL" b="1" dirty="0"/>
              <a:t>sudo chown -R tak:tak /opt/tak</a:t>
            </a:r>
            <a:endParaRPr lang="en-US" b="1" dirty="0"/>
          </a:p>
          <a:p>
            <a:pPr lvl="1"/>
            <a:r>
              <a:rPr lang="en-US" b="1" dirty="0"/>
              <a:t>cd /opt/</a:t>
            </a:r>
            <a:r>
              <a:rPr lang="en-US" b="1" dirty="0" err="1"/>
              <a:t>tak</a:t>
            </a:r>
            <a:endParaRPr lang="en-US" b="1" dirty="0"/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stop </a:t>
            </a:r>
            <a:r>
              <a:rPr lang="en-US" b="1" dirty="0" err="1"/>
              <a:t>takserver</a:t>
            </a:r>
            <a:endParaRPr lang="en-US" b="1" dirty="0"/>
          </a:p>
          <a:p>
            <a:r>
              <a:rPr lang="en-US" dirty="0"/>
              <a:t>Replace the existing 8446 connector</a:t>
            </a:r>
          </a:p>
          <a:p>
            <a:pPr lvl="1"/>
            <a:r>
              <a:rPr lang="en-US" b="1" dirty="0"/>
              <a:t>sed -</a:t>
            </a:r>
            <a:r>
              <a:rPr lang="en-US" b="1" dirty="0" err="1"/>
              <a:t>i</a:t>
            </a:r>
            <a:r>
              <a:rPr lang="en-US" b="1" dirty="0"/>
              <a:t> 's|&lt;connector port="8446" </a:t>
            </a:r>
            <a:r>
              <a:rPr lang="en-US" b="1" dirty="0" err="1"/>
              <a:t>clientAuth</a:t>
            </a:r>
            <a:r>
              <a:rPr lang="en-US" b="1" dirty="0"/>
              <a:t>="false" _name="</a:t>
            </a:r>
            <a:r>
              <a:rPr lang="en-US" b="1" dirty="0" err="1"/>
              <a:t>cert_https</a:t>
            </a:r>
            <a:r>
              <a:rPr lang="en-US" b="1" dirty="0"/>
              <a:t>"/&gt;|&lt;connector port="8446" </a:t>
            </a:r>
            <a:r>
              <a:rPr lang="en-US" b="1" dirty="0" err="1"/>
              <a:t>clientAuth</a:t>
            </a:r>
            <a:r>
              <a:rPr lang="en-US" b="1" dirty="0"/>
              <a:t>="false" _name="</a:t>
            </a:r>
            <a:r>
              <a:rPr lang="en-US" b="1" dirty="0" err="1"/>
              <a:t>LetsEncrypt</a:t>
            </a:r>
            <a:r>
              <a:rPr lang="en-US" b="1" dirty="0"/>
              <a:t>" keystore="JKS" </a:t>
            </a:r>
            <a:r>
              <a:rPr lang="en-US" b="1" dirty="0" err="1"/>
              <a:t>keystoreFile</a:t>
            </a:r>
            <a:r>
              <a:rPr lang="en-US" b="1" dirty="0"/>
              <a:t>="certs/files/</a:t>
            </a:r>
            <a:r>
              <a:rPr lang="en-US" b="1" dirty="0" err="1"/>
              <a:t>takserver-le.jks</a:t>
            </a:r>
            <a:r>
              <a:rPr lang="en-US" b="1" dirty="0"/>
              <a:t>" </a:t>
            </a:r>
            <a:r>
              <a:rPr lang="en-US" b="1" dirty="0" err="1"/>
              <a:t>keystorePass</a:t>
            </a:r>
            <a:r>
              <a:rPr lang="en-US" b="1" dirty="0"/>
              <a:t>="</a:t>
            </a:r>
            <a:r>
              <a:rPr lang="en-US" b="1" dirty="0" err="1"/>
              <a:t>atakatak</a:t>
            </a:r>
            <a:r>
              <a:rPr lang="en-US" b="1" dirty="0"/>
              <a:t>"/&gt;|g' /opt/</a:t>
            </a:r>
            <a:r>
              <a:rPr lang="en-US" b="1" dirty="0" err="1"/>
              <a:t>tak</a:t>
            </a:r>
            <a:r>
              <a:rPr lang="en-US" b="1" dirty="0"/>
              <a:t>/CoreConfig.xml</a:t>
            </a:r>
          </a:p>
        </p:txBody>
      </p:sp>
    </p:spTree>
    <p:extLst>
      <p:ext uri="{BB962C8B-B14F-4D97-AF65-F5344CB8AC3E}">
        <p14:creationId xmlns:p14="http://schemas.microsoft.com/office/powerpoint/2010/main" val="299708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39AE-828E-CA77-F422-683C19D4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 - 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97DDB-19C2-A337-894A-F7B62369F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277"/>
            <a:ext cx="10515600" cy="4664686"/>
          </a:xfrm>
        </p:spPr>
        <p:txBody>
          <a:bodyPr/>
          <a:lstStyle/>
          <a:p>
            <a:r>
              <a:rPr lang="en-US" dirty="0"/>
              <a:t>Modify the </a:t>
            </a:r>
            <a:r>
              <a:rPr lang="en-US" dirty="0" err="1"/>
              <a:t>CoreConfig</a:t>
            </a:r>
            <a:r>
              <a:rPr lang="en-US" dirty="0"/>
              <a:t> files</a:t>
            </a:r>
          </a:p>
          <a:p>
            <a:pPr lvl="1"/>
            <a:r>
              <a:rPr lang="en-US" b="1" dirty="0"/>
              <a:t>rm /opt/</a:t>
            </a:r>
            <a:r>
              <a:rPr lang="en-US" b="1" dirty="0" err="1"/>
              <a:t>tak</a:t>
            </a:r>
            <a:r>
              <a:rPr lang="en-US" b="1" dirty="0"/>
              <a:t>/CoreConfig.example.xml</a:t>
            </a:r>
          </a:p>
          <a:p>
            <a:pPr lvl="1"/>
            <a:r>
              <a:rPr lang="en-US" b="1" dirty="0"/>
              <a:t>cp /opt/</a:t>
            </a:r>
            <a:r>
              <a:rPr lang="en-US" b="1" dirty="0" err="1"/>
              <a:t>tak</a:t>
            </a:r>
            <a:r>
              <a:rPr lang="en-US" b="1" dirty="0"/>
              <a:t>/CoreConfig.xml /opt/</a:t>
            </a:r>
            <a:r>
              <a:rPr lang="en-US" b="1" dirty="0" err="1"/>
              <a:t>tak</a:t>
            </a:r>
            <a:r>
              <a:rPr lang="en-US" b="1" dirty="0"/>
              <a:t>/CoreConfig.example.xml</a:t>
            </a:r>
          </a:p>
          <a:p>
            <a:r>
              <a:rPr lang="en-US" dirty="0"/>
              <a:t>Start the server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start </a:t>
            </a:r>
            <a:r>
              <a:rPr lang="en-US" b="1" dirty="0" err="1"/>
              <a:t>takserver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Note: Doing it this way you will need to manually renew the server monthly. Renewing the server will be covered in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225370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C644-4088-824F-C5BB-DAA77AA4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 - 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A15EE-54BD-668B-CC5B-C0DC5036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89"/>
            <a:ext cx="10515600" cy="5184742"/>
          </a:xfrm>
        </p:spPr>
        <p:txBody>
          <a:bodyPr>
            <a:normAutofit/>
          </a:bodyPr>
          <a:lstStyle/>
          <a:p>
            <a:r>
              <a:rPr lang="en-US" dirty="0"/>
              <a:t>Renewal:</a:t>
            </a:r>
          </a:p>
          <a:p>
            <a:pPr lvl="1"/>
            <a:r>
              <a:rPr lang="en-US" dirty="0"/>
              <a:t>Conduct a certificate renewal dry run to verify permissions and path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certbot</a:t>
            </a:r>
            <a:r>
              <a:rPr lang="en-US" b="1" dirty="0"/>
              <a:t> renew --force-renewal</a:t>
            </a:r>
            <a:endParaRPr lang="en-US" sz="2800" b="1" dirty="0"/>
          </a:p>
          <a:p>
            <a:pPr lvl="1"/>
            <a:r>
              <a:rPr lang="en-US" dirty="0"/>
              <a:t>Create our PKCS12 certificate from our signed certificate and private key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openssl</a:t>
            </a:r>
            <a:r>
              <a:rPr lang="en-US" b="1" dirty="0"/>
              <a:t> pkcs12 -export -in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letsencrypt</a:t>
            </a:r>
            <a:r>
              <a:rPr lang="en-US" b="1" dirty="0"/>
              <a:t>/live/$</a:t>
            </a:r>
            <a:r>
              <a:rPr lang="en-US" b="1" dirty="0" err="1"/>
              <a:t>certNameVar</a:t>
            </a:r>
            <a:r>
              <a:rPr lang="en-US" b="1" dirty="0"/>
              <a:t>/</a:t>
            </a:r>
            <a:r>
              <a:rPr lang="en-US" b="1" dirty="0" err="1"/>
              <a:t>fullchain.pem</a:t>
            </a:r>
            <a:r>
              <a:rPr lang="en-US" b="1" dirty="0"/>
              <a:t> -</a:t>
            </a:r>
            <a:r>
              <a:rPr lang="en-US" b="1" dirty="0" err="1"/>
              <a:t>inkey</a:t>
            </a:r>
            <a:r>
              <a:rPr lang="en-US" b="1" dirty="0"/>
              <a:t>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letsencrypt</a:t>
            </a:r>
            <a:r>
              <a:rPr lang="en-US" b="1" dirty="0"/>
              <a:t>/live/$</a:t>
            </a:r>
            <a:r>
              <a:rPr lang="en-US" b="1" dirty="0" err="1"/>
              <a:t>certNameVar</a:t>
            </a:r>
            <a:r>
              <a:rPr lang="en-US" b="1" dirty="0"/>
              <a:t>/</a:t>
            </a:r>
            <a:r>
              <a:rPr lang="en-US" b="1" dirty="0" err="1"/>
              <a:t>privkey.pem</a:t>
            </a:r>
            <a:r>
              <a:rPr lang="en-US" b="1" dirty="0"/>
              <a:t> -out takserver-le.p12 -name $</a:t>
            </a:r>
            <a:r>
              <a:rPr lang="en-US" b="1" dirty="0" err="1"/>
              <a:t>certNameVar</a:t>
            </a:r>
            <a:r>
              <a:rPr lang="en-US" b="1" dirty="0"/>
              <a:t> -password </a:t>
            </a:r>
            <a:r>
              <a:rPr lang="en-US" b="1" dirty="0" err="1"/>
              <a:t>pass:atakatak</a:t>
            </a:r>
            <a:endParaRPr lang="en-US" b="1" dirty="0"/>
          </a:p>
          <a:p>
            <a:pPr lvl="2"/>
            <a:r>
              <a:rPr lang="en-US" dirty="0"/>
              <a:t>You can view the PKCS12 content</a:t>
            </a:r>
          </a:p>
          <a:p>
            <a:pPr lvl="3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openssl</a:t>
            </a:r>
            <a:r>
              <a:rPr lang="en-US" dirty="0"/>
              <a:t> pkcs12 -info -in takserver-le.p12</a:t>
            </a:r>
          </a:p>
          <a:p>
            <a:pPr lvl="1"/>
            <a:r>
              <a:rPr lang="en-US" dirty="0"/>
              <a:t>Create our Java Keystore from our PKCS12 certificate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keytool</a:t>
            </a:r>
            <a:r>
              <a:rPr lang="en-US" b="1" dirty="0"/>
              <a:t> -</a:t>
            </a:r>
            <a:r>
              <a:rPr lang="en-US" b="1" dirty="0" err="1"/>
              <a:t>importkeystore</a:t>
            </a:r>
            <a:r>
              <a:rPr lang="en-US" b="1" dirty="0"/>
              <a:t> -</a:t>
            </a:r>
            <a:r>
              <a:rPr lang="en-US" b="1" dirty="0" err="1"/>
              <a:t>srcstorepass</a:t>
            </a:r>
            <a:r>
              <a:rPr lang="en-US" b="1" dirty="0"/>
              <a:t> </a:t>
            </a:r>
            <a:r>
              <a:rPr lang="en-US" b="1" dirty="0" err="1"/>
              <a:t>atakatak</a:t>
            </a:r>
            <a:r>
              <a:rPr lang="en-US" b="1" dirty="0"/>
              <a:t> -</a:t>
            </a:r>
            <a:r>
              <a:rPr lang="en-US" b="1" dirty="0" err="1"/>
              <a:t>deststorepass</a:t>
            </a:r>
            <a:r>
              <a:rPr lang="en-US" b="1" dirty="0"/>
              <a:t> </a:t>
            </a:r>
            <a:r>
              <a:rPr lang="en-US" b="1" dirty="0" err="1"/>
              <a:t>atakatak</a:t>
            </a:r>
            <a:r>
              <a:rPr lang="en-US" b="1" dirty="0"/>
              <a:t> -</a:t>
            </a:r>
            <a:r>
              <a:rPr lang="en-US" b="1" dirty="0" err="1"/>
              <a:t>destkeystore</a:t>
            </a:r>
            <a:r>
              <a:rPr lang="en-US" b="1" dirty="0"/>
              <a:t> </a:t>
            </a:r>
            <a:r>
              <a:rPr lang="en-US" b="1" dirty="0" err="1"/>
              <a:t>takserver-le.jks</a:t>
            </a:r>
            <a:r>
              <a:rPr lang="en-US" b="1" dirty="0"/>
              <a:t> -</a:t>
            </a:r>
            <a:r>
              <a:rPr lang="en-US" b="1" dirty="0" err="1"/>
              <a:t>srckeystore</a:t>
            </a:r>
            <a:r>
              <a:rPr lang="en-US" b="1" dirty="0"/>
              <a:t> takserver-le.p12 -</a:t>
            </a:r>
            <a:r>
              <a:rPr lang="en-US" b="1" dirty="0" err="1"/>
              <a:t>srcstoretype</a:t>
            </a:r>
            <a:r>
              <a:rPr lang="en-US" b="1" dirty="0"/>
              <a:t> pkcs12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745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2169-05D7-0A1A-F0BD-C17173E17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Public Facing Domain Setup - 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4D92-668D-1248-950F-930C24E0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781797"/>
          </a:xfrm>
        </p:spPr>
        <p:txBody>
          <a:bodyPr>
            <a:normAutofit/>
          </a:bodyPr>
          <a:lstStyle/>
          <a:p>
            <a:r>
              <a:rPr lang="en-US" dirty="0"/>
              <a:t>Remove the old </a:t>
            </a:r>
            <a:r>
              <a:rPr lang="en-US" dirty="0" err="1"/>
              <a:t>jks</a:t>
            </a:r>
            <a:r>
              <a:rPr lang="en-US" dirty="0"/>
              <a:t> and p12 files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rm /opt/</a:t>
            </a:r>
            <a:r>
              <a:rPr lang="en-US" b="1" dirty="0" err="1"/>
              <a:t>tak</a:t>
            </a:r>
            <a:r>
              <a:rPr lang="en-US" b="1" dirty="0"/>
              <a:t>/certs/files/</a:t>
            </a:r>
            <a:r>
              <a:rPr lang="en-US" b="1" dirty="0" err="1"/>
              <a:t>takserver-le.jks</a:t>
            </a:r>
            <a:endParaRPr lang="en-US" b="1" dirty="0"/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rm /opt/</a:t>
            </a:r>
            <a:r>
              <a:rPr lang="en-US" b="1" dirty="0" err="1"/>
              <a:t>tak</a:t>
            </a:r>
            <a:r>
              <a:rPr lang="en-US" b="1" dirty="0"/>
              <a:t>/certs/files/takserver-le.p12</a:t>
            </a:r>
          </a:p>
          <a:p>
            <a:r>
              <a:rPr lang="en-US" dirty="0"/>
              <a:t>Move the certificate to the TAK certificate directory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mv </a:t>
            </a:r>
            <a:r>
              <a:rPr lang="en-US" b="1" dirty="0" err="1"/>
              <a:t>takserver-le.jks</a:t>
            </a:r>
            <a:r>
              <a:rPr lang="en-US" b="1" dirty="0"/>
              <a:t> /opt/</a:t>
            </a:r>
            <a:r>
              <a:rPr lang="en-US" b="1" dirty="0" err="1"/>
              <a:t>tak</a:t>
            </a:r>
            <a:r>
              <a:rPr lang="en-US" b="1" dirty="0"/>
              <a:t>/certs/files/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mv takserver-le.p12 /opt/</a:t>
            </a:r>
            <a:r>
              <a:rPr lang="en-US" b="1" dirty="0" err="1"/>
              <a:t>tak</a:t>
            </a:r>
            <a:r>
              <a:rPr lang="en-US" b="1" dirty="0"/>
              <a:t>/certs/files/</a:t>
            </a:r>
          </a:p>
          <a:p>
            <a:r>
              <a:rPr lang="en-US" dirty="0"/>
              <a:t>Restore our permissions to default</a:t>
            </a:r>
          </a:p>
          <a:p>
            <a:pPr lvl="1"/>
            <a:r>
              <a:rPr lang="pl-PL" b="1" dirty="0"/>
              <a:t>sudo chown -R tak:tak /opt/tak</a:t>
            </a:r>
            <a:endParaRPr lang="en-US" b="1" dirty="0"/>
          </a:p>
          <a:p>
            <a:r>
              <a:rPr lang="en-US" dirty="0"/>
              <a:t>Restart TAK Server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stop </a:t>
            </a:r>
            <a:r>
              <a:rPr lang="en-US" b="1" dirty="0" err="1"/>
              <a:t>takserver</a:t>
            </a:r>
            <a:endParaRPr lang="en-US" b="1" dirty="0"/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start </a:t>
            </a:r>
            <a:r>
              <a:rPr lang="en-US" b="1" dirty="0" err="1"/>
              <a:t>takserver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3401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62CD-1790-7582-4768-EC354B57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with TAK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33E14-769A-C1A7-2B22-61E24C59D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849"/>
            <a:ext cx="10515600" cy="46121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connect to the TAK Server with your TAK devices using the domain name:</a:t>
            </a:r>
          </a:p>
          <a:p>
            <a:pPr lvl="1"/>
            <a:r>
              <a:rPr lang="en-US" dirty="0"/>
              <a:t>Navigate to the settings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network preferences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Tak Servers</a:t>
            </a:r>
          </a:p>
          <a:p>
            <a:pPr lvl="1"/>
            <a:r>
              <a:rPr lang="en-US" dirty="0"/>
              <a:t>Select the three dots in the top left of the screen and select add.</a:t>
            </a:r>
          </a:p>
          <a:p>
            <a:pPr lvl="1"/>
            <a:r>
              <a:rPr lang="en-US" dirty="0"/>
              <a:t>Name: Enter a display name for the server.</a:t>
            </a:r>
          </a:p>
          <a:p>
            <a:pPr lvl="1"/>
            <a:r>
              <a:rPr lang="en-US" dirty="0"/>
              <a:t> Address: enter in the public facing domain name &lt;address&gt;.&lt;domain&gt;.&lt;</a:t>
            </a:r>
            <a:r>
              <a:rPr lang="en-US" dirty="0" err="1"/>
              <a:t>com,org,net,etc</a:t>
            </a:r>
            <a:r>
              <a:rPr lang="en-US" dirty="0"/>
              <a:t>.&gt;</a:t>
            </a:r>
          </a:p>
          <a:p>
            <a:pPr lvl="1"/>
            <a:r>
              <a:rPr lang="en-US" dirty="0"/>
              <a:t>Enable: Enroll for client certificate</a:t>
            </a:r>
          </a:p>
          <a:p>
            <a:pPr lvl="2"/>
            <a:r>
              <a:rPr lang="en-US" dirty="0"/>
              <a:t>The rest should be disabled.</a:t>
            </a:r>
          </a:p>
          <a:p>
            <a:pPr lvl="1"/>
            <a:r>
              <a:rPr lang="en-US" dirty="0"/>
              <a:t>Select OK</a:t>
            </a:r>
          </a:p>
          <a:p>
            <a:pPr lvl="1"/>
            <a:r>
              <a:rPr lang="en-US" dirty="0"/>
              <a:t>You should be prompted to enter the credentials for the server. </a:t>
            </a:r>
          </a:p>
          <a:p>
            <a:pPr lvl="2"/>
            <a:r>
              <a:rPr lang="en-US" dirty="0"/>
              <a:t>Note: the credentials are created in the server dashboard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92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1246</Words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TAK Server Public Facing Domain</vt:lpstr>
      <vt:lpstr>Manage the DNS</vt:lpstr>
      <vt:lpstr>TAK Server Public Facing Domain Setup</vt:lpstr>
      <vt:lpstr>Add the DNS to your Server</vt:lpstr>
      <vt:lpstr>TAK Server Public Facing Domain Setup - CL</vt:lpstr>
      <vt:lpstr>TAK Server Public Facing Domain Setup - CL</vt:lpstr>
      <vt:lpstr>TAK Server Public Facing Domain Setup - CL</vt:lpstr>
      <vt:lpstr>TAK Server Public Facing Domain Setup - CL</vt:lpstr>
      <vt:lpstr>TAK Server Public Facing Domain Setup - CL</vt:lpstr>
      <vt:lpstr>TAK Server Public Facing Domain Setup - CL</vt:lpstr>
      <vt:lpstr>TAK Server Public Facing Domain Setup - CL</vt:lpstr>
      <vt:lpstr>TAK Server Public Facing Domain Setup - CL</vt:lpstr>
      <vt:lpstr>Connecting with TAK Devices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2024-07-31T18:15:05Z</dcterms:created>
  <dcterms:modified xsi:type="dcterms:W3CDTF">2025-04-14T17:55:19Z</dcterms:modified>
</cp:coreProperties>
</file>
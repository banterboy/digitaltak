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E40AD642-4377-4FE0-99E4-4A7A834C1DFC}"/>
    <pc:docChg chg="custSel modSld">
      <pc:chgData name="Hunt, Randall [USA]" userId="89bfa2a9-2144-4bd6-ba22-d79ad510780c" providerId="ADAL" clId="{E40AD642-4377-4FE0-99E4-4A7A834C1DFC}" dt="2025-04-14T18:50:08.058" v="7" actId="20577"/>
      <pc:docMkLst>
        <pc:docMk/>
      </pc:docMkLst>
      <pc:sldChg chg="modSp mod">
        <pc:chgData name="Hunt, Randall [USA]" userId="89bfa2a9-2144-4bd6-ba22-d79ad510780c" providerId="ADAL" clId="{E40AD642-4377-4FE0-99E4-4A7A834C1DFC}" dt="2025-04-14T18:49:51.026" v="2" actId="1076"/>
        <pc:sldMkLst>
          <pc:docMk/>
          <pc:sldMk cId="2007438613" sldId="258"/>
        </pc:sldMkLst>
        <pc:spChg chg="mod">
          <ac:chgData name="Hunt, Randall [USA]" userId="89bfa2a9-2144-4bd6-ba22-d79ad510780c" providerId="ADAL" clId="{E40AD642-4377-4FE0-99E4-4A7A834C1DFC}" dt="2025-04-14T18:49:44.750" v="1" actId="313"/>
          <ac:spMkLst>
            <pc:docMk/>
            <pc:sldMk cId="2007438613" sldId="258"/>
            <ac:spMk id="3" creationId="{0934CFB3-A8C8-AC2A-80FE-C9F3A402AFE9}"/>
          </ac:spMkLst>
        </pc:spChg>
        <pc:picChg chg="mod">
          <ac:chgData name="Hunt, Randall [USA]" userId="89bfa2a9-2144-4bd6-ba22-d79ad510780c" providerId="ADAL" clId="{E40AD642-4377-4FE0-99E4-4A7A834C1DFC}" dt="2025-04-14T18:49:51.026" v="2" actId="1076"/>
          <ac:picMkLst>
            <pc:docMk/>
            <pc:sldMk cId="2007438613" sldId="258"/>
            <ac:picMk id="7" creationId="{E89412FC-1F89-D3B5-408F-3C47905FAE81}"/>
          </ac:picMkLst>
        </pc:picChg>
      </pc:sldChg>
      <pc:sldChg chg="modSp mod">
        <pc:chgData name="Hunt, Randall [USA]" userId="89bfa2a9-2144-4bd6-ba22-d79ad510780c" providerId="ADAL" clId="{E40AD642-4377-4FE0-99E4-4A7A834C1DFC}" dt="2025-04-14T18:50:08.058" v="7" actId="20577"/>
        <pc:sldMkLst>
          <pc:docMk/>
          <pc:sldMk cId="2368658324" sldId="259"/>
        </pc:sldMkLst>
        <pc:spChg chg="mod">
          <ac:chgData name="Hunt, Randall [USA]" userId="89bfa2a9-2144-4bd6-ba22-d79ad510780c" providerId="ADAL" clId="{E40AD642-4377-4FE0-99E4-4A7A834C1DFC}" dt="2025-04-14T18:50:08.058" v="7" actId="20577"/>
          <ac:spMkLst>
            <pc:docMk/>
            <pc:sldMk cId="2368658324" sldId="259"/>
            <ac:spMk id="3" creationId="{F13FD5D4-8373-6550-BBE7-B9F9F4F50F2D}"/>
          </ac:spMkLst>
        </pc:spChg>
      </pc:sldChg>
    </pc:docChg>
  </pc:docChgLst>
  <pc:docChgLst>
    <pc:chgData name="Hunt, Randall [USA]" userId="89bfa2a9-2144-4bd6-ba22-d79ad510780c" providerId="ADAL" clId="{EBC31C2B-41F9-41C0-9290-802672BF03B7}"/>
    <pc:docChg chg="undo custSel addSld modSld">
      <pc:chgData name="Hunt, Randall [USA]" userId="89bfa2a9-2144-4bd6-ba22-d79ad510780c" providerId="ADAL" clId="{EBC31C2B-41F9-41C0-9290-802672BF03B7}" dt="2024-10-29T16:43:33.436" v="1981" actId="14"/>
      <pc:docMkLst>
        <pc:docMk/>
      </pc:docMkLst>
      <pc:sldChg chg="modSp mod">
        <pc:chgData name="Hunt, Randall [USA]" userId="89bfa2a9-2144-4bd6-ba22-d79ad510780c" providerId="ADAL" clId="{EBC31C2B-41F9-41C0-9290-802672BF03B7}" dt="2024-10-29T16:06:29.151" v="763"/>
        <pc:sldMkLst>
          <pc:docMk/>
          <pc:sldMk cId="3819372497" sldId="256"/>
        </pc:sldMkLst>
        <pc:spChg chg="mod">
          <ac:chgData name="Hunt, Randall [USA]" userId="89bfa2a9-2144-4bd6-ba22-d79ad510780c" providerId="ADAL" clId="{EBC31C2B-41F9-41C0-9290-802672BF03B7}" dt="2024-10-29T15:47:19.156" v="35" actId="20577"/>
          <ac:spMkLst>
            <pc:docMk/>
            <pc:sldMk cId="3819372497" sldId="256"/>
            <ac:spMk id="2" creationId="{E66E8110-C4B5-4FB1-730A-7AB5D5B84B1C}"/>
          </ac:spMkLst>
        </pc:spChg>
        <pc:spChg chg="mod">
          <ac:chgData name="Hunt, Randall [USA]" userId="89bfa2a9-2144-4bd6-ba22-d79ad510780c" providerId="ADAL" clId="{EBC31C2B-41F9-41C0-9290-802672BF03B7}" dt="2024-10-29T16:06:29.151" v="763"/>
          <ac:spMkLst>
            <pc:docMk/>
            <pc:sldMk cId="3819372497" sldId="256"/>
            <ac:spMk id="3" creationId="{F1217B55-0C5F-A85A-E177-FF63E324D0CA}"/>
          </ac:spMkLst>
        </pc:spChg>
      </pc:sldChg>
      <pc:sldChg chg="addSp delSp modSp new mod">
        <pc:chgData name="Hunt, Randall [USA]" userId="89bfa2a9-2144-4bd6-ba22-d79ad510780c" providerId="ADAL" clId="{EBC31C2B-41F9-41C0-9290-802672BF03B7}" dt="2024-10-29T16:12:40.089" v="1129" actId="113"/>
        <pc:sldMkLst>
          <pc:docMk/>
          <pc:sldMk cId="2508540515" sldId="257"/>
        </pc:sldMkLst>
        <pc:spChg chg="mod">
          <ac:chgData name="Hunt, Randall [USA]" userId="89bfa2a9-2144-4bd6-ba22-d79ad510780c" providerId="ADAL" clId="{EBC31C2B-41F9-41C0-9290-802672BF03B7}" dt="2024-10-29T15:48:50.274" v="113" actId="20577"/>
          <ac:spMkLst>
            <pc:docMk/>
            <pc:sldMk cId="2508540515" sldId="257"/>
            <ac:spMk id="2" creationId="{944A8EA7-EAEB-B34B-632D-A5A0064848F7}"/>
          </ac:spMkLst>
        </pc:spChg>
        <pc:spChg chg="mod">
          <ac:chgData name="Hunt, Randall [USA]" userId="89bfa2a9-2144-4bd6-ba22-d79ad510780c" providerId="ADAL" clId="{EBC31C2B-41F9-41C0-9290-802672BF03B7}" dt="2024-10-29T16:12:40.089" v="1129" actId="113"/>
          <ac:spMkLst>
            <pc:docMk/>
            <pc:sldMk cId="2508540515" sldId="257"/>
            <ac:spMk id="3" creationId="{1E52A660-5ED4-6D57-A430-B016352DFB67}"/>
          </ac:spMkLst>
        </pc:spChg>
        <pc:spChg chg="add">
          <ac:chgData name="Hunt, Randall [USA]" userId="89bfa2a9-2144-4bd6-ba22-d79ad510780c" providerId="ADAL" clId="{EBC31C2B-41F9-41C0-9290-802672BF03B7}" dt="2024-10-29T15:54:47.564" v="485"/>
          <ac:spMkLst>
            <pc:docMk/>
            <pc:sldMk cId="2508540515" sldId="257"/>
            <ac:spMk id="4" creationId="{3BBA754C-89E2-C21D-CE97-E7B394CEC585}"/>
          </ac:spMkLst>
        </pc:spChg>
        <pc:spChg chg="add mod">
          <ac:chgData name="Hunt, Randall [USA]" userId="89bfa2a9-2144-4bd6-ba22-d79ad510780c" providerId="ADAL" clId="{EBC31C2B-41F9-41C0-9290-802672BF03B7}" dt="2024-10-29T15:55:07.576" v="488" actId="6549"/>
          <ac:spMkLst>
            <pc:docMk/>
            <pc:sldMk cId="2508540515" sldId="257"/>
            <ac:spMk id="5" creationId="{A937C793-3A81-47E8-9E87-F2FD201C405E}"/>
          </ac:spMkLst>
        </pc:spChg>
        <pc:spChg chg="add del">
          <ac:chgData name="Hunt, Randall [USA]" userId="89bfa2a9-2144-4bd6-ba22-d79ad510780c" providerId="ADAL" clId="{EBC31C2B-41F9-41C0-9290-802672BF03B7}" dt="2024-10-29T15:55:39.049" v="518" actId="478"/>
          <ac:spMkLst>
            <pc:docMk/>
            <pc:sldMk cId="2508540515" sldId="257"/>
            <ac:spMk id="6" creationId="{2DB66EDC-453E-EAF0-7693-7B36E43DFCB6}"/>
          </ac:spMkLst>
        </pc:spChg>
      </pc:sldChg>
      <pc:sldChg chg="addSp modSp new mod">
        <pc:chgData name="Hunt, Randall [USA]" userId="89bfa2a9-2144-4bd6-ba22-d79ad510780c" providerId="ADAL" clId="{EBC31C2B-41F9-41C0-9290-802672BF03B7}" dt="2024-10-29T16:38:43.002" v="1732" actId="1076"/>
        <pc:sldMkLst>
          <pc:docMk/>
          <pc:sldMk cId="2007438613" sldId="258"/>
        </pc:sldMkLst>
        <pc:spChg chg="mod">
          <ac:chgData name="Hunt, Randall [USA]" userId="89bfa2a9-2144-4bd6-ba22-d79ad510780c" providerId="ADAL" clId="{EBC31C2B-41F9-41C0-9290-802672BF03B7}" dt="2024-10-29T15:57:15.007" v="561" actId="20577"/>
          <ac:spMkLst>
            <pc:docMk/>
            <pc:sldMk cId="2007438613" sldId="258"/>
            <ac:spMk id="2" creationId="{1F6884BD-0116-9158-F3EB-AB3861E4D301}"/>
          </ac:spMkLst>
        </pc:spChg>
        <pc:spChg chg="mod">
          <ac:chgData name="Hunt, Randall [USA]" userId="89bfa2a9-2144-4bd6-ba22-d79ad510780c" providerId="ADAL" clId="{EBC31C2B-41F9-41C0-9290-802672BF03B7}" dt="2024-10-29T16:38:36.329" v="1730" actId="20577"/>
          <ac:spMkLst>
            <pc:docMk/>
            <pc:sldMk cId="2007438613" sldId="258"/>
            <ac:spMk id="3" creationId="{0934CFB3-A8C8-AC2A-80FE-C9F3A402AFE9}"/>
          </ac:spMkLst>
        </pc:spChg>
        <pc:picChg chg="add mod">
          <ac:chgData name="Hunt, Randall [USA]" userId="89bfa2a9-2144-4bd6-ba22-d79ad510780c" providerId="ADAL" clId="{EBC31C2B-41F9-41C0-9290-802672BF03B7}" dt="2024-10-29T16:36:01.603" v="1301" actId="1076"/>
          <ac:picMkLst>
            <pc:docMk/>
            <pc:sldMk cId="2007438613" sldId="258"/>
            <ac:picMk id="5" creationId="{9DC065BF-3589-D6A9-C801-F8B30A68647C}"/>
          </ac:picMkLst>
        </pc:picChg>
        <pc:picChg chg="add mod">
          <ac:chgData name="Hunt, Randall [USA]" userId="89bfa2a9-2144-4bd6-ba22-d79ad510780c" providerId="ADAL" clId="{EBC31C2B-41F9-41C0-9290-802672BF03B7}" dt="2024-10-29T16:38:43.002" v="1732" actId="1076"/>
          <ac:picMkLst>
            <pc:docMk/>
            <pc:sldMk cId="2007438613" sldId="258"/>
            <ac:picMk id="7" creationId="{E89412FC-1F89-D3B5-408F-3C47905FAE81}"/>
          </ac:picMkLst>
        </pc:picChg>
      </pc:sldChg>
      <pc:sldChg chg="addSp modSp new mod">
        <pc:chgData name="Hunt, Randall [USA]" userId="89bfa2a9-2144-4bd6-ba22-d79ad510780c" providerId="ADAL" clId="{EBC31C2B-41F9-41C0-9290-802672BF03B7}" dt="2024-10-29T16:42:47.109" v="1897" actId="1076"/>
        <pc:sldMkLst>
          <pc:docMk/>
          <pc:sldMk cId="2368658324" sldId="259"/>
        </pc:sldMkLst>
        <pc:spChg chg="mod">
          <ac:chgData name="Hunt, Randall [USA]" userId="89bfa2a9-2144-4bd6-ba22-d79ad510780c" providerId="ADAL" clId="{EBC31C2B-41F9-41C0-9290-802672BF03B7}" dt="2024-10-29T16:41:08.936" v="1734"/>
          <ac:spMkLst>
            <pc:docMk/>
            <pc:sldMk cId="2368658324" sldId="259"/>
            <ac:spMk id="2" creationId="{2D5EBC7E-B81F-561B-8171-B9817687D7D3}"/>
          </ac:spMkLst>
        </pc:spChg>
        <pc:spChg chg="mod">
          <ac:chgData name="Hunt, Randall [USA]" userId="89bfa2a9-2144-4bd6-ba22-d79ad510780c" providerId="ADAL" clId="{EBC31C2B-41F9-41C0-9290-802672BF03B7}" dt="2024-10-29T16:42:27.901" v="1894" actId="20577"/>
          <ac:spMkLst>
            <pc:docMk/>
            <pc:sldMk cId="2368658324" sldId="259"/>
            <ac:spMk id="3" creationId="{F13FD5D4-8373-6550-BBE7-B9F9F4F50F2D}"/>
          </ac:spMkLst>
        </pc:spChg>
        <pc:spChg chg="add mod">
          <ac:chgData name="Hunt, Randall [USA]" userId="89bfa2a9-2144-4bd6-ba22-d79ad510780c" providerId="ADAL" clId="{EBC31C2B-41F9-41C0-9290-802672BF03B7}" dt="2024-10-29T16:42:47.109" v="1897" actId="1076"/>
          <ac:spMkLst>
            <pc:docMk/>
            <pc:sldMk cId="2368658324" sldId="259"/>
            <ac:spMk id="8" creationId="{B1ED37C1-F5C8-267A-ECC2-58B1E513500E}"/>
          </ac:spMkLst>
        </pc:spChg>
        <pc:picChg chg="add mod">
          <ac:chgData name="Hunt, Randall [USA]" userId="89bfa2a9-2144-4bd6-ba22-d79ad510780c" providerId="ADAL" clId="{EBC31C2B-41F9-41C0-9290-802672BF03B7}" dt="2024-10-29T16:41:43.546" v="1778" actId="1076"/>
          <ac:picMkLst>
            <pc:docMk/>
            <pc:sldMk cId="2368658324" sldId="259"/>
            <ac:picMk id="5" creationId="{3CB9118D-76AC-A999-8C81-0FD2C1ABBA7A}"/>
          </ac:picMkLst>
        </pc:picChg>
        <pc:picChg chg="add mod">
          <ac:chgData name="Hunt, Randall [USA]" userId="89bfa2a9-2144-4bd6-ba22-d79ad510780c" providerId="ADAL" clId="{EBC31C2B-41F9-41C0-9290-802672BF03B7}" dt="2024-10-29T16:42:24.343" v="1892" actId="1076"/>
          <ac:picMkLst>
            <pc:docMk/>
            <pc:sldMk cId="2368658324" sldId="259"/>
            <ac:picMk id="7" creationId="{972292FF-C8C6-604B-7EE3-D1F66BAE4E76}"/>
          </ac:picMkLst>
        </pc:picChg>
      </pc:sldChg>
      <pc:sldChg chg="modSp new mod">
        <pc:chgData name="Hunt, Randall [USA]" userId="89bfa2a9-2144-4bd6-ba22-d79ad510780c" providerId="ADAL" clId="{EBC31C2B-41F9-41C0-9290-802672BF03B7}" dt="2024-10-29T16:43:33.436" v="1981" actId="14"/>
        <pc:sldMkLst>
          <pc:docMk/>
          <pc:sldMk cId="1815467348" sldId="260"/>
        </pc:sldMkLst>
        <pc:spChg chg="mod">
          <ac:chgData name="Hunt, Randall [USA]" userId="89bfa2a9-2144-4bd6-ba22-d79ad510780c" providerId="ADAL" clId="{EBC31C2B-41F9-41C0-9290-802672BF03B7}" dt="2024-10-29T16:43:09.779" v="1942" actId="20577"/>
          <ac:spMkLst>
            <pc:docMk/>
            <pc:sldMk cId="1815467348" sldId="260"/>
            <ac:spMk id="2" creationId="{1808A40A-64C5-3330-F568-98E40C2D5526}"/>
          </ac:spMkLst>
        </pc:spChg>
        <pc:spChg chg="mod">
          <ac:chgData name="Hunt, Randall [USA]" userId="89bfa2a9-2144-4bd6-ba22-d79ad510780c" providerId="ADAL" clId="{EBC31C2B-41F9-41C0-9290-802672BF03B7}" dt="2024-10-29T16:43:33.436" v="1981" actId="14"/>
          <ac:spMkLst>
            <pc:docMk/>
            <pc:sldMk cId="1815467348" sldId="260"/>
            <ac:spMk id="3" creationId="{327197F3-9596-B692-843F-13E74F4110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2320-B707-27F5-E1A0-4375974AD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BA7D-982C-3D01-451E-D315D2024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B37FF-2F90-D1E0-1735-1BC893EC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8D31-FB01-2380-0075-847C2219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B74A3-FD98-59FA-B122-0D8A62108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A2C2-6EAE-AAEB-6CEA-DE8913FC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FCB5-6BD2-B827-F506-8F5758FFE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6AD72-1468-8226-9C12-E56E0E0C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E398B-F628-AF27-085A-7B245F99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D792A-1CB6-D0B2-BEEF-22B2E194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8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D450-A12D-05B1-C88A-DD571F14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7A33-5E0A-0801-FA4A-5D68B0D0C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0F8A5-297E-1ABC-E942-19BA9842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0050D-EBC5-25AA-EF7B-D8C2B197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6A241-8187-5623-C871-3EE5EB3C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6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2180-1F97-D8C6-2E99-D13642D5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9F9F-8CD0-13F7-5434-8FB82501F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97AE5-EA5B-0B0C-CA82-6A00C0499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0158A-6ADA-AA4B-98F3-51A0D7E5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2EC44-11FB-3E1B-9C03-3FC16E2D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A2491-32D6-35E7-ABEC-14788118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5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0C4E-E4D3-1ED3-DFD8-B6F5026A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4F64-26FE-DF22-0BEC-0634F7B8D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A2E39-9BD6-DBDD-B210-7C3AECB5E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6EB23-0884-364E-6B64-D13F28208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C56DEF-6138-A355-CCE4-7672AA7EF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3E8C4-A881-4A14-9007-437B89D8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4AF0C-B83D-87CA-D733-3162BD04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5AC88-AD3B-8C17-2758-6A49C96D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6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F4D7-5438-0D55-79EB-BDD4C079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DE3EC0-35C0-3F55-E99F-F7677971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20404-0640-55D0-F160-CBD601908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D7EED-547F-E65D-2181-BCA86A62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8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DB6250-5D46-75AB-3904-EC6015AE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0FBAF-4285-6FA1-6F91-A18A36ED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B3A8-12F6-6C3E-CD3B-ED6C6E0A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95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9D7C-93F1-3525-6EB3-54C3F7DC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374B-365D-A39B-B7E8-7942A49CA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90BC2-00B0-D3C0-6E75-00A097685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9A638-5023-E49B-6E8F-8EC74A39E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98B02-0421-86D5-6FD3-32C01910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63C9A-D7EA-A42D-E11C-CCD96147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7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C31A-B627-84DF-296A-67E187C8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950D3-AFE0-5C1C-439D-541745A6B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AF1A3-CB46-FCA4-4316-E6948ECD6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E206A-32D3-5E79-C3F6-DB4283A7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0D568-A1F6-C854-7CA3-850DD4CC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CF1A1-5317-E9A4-3153-08F5A10A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0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ADC7-1E20-8F48-067A-02E61F8B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5C5DE-F930-5F00-1DE4-E6C04FA2F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74DD-D284-0245-0CC4-EECE5E7A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983DD-50BB-06CB-45A1-524E8C67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C575A-2D04-184B-CAEA-99B82CBA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76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1EE713-3AE7-6E27-6EF9-C7D3EAFA9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D41F5-6F93-FEAD-E541-58E2BEB2A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1E6EB-F41F-DB06-CAD5-F9E01BD7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50AEA-E947-795F-0448-2A4CBF51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7EAD-0FDF-B0AA-6ECC-0AB56A83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8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E3F49-BC17-A216-CEEC-AC418A54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F0B8-BBA5-F56C-D7DE-17FDBB09E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C92A1-25F7-FDE2-4D5D-67B1CDBD2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3158-96B4-408E-A943-AE16A59DB2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A2D6-52BB-ED17-1D39-AB63D91FD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6C08A-F3EF-AEE0-9477-08B4C9614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AD736-137F-4326-9EF1-74474F5C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8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.tak.gov/sdks/takserver/tak-server-s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.tak.gov/sdks/takserver/tak-server-sdk" TargetMode="External"/><Relationship Id="rId2" Type="http://schemas.openxmlformats.org/officeDocument/2006/relationships/hyperlink" Target="https://www.jetbrains.com/idea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ak.gov/products/tak-serv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8110-C4B5-4FB1-730A-7AB5D5B84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TAK Server SDK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17B55-0C5F-A85A-E177-FF63E324D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https://tak.gov/products/tak-server</a:t>
            </a:r>
          </a:p>
          <a:p>
            <a:r>
              <a:rPr lang="en-US" dirty="0">
                <a:hlinkClick r:id="rId2"/>
              </a:rPr>
              <a:t>https://git.tak.gov/sdks/takserver/tak-server-sdk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72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8EA7-EAEB-B34B-632D-A5A00648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SDK Setup - Pre-requirements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A660-5ED4-6D57-A430-B016352DF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Install and setup your IDEA for java</a:t>
            </a:r>
          </a:p>
          <a:p>
            <a:pPr lvl="1"/>
            <a:r>
              <a:rPr lang="en-US" dirty="0"/>
              <a:t>Preferred one: JetBrains IntelliJ IDE</a:t>
            </a:r>
          </a:p>
          <a:p>
            <a:pPr lvl="2"/>
            <a:r>
              <a:rPr lang="en-US" dirty="0">
                <a:hlinkClick r:id="rId2"/>
              </a:rPr>
              <a:t>https://www.jetbrains.com/idea/</a:t>
            </a:r>
            <a:endParaRPr lang="en-US" sz="2800" dirty="0"/>
          </a:p>
          <a:p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Clone the SDK repository or open the repository for the SDK</a:t>
            </a:r>
          </a:p>
          <a:p>
            <a:pPr lvl="3"/>
            <a:r>
              <a:rPr lang="en-US" dirty="0">
                <a:hlinkClick r:id="rId3"/>
              </a:rPr>
              <a:t>https://git.tak.gov/sdks/takserver/tak-server-sdk</a:t>
            </a:r>
            <a:endParaRPr lang="en-US" dirty="0"/>
          </a:p>
          <a:p>
            <a:pPr lvl="1"/>
            <a:r>
              <a:rPr lang="en-US" dirty="0"/>
              <a:t>If you want all the sample plugins loaded from the downloaded SDK open the zip file and import the </a:t>
            </a:r>
            <a:r>
              <a:rPr lang="en-US" b="1" dirty="0"/>
              <a:t>.jar </a:t>
            </a:r>
            <a:r>
              <a:rPr lang="en-US" dirty="0"/>
              <a:t>file to the </a:t>
            </a:r>
            <a:r>
              <a:rPr lang="en-US" b="1" dirty="0"/>
              <a:t>/opt/</a:t>
            </a:r>
            <a:r>
              <a:rPr lang="en-US" b="1" dirty="0" err="1"/>
              <a:t>tak</a:t>
            </a:r>
            <a:r>
              <a:rPr lang="en-US" b="1" dirty="0"/>
              <a:t>/lib </a:t>
            </a:r>
            <a:r>
              <a:rPr lang="en-US" dirty="0"/>
              <a:t>location in the TAK Server</a:t>
            </a:r>
          </a:p>
        </p:txBody>
      </p:sp>
    </p:spTree>
    <p:extLst>
      <p:ext uri="{BB962C8B-B14F-4D97-AF65-F5344CB8AC3E}">
        <p14:creationId xmlns:p14="http://schemas.microsoft.com/office/powerpoint/2010/main" val="250854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84BD-0116-9158-F3EB-AB3861E4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 SDK Setup -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4CFB3-A8C8-AC2A-80FE-C9F3A402A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your credentials for tak.gov </a:t>
            </a:r>
          </a:p>
          <a:p>
            <a:pPr lvl="1"/>
            <a:r>
              <a:rPr lang="en-US" dirty="0"/>
              <a:t>With the IDE open, you should be prompted to </a:t>
            </a:r>
            <a:r>
              <a:rPr lang="en-US" b="1" dirty="0"/>
              <a:t>load</a:t>
            </a:r>
            <a:r>
              <a:rPr lang="en-US" dirty="0"/>
              <a:t> the Gradle build script</a:t>
            </a:r>
          </a:p>
          <a:p>
            <a:pPr lvl="2"/>
            <a:r>
              <a:rPr lang="en-US" dirty="0"/>
              <a:t>Select load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You should now see errors regarding credentials</a:t>
            </a:r>
          </a:p>
          <a:p>
            <a:pPr lvl="2"/>
            <a:r>
              <a:rPr lang="en-US" dirty="0"/>
              <a:t>To add your credentials:</a:t>
            </a:r>
          </a:p>
          <a:p>
            <a:pPr lvl="3"/>
            <a:r>
              <a:rPr lang="en-US" dirty="0"/>
              <a:t>Open the </a:t>
            </a:r>
            <a:r>
              <a:rPr lang="en-US" b="1" dirty="0" err="1"/>
              <a:t>src</a:t>
            </a:r>
            <a:r>
              <a:rPr lang="en-US" b="1" dirty="0"/>
              <a:t> </a:t>
            </a:r>
            <a:r>
              <a:rPr lang="en-US" dirty="0"/>
              <a:t>directory and scroll down to find the </a:t>
            </a:r>
            <a:r>
              <a:rPr lang="en-US" b="1" dirty="0" err="1"/>
              <a:t>gradle.properties</a:t>
            </a:r>
            <a:r>
              <a:rPr lang="en-US" dirty="0"/>
              <a:t> and open the file. </a:t>
            </a:r>
          </a:p>
          <a:p>
            <a:pPr lvl="4"/>
            <a:r>
              <a:rPr lang="en-US" dirty="0"/>
              <a:t>The contents should be similar to the following.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065BF-3589-D6A9-C801-F8B30A686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712" y="2701139"/>
            <a:ext cx="2881729" cy="1300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9412FC-1F89-D3B5-408F-3C47905FA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79" y="5216557"/>
            <a:ext cx="4854362" cy="10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3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BC7E-B81F-561B-8171-B9817687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 SDK Setup -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FD5D4-8373-6550-BBE7-B9F9F4F50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the following on a new line: </a:t>
            </a:r>
          </a:p>
          <a:p>
            <a:pPr lvl="1"/>
            <a:r>
              <a:rPr lang="en-US" dirty="0"/>
              <a:t>Fill in the fields for username </a:t>
            </a:r>
            <a:br>
              <a:rPr lang="en-US" dirty="0"/>
            </a:br>
            <a:r>
              <a:rPr lang="en-US" dirty="0"/>
              <a:t>and password.</a:t>
            </a:r>
          </a:p>
          <a:p>
            <a:r>
              <a:rPr lang="en-US" dirty="0"/>
              <a:t>Reload Gradle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9118D-76AC-A999-8C81-0FD2C1ABB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392" y="1825625"/>
            <a:ext cx="4669125" cy="14649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2292FF-C8C6-604B-7EE3-D1F66BAE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862" y="3425553"/>
            <a:ext cx="4014664" cy="3177072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B1ED37C1-F5C8-267A-ECC2-58B1E513500E}"/>
              </a:ext>
            </a:extLst>
          </p:cNvPr>
          <p:cNvSpPr/>
          <p:nvPr/>
        </p:nvSpPr>
        <p:spPr>
          <a:xfrm rot="14011258">
            <a:off x="4729655" y="3187204"/>
            <a:ext cx="756745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A40A-64C5-3330-F568-98E40C2D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Offline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97F3-9596-B692-843F-13E74F411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SDK for TAK Server </a:t>
            </a:r>
          </a:p>
          <a:p>
            <a:pPr lvl="1"/>
            <a:r>
              <a:rPr lang="en-US" dirty="0">
                <a:hlinkClick r:id="rId2"/>
              </a:rPr>
              <a:t>https://tak.gov/products/tak-server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46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229</Words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TAK Server SDK Setup</vt:lpstr>
      <vt:lpstr>TAK Server SDK Setup - Pre-requirements</vt:lpstr>
      <vt:lpstr>TAK Server  SDK Setup - Credentials</vt:lpstr>
      <vt:lpstr>TAK Server  SDK Setup - Credentials</vt:lpstr>
      <vt:lpstr>TAK Server - Offline 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2024-10-29T15:46:15Z</dcterms:created>
  <dcterms:modified xsi:type="dcterms:W3CDTF">2025-04-14T18:50:16Z</dcterms:modified>
</cp:coreProperties>
</file>
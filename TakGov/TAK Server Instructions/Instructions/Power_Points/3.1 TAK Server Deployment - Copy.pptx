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9A1419E4.xml" ContentType="application/vnd.ms-powerpoint.comments+xml"/>
  <Override PartName="/ppt/notesSlides/notesSlide2.xml" ContentType="application/vnd.openxmlformats-officedocument.presentationml.notesSlide+xml"/>
  <Override PartName="/ppt/comments/modernComment_101_FDC61CB5.xml" ContentType="application/vnd.ms-powerpoint.comments+xml"/>
  <Override PartName="/ppt/notesSlides/notesSlide3.xml" ContentType="application/vnd.openxmlformats-officedocument.presentationml.notesSlide+xml"/>
  <Override PartName="/ppt/comments/modernComment_115_1F788BD8.xml" ContentType="application/vnd.ms-powerpoint.comment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9" r:id="rId4"/>
    <p:sldId id="260" r:id="rId5"/>
    <p:sldId id="261" r:id="rId6"/>
    <p:sldId id="262" r:id="rId7"/>
    <p:sldId id="263" r:id="rId8"/>
    <p:sldId id="270" r:id="rId9"/>
    <p:sldId id="277" r:id="rId10"/>
    <p:sldId id="266" r:id="rId11"/>
    <p:sldId id="278" r:id="rId12"/>
    <p:sldId id="267" r:id="rId13"/>
    <p:sldId id="268" r:id="rId14"/>
    <p:sldId id="269" r:id="rId15"/>
    <p:sldId id="275" r:id="rId16"/>
    <p:sldId id="271" r:id="rId17"/>
    <p:sldId id="272" r:id="rId18"/>
    <p:sldId id="273" r:id="rId19"/>
    <p:sldId id="274" r:id="rId20"/>
    <p:sldId id="26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8FCC031-81A3-B21B-57EB-22115A932BF2}" name="Randall Hunt" initials="RH" userId="S::Randall_Hunt@partech.com::4c55b6c8-20fa-4fc5-ad69-633eabcdc40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94E296-D257-309E-9ABA-17C849E01B97}" v="7" dt="2025-04-21T11:35:59.943"/>
    <p1510:client id="{74E3808F-DED8-8944-5C42-9A80CB70BB9A}" v="1" dt="2025-04-22T06:52:35.0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all Hunt" userId="4c55b6c8-20fa-4fc5-ad69-633eabcdc40e" providerId="ADAL" clId="{25BB863F-917F-4353-A68D-C98110E9CABC}"/>
    <pc:docChg chg="undo custSel addSld delSld modSld sldOrd">
      <pc:chgData name="Randall Hunt" userId="4c55b6c8-20fa-4fc5-ad69-633eabcdc40e" providerId="ADAL" clId="{25BB863F-917F-4353-A68D-C98110E9CABC}" dt="2024-08-05T16:55:48.751" v="11411" actId="47"/>
      <pc:docMkLst>
        <pc:docMk/>
      </pc:docMkLst>
      <pc:sldChg chg="modSp mod addCm">
        <pc:chgData name="Randall Hunt" userId="4c55b6c8-20fa-4fc5-ad69-633eabcdc40e" providerId="ADAL" clId="{25BB863F-917F-4353-A68D-C98110E9CABC}" dt="2024-08-05T16:47:12.953" v="11396"/>
        <pc:sldMkLst>
          <pc:docMk/>
          <pc:sldMk cId="2585008612" sldId="256"/>
        </pc:sldMkLst>
        <pc:spChg chg="mod">
          <ac:chgData name="Randall Hunt" userId="4c55b6c8-20fa-4fc5-ad69-633eabcdc40e" providerId="ADAL" clId="{25BB863F-917F-4353-A68D-C98110E9CABC}" dt="2024-07-31T14:45:36.072" v="22" actId="20577"/>
          <ac:spMkLst>
            <pc:docMk/>
            <pc:sldMk cId="2585008612" sldId="256"/>
            <ac:spMk id="2" creationId="{AB2174B4-D9CF-E938-DB3B-9F7CA4FF2812}"/>
          </ac:spMkLst>
        </pc:sp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25BB863F-917F-4353-A68D-C98110E9CABC}" dt="2024-08-05T16:47:12.953" v="11396"/>
              <pc2:cmMkLst xmlns:pc2="http://schemas.microsoft.com/office/powerpoint/2019/9/main/command">
                <pc:docMk/>
                <pc:sldMk cId="2585008612" sldId="256"/>
                <pc2:cmMk id="{AB83B501-A963-4F0A-B9D2-92EBA9AFB5C2}"/>
              </pc2:cmMkLst>
            </pc226:cmChg>
          </p:ext>
        </pc:extLst>
      </pc:sldChg>
      <pc:sldChg chg="addSp modSp new mod addCm">
        <pc:chgData name="Randall Hunt" userId="4c55b6c8-20fa-4fc5-ad69-633eabcdc40e" providerId="ADAL" clId="{25BB863F-917F-4353-A68D-C98110E9CABC}" dt="2024-08-05T16:52:42.183" v="11410"/>
        <pc:sldMkLst>
          <pc:docMk/>
          <pc:sldMk cId="4257619125" sldId="257"/>
        </pc:sldMkLst>
        <pc:spChg chg="mod">
          <ac:chgData name="Randall Hunt" userId="4c55b6c8-20fa-4fc5-ad69-633eabcdc40e" providerId="ADAL" clId="{25BB863F-917F-4353-A68D-C98110E9CABC}" dt="2024-08-05T16:52:24.219" v="11409" actId="20577"/>
          <ac:spMkLst>
            <pc:docMk/>
            <pc:sldMk cId="4257619125" sldId="257"/>
            <ac:spMk id="2" creationId="{EDDB9B4F-DC88-52F7-17EC-ED6C9A79D005}"/>
          </ac:spMkLst>
        </pc:spChg>
        <pc:spChg chg="mod">
          <ac:chgData name="Randall Hunt" userId="4c55b6c8-20fa-4fc5-ad69-633eabcdc40e" providerId="ADAL" clId="{25BB863F-917F-4353-A68D-C98110E9CABC}" dt="2024-07-31T15:33:27.875" v="638" actId="20577"/>
          <ac:spMkLst>
            <pc:docMk/>
            <pc:sldMk cId="4257619125" sldId="257"/>
            <ac:spMk id="3" creationId="{2596F0BC-0BD0-4958-366F-28FD8E9EDC00}"/>
          </ac:spMkLst>
        </pc:spChg>
        <pc:picChg chg="add mod">
          <ac:chgData name="Randall Hunt" userId="4c55b6c8-20fa-4fc5-ad69-633eabcdc40e" providerId="ADAL" clId="{25BB863F-917F-4353-A68D-C98110E9CABC}" dt="2024-07-31T15:29:24.227" v="617" actId="1076"/>
          <ac:picMkLst>
            <pc:docMk/>
            <pc:sldMk cId="4257619125" sldId="257"/>
            <ac:picMk id="5" creationId="{DCC366B9-9EF9-3CD9-8175-9F6A82AF9C43}"/>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25BB863F-917F-4353-A68D-C98110E9CABC}" dt="2024-08-05T16:52:42.183" v="11410"/>
              <pc2:cmMkLst xmlns:pc2="http://schemas.microsoft.com/office/powerpoint/2019/9/main/command">
                <pc:docMk/>
                <pc:sldMk cId="4257619125" sldId="257"/>
                <pc2:cmMk id="{A7545734-D16D-4922-90DD-A818A5FDD5DE}"/>
              </pc2:cmMkLst>
            </pc226:cmChg>
          </p:ext>
        </pc:extLst>
      </pc:sldChg>
      <pc:sldChg chg="modSp new del mod">
        <pc:chgData name="Randall Hunt" userId="4c55b6c8-20fa-4fc5-ad69-633eabcdc40e" providerId="ADAL" clId="{25BB863F-917F-4353-A68D-C98110E9CABC}" dt="2024-07-31T15:49:49.703" v="1880" actId="47"/>
        <pc:sldMkLst>
          <pc:docMk/>
          <pc:sldMk cId="4281893910" sldId="258"/>
        </pc:sldMkLst>
        <pc:spChg chg="mod">
          <ac:chgData name="Randall Hunt" userId="4c55b6c8-20fa-4fc5-ad69-633eabcdc40e" providerId="ADAL" clId="{25BB863F-917F-4353-A68D-C98110E9CABC}" dt="2024-07-31T15:34:00.307" v="703" actId="20577"/>
          <ac:spMkLst>
            <pc:docMk/>
            <pc:sldMk cId="4281893910" sldId="258"/>
            <ac:spMk id="2" creationId="{2E2029E4-2C5F-E40B-08C9-1A1A7EEC5E8E}"/>
          </ac:spMkLst>
        </pc:spChg>
        <pc:spChg chg="mod">
          <ac:chgData name="Randall Hunt" userId="4c55b6c8-20fa-4fc5-ad69-633eabcdc40e" providerId="ADAL" clId="{25BB863F-917F-4353-A68D-C98110E9CABC}" dt="2024-07-31T15:35:18.370" v="916" actId="20577"/>
          <ac:spMkLst>
            <pc:docMk/>
            <pc:sldMk cId="4281893910" sldId="258"/>
            <ac:spMk id="3" creationId="{AD2E1BA7-0E11-3070-C144-1AC43BFB9AE4}"/>
          </ac:spMkLst>
        </pc:spChg>
      </pc:sldChg>
      <pc:sldChg chg="addSp modSp new mod">
        <pc:chgData name="Randall Hunt" userId="4c55b6c8-20fa-4fc5-ad69-633eabcdc40e" providerId="ADAL" clId="{25BB863F-917F-4353-A68D-C98110E9CABC}" dt="2024-07-31T15:50:03.265" v="1896" actId="20577"/>
        <pc:sldMkLst>
          <pc:docMk/>
          <pc:sldMk cId="1300598534" sldId="259"/>
        </pc:sldMkLst>
        <pc:spChg chg="mod">
          <ac:chgData name="Randall Hunt" userId="4c55b6c8-20fa-4fc5-ad69-633eabcdc40e" providerId="ADAL" clId="{25BB863F-917F-4353-A68D-C98110E9CABC}" dt="2024-07-31T15:36:14.912" v="940" actId="20577"/>
          <ac:spMkLst>
            <pc:docMk/>
            <pc:sldMk cId="1300598534" sldId="259"/>
            <ac:spMk id="2" creationId="{5F8318D7-1D0E-FC46-7130-08874E5A3947}"/>
          </ac:spMkLst>
        </pc:spChg>
        <pc:spChg chg="mod">
          <ac:chgData name="Randall Hunt" userId="4c55b6c8-20fa-4fc5-ad69-633eabcdc40e" providerId="ADAL" clId="{25BB863F-917F-4353-A68D-C98110E9CABC}" dt="2024-07-31T15:50:03.265" v="1896" actId="20577"/>
          <ac:spMkLst>
            <pc:docMk/>
            <pc:sldMk cId="1300598534" sldId="259"/>
            <ac:spMk id="3" creationId="{DD469823-D135-B3F2-DF84-A23F1D31849C}"/>
          </ac:spMkLst>
        </pc:spChg>
        <pc:picChg chg="add mod">
          <ac:chgData name="Randall Hunt" userId="4c55b6c8-20fa-4fc5-ad69-633eabcdc40e" providerId="ADAL" clId="{25BB863F-917F-4353-A68D-C98110E9CABC}" dt="2024-07-31T15:40:26.116" v="1364" actId="1076"/>
          <ac:picMkLst>
            <pc:docMk/>
            <pc:sldMk cId="1300598534" sldId="259"/>
            <ac:picMk id="5" creationId="{55AE5061-A21B-BEAF-2C9C-C35020007B44}"/>
          </ac:picMkLst>
        </pc:picChg>
      </pc:sldChg>
      <pc:sldChg chg="addSp modSp new mod">
        <pc:chgData name="Randall Hunt" userId="4c55b6c8-20fa-4fc5-ad69-633eabcdc40e" providerId="ADAL" clId="{25BB863F-917F-4353-A68D-C98110E9CABC}" dt="2024-07-31T15:52:42.635" v="2103" actId="20577"/>
        <pc:sldMkLst>
          <pc:docMk/>
          <pc:sldMk cId="3277258520" sldId="260"/>
        </pc:sldMkLst>
        <pc:spChg chg="mod">
          <ac:chgData name="Randall Hunt" userId="4c55b6c8-20fa-4fc5-ad69-633eabcdc40e" providerId="ADAL" clId="{25BB863F-917F-4353-A68D-C98110E9CABC}" dt="2024-07-31T15:52:42.635" v="2103" actId="20577"/>
          <ac:spMkLst>
            <pc:docMk/>
            <pc:sldMk cId="3277258520" sldId="260"/>
            <ac:spMk id="2" creationId="{B225593E-52B2-A64A-BB29-B45D3E9F6D61}"/>
          </ac:spMkLst>
        </pc:spChg>
        <pc:spChg chg="mod">
          <ac:chgData name="Randall Hunt" userId="4c55b6c8-20fa-4fc5-ad69-633eabcdc40e" providerId="ADAL" clId="{25BB863F-917F-4353-A68D-C98110E9CABC}" dt="2024-07-31T15:52:16.728" v="2094" actId="14100"/>
          <ac:spMkLst>
            <pc:docMk/>
            <pc:sldMk cId="3277258520" sldId="260"/>
            <ac:spMk id="3" creationId="{7987B7EE-D78D-5865-2AE1-4D9EB1B4E04D}"/>
          </ac:spMkLst>
        </pc:spChg>
        <pc:picChg chg="add mod">
          <ac:chgData name="Randall Hunt" userId="4c55b6c8-20fa-4fc5-ad69-633eabcdc40e" providerId="ADAL" clId="{25BB863F-917F-4353-A68D-C98110E9CABC}" dt="2024-07-31T15:52:12.647" v="2093" actId="14100"/>
          <ac:picMkLst>
            <pc:docMk/>
            <pc:sldMk cId="3277258520" sldId="260"/>
            <ac:picMk id="5" creationId="{199AB6CE-AB6F-7BE3-D5D6-1B1AB8286F44}"/>
          </ac:picMkLst>
        </pc:picChg>
      </pc:sldChg>
      <pc:sldChg chg="addSp modSp new mod">
        <pc:chgData name="Randall Hunt" userId="4c55b6c8-20fa-4fc5-ad69-633eabcdc40e" providerId="ADAL" clId="{25BB863F-917F-4353-A68D-C98110E9CABC}" dt="2024-07-31T15:56:45.656" v="2495" actId="1076"/>
        <pc:sldMkLst>
          <pc:docMk/>
          <pc:sldMk cId="3559342382" sldId="261"/>
        </pc:sldMkLst>
        <pc:spChg chg="mod">
          <ac:chgData name="Randall Hunt" userId="4c55b6c8-20fa-4fc5-ad69-633eabcdc40e" providerId="ADAL" clId="{25BB863F-917F-4353-A68D-C98110E9CABC}" dt="2024-07-31T15:56:33.843" v="2491" actId="1076"/>
          <ac:spMkLst>
            <pc:docMk/>
            <pc:sldMk cId="3559342382" sldId="261"/>
            <ac:spMk id="2" creationId="{F6E38885-C5D0-7CBB-C01C-E11420325D6A}"/>
          </ac:spMkLst>
        </pc:spChg>
        <pc:spChg chg="mod">
          <ac:chgData name="Randall Hunt" userId="4c55b6c8-20fa-4fc5-ad69-633eabcdc40e" providerId="ADAL" clId="{25BB863F-917F-4353-A68D-C98110E9CABC}" dt="2024-07-31T15:56:38.529" v="2493" actId="20577"/>
          <ac:spMkLst>
            <pc:docMk/>
            <pc:sldMk cId="3559342382" sldId="261"/>
            <ac:spMk id="3" creationId="{08E4CA69-F5A5-FFE6-02AB-039CE07CBCB3}"/>
          </ac:spMkLst>
        </pc:spChg>
        <pc:picChg chg="add mod">
          <ac:chgData name="Randall Hunt" userId="4c55b6c8-20fa-4fc5-ad69-633eabcdc40e" providerId="ADAL" clId="{25BB863F-917F-4353-A68D-C98110E9CABC}" dt="2024-07-31T15:54:04.516" v="2287" actId="1076"/>
          <ac:picMkLst>
            <pc:docMk/>
            <pc:sldMk cId="3559342382" sldId="261"/>
            <ac:picMk id="5" creationId="{355960F2-9506-7E7D-56F7-E6075B0C92E7}"/>
          </ac:picMkLst>
        </pc:picChg>
        <pc:picChg chg="add mod">
          <ac:chgData name="Randall Hunt" userId="4c55b6c8-20fa-4fc5-ad69-633eabcdc40e" providerId="ADAL" clId="{25BB863F-917F-4353-A68D-C98110E9CABC}" dt="2024-07-31T15:56:45.656" v="2495" actId="1076"/>
          <ac:picMkLst>
            <pc:docMk/>
            <pc:sldMk cId="3559342382" sldId="261"/>
            <ac:picMk id="7" creationId="{D7BF5A4A-F4D2-6909-5DBE-85E9617956D0}"/>
          </ac:picMkLst>
        </pc:picChg>
      </pc:sldChg>
      <pc:sldChg chg="modSp new mod">
        <pc:chgData name="Randall Hunt" userId="4c55b6c8-20fa-4fc5-ad69-633eabcdc40e" providerId="ADAL" clId="{25BB863F-917F-4353-A68D-C98110E9CABC}" dt="2024-07-31T16:10:55.036" v="3317" actId="27636"/>
        <pc:sldMkLst>
          <pc:docMk/>
          <pc:sldMk cId="3318365999" sldId="262"/>
        </pc:sldMkLst>
        <pc:spChg chg="mod">
          <ac:chgData name="Randall Hunt" userId="4c55b6c8-20fa-4fc5-ad69-633eabcdc40e" providerId="ADAL" clId="{25BB863F-917F-4353-A68D-C98110E9CABC}" dt="2024-07-31T15:57:10.251" v="2520" actId="20577"/>
          <ac:spMkLst>
            <pc:docMk/>
            <pc:sldMk cId="3318365999" sldId="262"/>
            <ac:spMk id="2" creationId="{40793CDC-DFF9-EA73-28AA-A29AF7201EFE}"/>
          </ac:spMkLst>
        </pc:spChg>
        <pc:spChg chg="mod">
          <ac:chgData name="Randall Hunt" userId="4c55b6c8-20fa-4fc5-ad69-633eabcdc40e" providerId="ADAL" clId="{25BB863F-917F-4353-A68D-C98110E9CABC}" dt="2024-07-31T16:10:55.036" v="3317" actId="27636"/>
          <ac:spMkLst>
            <pc:docMk/>
            <pc:sldMk cId="3318365999" sldId="262"/>
            <ac:spMk id="3" creationId="{283246DE-4BCD-0B6C-25A5-16B77BC1DC08}"/>
          </ac:spMkLst>
        </pc:spChg>
      </pc:sldChg>
      <pc:sldChg chg="modSp new mod">
        <pc:chgData name="Randall Hunt" userId="4c55b6c8-20fa-4fc5-ad69-633eabcdc40e" providerId="ADAL" clId="{25BB863F-917F-4353-A68D-C98110E9CABC}" dt="2024-07-31T16:20:44.757" v="4182" actId="14100"/>
        <pc:sldMkLst>
          <pc:docMk/>
          <pc:sldMk cId="3269087965" sldId="263"/>
        </pc:sldMkLst>
        <pc:spChg chg="mod">
          <ac:chgData name="Randall Hunt" userId="4c55b6c8-20fa-4fc5-ad69-633eabcdc40e" providerId="ADAL" clId="{25BB863F-917F-4353-A68D-C98110E9CABC}" dt="2024-07-31T16:15:25.270" v="3354" actId="20577"/>
          <ac:spMkLst>
            <pc:docMk/>
            <pc:sldMk cId="3269087965" sldId="263"/>
            <ac:spMk id="2" creationId="{DC0D2AE4-8E03-5271-AEC3-CC4C881F04C5}"/>
          </ac:spMkLst>
        </pc:spChg>
        <pc:spChg chg="mod">
          <ac:chgData name="Randall Hunt" userId="4c55b6c8-20fa-4fc5-ad69-633eabcdc40e" providerId="ADAL" clId="{25BB863F-917F-4353-A68D-C98110E9CABC}" dt="2024-07-31T16:20:44.757" v="4182" actId="14100"/>
          <ac:spMkLst>
            <pc:docMk/>
            <pc:sldMk cId="3269087965" sldId="263"/>
            <ac:spMk id="3" creationId="{9808B016-E420-2EE6-D442-748C0DCA1FAF}"/>
          </ac:spMkLst>
        </pc:spChg>
      </pc:sldChg>
      <pc:sldChg chg="addSp modSp new mod">
        <pc:chgData name="Randall Hunt" userId="4c55b6c8-20fa-4fc5-ad69-633eabcdc40e" providerId="ADAL" clId="{25BB863F-917F-4353-A68D-C98110E9CABC}" dt="2024-07-31T16:22:57.448" v="4437" actId="1076"/>
        <pc:sldMkLst>
          <pc:docMk/>
          <pc:sldMk cId="3354383370" sldId="264"/>
        </pc:sldMkLst>
        <pc:spChg chg="mod">
          <ac:chgData name="Randall Hunt" userId="4c55b6c8-20fa-4fc5-ad69-633eabcdc40e" providerId="ADAL" clId="{25BB863F-917F-4353-A68D-C98110E9CABC}" dt="2024-07-31T16:21:24.042" v="4256" actId="20577"/>
          <ac:spMkLst>
            <pc:docMk/>
            <pc:sldMk cId="3354383370" sldId="264"/>
            <ac:spMk id="2" creationId="{FA0AA727-7E4F-CE46-5437-4F662033111A}"/>
          </ac:spMkLst>
        </pc:spChg>
        <pc:spChg chg="mod">
          <ac:chgData name="Randall Hunt" userId="4c55b6c8-20fa-4fc5-ad69-633eabcdc40e" providerId="ADAL" clId="{25BB863F-917F-4353-A68D-C98110E9CABC}" dt="2024-07-31T16:22:34.545" v="4435" actId="14100"/>
          <ac:spMkLst>
            <pc:docMk/>
            <pc:sldMk cId="3354383370" sldId="264"/>
            <ac:spMk id="3" creationId="{31300A3A-5319-EC4B-11D7-84F0E2D7E42D}"/>
          </ac:spMkLst>
        </pc:spChg>
        <pc:spChg chg="add mod">
          <ac:chgData name="Randall Hunt" userId="4c55b6c8-20fa-4fc5-ad69-633eabcdc40e" providerId="ADAL" clId="{25BB863F-917F-4353-A68D-C98110E9CABC}" dt="2024-07-31T16:22:21.811" v="4432" actId="14100"/>
          <ac:spMkLst>
            <pc:docMk/>
            <pc:sldMk cId="3354383370" sldId="264"/>
            <ac:spMk id="4" creationId="{EBFB72D7-7BC1-07E1-BB4F-6D3021E4A8A3}"/>
          </ac:spMkLst>
        </pc:spChg>
        <pc:picChg chg="add mod">
          <ac:chgData name="Randall Hunt" userId="4c55b6c8-20fa-4fc5-ad69-633eabcdc40e" providerId="ADAL" clId="{25BB863F-917F-4353-A68D-C98110E9CABC}" dt="2024-07-31T16:22:57.448" v="4437" actId="1076"/>
          <ac:picMkLst>
            <pc:docMk/>
            <pc:sldMk cId="3354383370" sldId="264"/>
            <ac:picMk id="6" creationId="{7ADFF8ED-BF75-6DFD-6284-63A9DBA0021E}"/>
          </ac:picMkLst>
        </pc:picChg>
      </pc:sldChg>
      <pc:sldChg chg="modSp new del mod">
        <pc:chgData name="Randall Hunt" userId="4c55b6c8-20fa-4fc5-ad69-633eabcdc40e" providerId="ADAL" clId="{25BB863F-917F-4353-A68D-C98110E9CABC}" dt="2024-08-02T19:56:58.722" v="11346" actId="47"/>
        <pc:sldMkLst>
          <pc:docMk/>
          <pc:sldMk cId="3757515151" sldId="265"/>
        </pc:sldMkLst>
        <pc:spChg chg="mod">
          <ac:chgData name="Randall Hunt" userId="4c55b6c8-20fa-4fc5-ad69-633eabcdc40e" providerId="ADAL" clId="{25BB863F-917F-4353-A68D-C98110E9CABC}" dt="2024-07-31T16:23:57.946" v="4445" actId="20577"/>
          <ac:spMkLst>
            <pc:docMk/>
            <pc:sldMk cId="3757515151" sldId="265"/>
            <ac:spMk id="2" creationId="{EC1083C2-E051-F475-42AC-0BEDF5AE350B}"/>
          </ac:spMkLst>
        </pc:spChg>
        <pc:spChg chg="mod">
          <ac:chgData name="Randall Hunt" userId="4c55b6c8-20fa-4fc5-ad69-633eabcdc40e" providerId="ADAL" clId="{25BB863F-917F-4353-A68D-C98110E9CABC}" dt="2024-07-31T16:38:55.630" v="5621" actId="20577"/>
          <ac:spMkLst>
            <pc:docMk/>
            <pc:sldMk cId="3757515151" sldId="265"/>
            <ac:spMk id="3" creationId="{192CE42F-F86E-30A6-6610-18DC2049BD0F}"/>
          </ac:spMkLst>
        </pc:spChg>
      </pc:sldChg>
      <pc:sldChg chg="modSp new mod">
        <pc:chgData name="Randall Hunt" userId="4c55b6c8-20fa-4fc5-ad69-633eabcdc40e" providerId="ADAL" clId="{25BB863F-917F-4353-A68D-C98110E9CABC}" dt="2024-07-31T16:35:47.843" v="5521" actId="14100"/>
        <pc:sldMkLst>
          <pc:docMk/>
          <pc:sldMk cId="4122923558" sldId="266"/>
        </pc:sldMkLst>
        <pc:spChg chg="mod">
          <ac:chgData name="Randall Hunt" userId="4c55b6c8-20fa-4fc5-ad69-633eabcdc40e" providerId="ADAL" clId="{25BB863F-917F-4353-A68D-C98110E9CABC}" dt="2024-07-31T16:26:36.054" v="4610" actId="20577"/>
          <ac:spMkLst>
            <pc:docMk/>
            <pc:sldMk cId="4122923558" sldId="266"/>
            <ac:spMk id="2" creationId="{30EC1C6E-06DB-5E88-F044-A4728184DD28}"/>
          </ac:spMkLst>
        </pc:spChg>
        <pc:spChg chg="mod">
          <ac:chgData name="Randall Hunt" userId="4c55b6c8-20fa-4fc5-ad69-633eabcdc40e" providerId="ADAL" clId="{25BB863F-917F-4353-A68D-C98110E9CABC}" dt="2024-07-31T16:35:47.843" v="5521" actId="14100"/>
          <ac:spMkLst>
            <pc:docMk/>
            <pc:sldMk cId="4122923558" sldId="266"/>
            <ac:spMk id="3" creationId="{24D11B78-B9AD-31B2-8D93-581E3ED7C9E8}"/>
          </ac:spMkLst>
        </pc:spChg>
      </pc:sldChg>
      <pc:sldChg chg="modSp new mod">
        <pc:chgData name="Randall Hunt" userId="4c55b6c8-20fa-4fc5-ad69-633eabcdc40e" providerId="ADAL" clId="{25BB863F-917F-4353-A68D-C98110E9CABC}" dt="2024-07-31T16:41:52.535" v="6161" actId="20577"/>
        <pc:sldMkLst>
          <pc:docMk/>
          <pc:sldMk cId="2248893139" sldId="267"/>
        </pc:sldMkLst>
        <pc:spChg chg="mod">
          <ac:chgData name="Randall Hunt" userId="4c55b6c8-20fa-4fc5-ad69-633eabcdc40e" providerId="ADAL" clId="{25BB863F-917F-4353-A68D-C98110E9CABC}" dt="2024-07-31T16:39:22.189" v="5650" actId="20577"/>
          <ac:spMkLst>
            <pc:docMk/>
            <pc:sldMk cId="2248893139" sldId="267"/>
            <ac:spMk id="2" creationId="{C34BFA26-CC6B-2BEC-1B2B-5DA8E5D2CEE8}"/>
          </ac:spMkLst>
        </pc:spChg>
        <pc:spChg chg="mod">
          <ac:chgData name="Randall Hunt" userId="4c55b6c8-20fa-4fc5-ad69-633eabcdc40e" providerId="ADAL" clId="{25BB863F-917F-4353-A68D-C98110E9CABC}" dt="2024-07-31T16:41:52.535" v="6161" actId="20577"/>
          <ac:spMkLst>
            <pc:docMk/>
            <pc:sldMk cId="2248893139" sldId="267"/>
            <ac:spMk id="3" creationId="{72AD8CC8-0F26-86CA-2813-10D85D993405}"/>
          </ac:spMkLst>
        </pc:spChg>
      </pc:sldChg>
      <pc:sldChg chg="addSp modSp new mod">
        <pc:chgData name="Randall Hunt" userId="4c55b6c8-20fa-4fc5-ad69-633eabcdc40e" providerId="ADAL" clId="{25BB863F-917F-4353-A68D-C98110E9CABC}" dt="2024-07-31T16:50:04.509" v="7174" actId="1076"/>
        <pc:sldMkLst>
          <pc:docMk/>
          <pc:sldMk cId="3298509523" sldId="268"/>
        </pc:sldMkLst>
        <pc:spChg chg="mod">
          <ac:chgData name="Randall Hunt" userId="4c55b6c8-20fa-4fc5-ad69-633eabcdc40e" providerId="ADAL" clId="{25BB863F-917F-4353-A68D-C98110E9CABC}" dt="2024-07-31T16:42:01.177" v="6198" actId="20577"/>
          <ac:spMkLst>
            <pc:docMk/>
            <pc:sldMk cId="3298509523" sldId="268"/>
            <ac:spMk id="2" creationId="{5A09533A-4C9F-AA57-DD40-BB0870C1D6C8}"/>
          </ac:spMkLst>
        </pc:spChg>
        <pc:spChg chg="mod">
          <ac:chgData name="Randall Hunt" userId="4c55b6c8-20fa-4fc5-ad69-633eabcdc40e" providerId="ADAL" clId="{25BB863F-917F-4353-A68D-C98110E9CABC}" dt="2024-07-31T16:50:01.730" v="7173" actId="20577"/>
          <ac:spMkLst>
            <pc:docMk/>
            <pc:sldMk cId="3298509523" sldId="268"/>
            <ac:spMk id="3" creationId="{4543BEB3-917E-EBDB-E9B0-6A4FDB078CAC}"/>
          </ac:spMkLst>
        </pc:spChg>
        <pc:picChg chg="add mod">
          <ac:chgData name="Randall Hunt" userId="4c55b6c8-20fa-4fc5-ad69-633eabcdc40e" providerId="ADAL" clId="{25BB863F-917F-4353-A68D-C98110E9CABC}" dt="2024-07-31T16:50:04.509" v="7174" actId="1076"/>
          <ac:picMkLst>
            <pc:docMk/>
            <pc:sldMk cId="3298509523" sldId="268"/>
            <ac:picMk id="5" creationId="{57A55E5D-2CBB-140E-6519-F1B46F1907B3}"/>
          </ac:picMkLst>
        </pc:picChg>
      </pc:sldChg>
      <pc:sldChg chg="addSp delSp modSp new mod">
        <pc:chgData name="Randall Hunt" userId="4c55b6c8-20fa-4fc5-ad69-633eabcdc40e" providerId="ADAL" clId="{25BB863F-917F-4353-A68D-C98110E9CABC}" dt="2024-07-31T16:49:37.200" v="7170" actId="14100"/>
        <pc:sldMkLst>
          <pc:docMk/>
          <pc:sldMk cId="3877813109" sldId="269"/>
        </pc:sldMkLst>
        <pc:spChg chg="mod">
          <ac:chgData name="Randall Hunt" userId="4c55b6c8-20fa-4fc5-ad69-633eabcdc40e" providerId="ADAL" clId="{25BB863F-917F-4353-A68D-C98110E9CABC}" dt="2024-07-31T16:46:46.956" v="6989" actId="20577"/>
          <ac:spMkLst>
            <pc:docMk/>
            <pc:sldMk cId="3877813109" sldId="269"/>
            <ac:spMk id="2" creationId="{2F3BFA96-B492-D06B-B68C-CFF9362A3E27}"/>
          </ac:spMkLst>
        </pc:spChg>
        <pc:spChg chg="mod">
          <ac:chgData name="Randall Hunt" userId="4c55b6c8-20fa-4fc5-ad69-633eabcdc40e" providerId="ADAL" clId="{25BB863F-917F-4353-A68D-C98110E9CABC}" dt="2024-07-31T16:47:57.628" v="7159" actId="20577"/>
          <ac:spMkLst>
            <pc:docMk/>
            <pc:sldMk cId="3877813109" sldId="269"/>
            <ac:spMk id="3" creationId="{A053AA75-4DF3-93CE-6A97-170758D79EFF}"/>
          </ac:spMkLst>
        </pc:spChg>
        <pc:picChg chg="add del mod">
          <ac:chgData name="Randall Hunt" userId="4c55b6c8-20fa-4fc5-ad69-633eabcdc40e" providerId="ADAL" clId="{25BB863F-917F-4353-A68D-C98110E9CABC}" dt="2024-07-31T16:49:14.963" v="7164" actId="478"/>
          <ac:picMkLst>
            <pc:docMk/>
            <pc:sldMk cId="3877813109" sldId="269"/>
            <ac:picMk id="5" creationId="{79A8E688-322F-70B0-E1A1-B145156C0290}"/>
          </ac:picMkLst>
        </pc:picChg>
        <pc:picChg chg="add mod">
          <ac:chgData name="Randall Hunt" userId="4c55b6c8-20fa-4fc5-ad69-633eabcdc40e" providerId="ADAL" clId="{25BB863F-917F-4353-A68D-C98110E9CABC}" dt="2024-07-31T16:49:37.200" v="7170" actId="14100"/>
          <ac:picMkLst>
            <pc:docMk/>
            <pc:sldMk cId="3877813109" sldId="269"/>
            <ac:picMk id="7" creationId="{7CFDC428-BE07-2992-AE4F-FB9666C46343}"/>
          </ac:picMkLst>
        </pc:picChg>
      </pc:sldChg>
      <pc:sldChg chg="modSp new mod">
        <pc:chgData name="Randall Hunt" userId="4c55b6c8-20fa-4fc5-ad69-633eabcdc40e" providerId="ADAL" clId="{25BB863F-917F-4353-A68D-C98110E9CABC}" dt="2024-07-31T16:56:36.703" v="7815" actId="20577"/>
        <pc:sldMkLst>
          <pc:docMk/>
          <pc:sldMk cId="3711227240" sldId="270"/>
        </pc:sldMkLst>
        <pc:spChg chg="mod">
          <ac:chgData name="Randall Hunt" userId="4c55b6c8-20fa-4fc5-ad69-633eabcdc40e" providerId="ADAL" clId="{25BB863F-917F-4353-A68D-C98110E9CABC}" dt="2024-07-31T16:56:36.703" v="7815" actId="20577"/>
          <ac:spMkLst>
            <pc:docMk/>
            <pc:sldMk cId="3711227240" sldId="270"/>
            <ac:spMk id="2" creationId="{B6F1BA9C-C5FF-AD29-AE95-C14B50E9EB40}"/>
          </ac:spMkLst>
        </pc:spChg>
        <pc:spChg chg="mod">
          <ac:chgData name="Randall Hunt" userId="4c55b6c8-20fa-4fc5-ad69-633eabcdc40e" providerId="ADAL" clId="{25BB863F-917F-4353-A68D-C98110E9CABC}" dt="2024-07-31T16:56:14.622" v="7764" actId="27636"/>
          <ac:spMkLst>
            <pc:docMk/>
            <pc:sldMk cId="3711227240" sldId="270"/>
            <ac:spMk id="3" creationId="{413EDDB9-9F62-AD60-696D-1C3613A6AD13}"/>
          </ac:spMkLst>
        </pc:spChg>
      </pc:sldChg>
      <pc:sldChg chg="modSp new mod ord">
        <pc:chgData name="Randall Hunt" userId="4c55b6c8-20fa-4fc5-ad69-633eabcdc40e" providerId="ADAL" clId="{25BB863F-917F-4353-A68D-C98110E9CABC}" dt="2024-08-02T20:50:30.024" v="11351" actId="20577"/>
        <pc:sldMkLst>
          <pc:docMk/>
          <pc:sldMk cId="1216443268" sldId="271"/>
        </pc:sldMkLst>
        <pc:spChg chg="mod">
          <ac:chgData name="Randall Hunt" userId="4c55b6c8-20fa-4fc5-ad69-633eabcdc40e" providerId="ADAL" clId="{25BB863F-917F-4353-A68D-C98110E9CABC}" dt="2024-08-02T20:50:30.024" v="11351" actId="20577"/>
          <ac:spMkLst>
            <pc:docMk/>
            <pc:sldMk cId="1216443268" sldId="271"/>
            <ac:spMk id="2" creationId="{4FF9A1E9-154D-0E06-7F6E-0EDF00466DC3}"/>
          </ac:spMkLst>
        </pc:spChg>
        <pc:spChg chg="mod">
          <ac:chgData name="Randall Hunt" userId="4c55b6c8-20fa-4fc5-ad69-633eabcdc40e" providerId="ADAL" clId="{25BB863F-917F-4353-A68D-C98110E9CABC}" dt="2024-07-31T17:35:30.749" v="8828" actId="27636"/>
          <ac:spMkLst>
            <pc:docMk/>
            <pc:sldMk cId="1216443268" sldId="271"/>
            <ac:spMk id="3" creationId="{3FC09186-1D51-101B-5630-95DCD0D72538}"/>
          </ac:spMkLst>
        </pc:spChg>
      </pc:sldChg>
      <pc:sldChg chg="modSp new mod">
        <pc:chgData name="Randall Hunt" userId="4c55b6c8-20fa-4fc5-ad69-633eabcdc40e" providerId="ADAL" clId="{25BB863F-917F-4353-A68D-C98110E9CABC}" dt="2024-08-02T20:50:36.031" v="11355" actId="20577"/>
        <pc:sldMkLst>
          <pc:docMk/>
          <pc:sldMk cId="3023784994" sldId="272"/>
        </pc:sldMkLst>
        <pc:spChg chg="mod">
          <ac:chgData name="Randall Hunt" userId="4c55b6c8-20fa-4fc5-ad69-633eabcdc40e" providerId="ADAL" clId="{25BB863F-917F-4353-A68D-C98110E9CABC}" dt="2024-08-02T20:50:36.031" v="11355" actId="20577"/>
          <ac:spMkLst>
            <pc:docMk/>
            <pc:sldMk cId="3023784994" sldId="272"/>
            <ac:spMk id="2" creationId="{47625D1E-8D5E-A284-AD48-2832F67FB3A9}"/>
          </ac:spMkLst>
        </pc:spChg>
        <pc:spChg chg="mod">
          <ac:chgData name="Randall Hunt" userId="4c55b6c8-20fa-4fc5-ad69-633eabcdc40e" providerId="ADAL" clId="{25BB863F-917F-4353-A68D-C98110E9CABC}" dt="2024-07-31T17:42:53.058" v="9616" actId="14100"/>
          <ac:spMkLst>
            <pc:docMk/>
            <pc:sldMk cId="3023784994" sldId="272"/>
            <ac:spMk id="3" creationId="{C0125BEB-77BE-0E84-FD3A-991352DACEA1}"/>
          </ac:spMkLst>
        </pc:spChg>
      </pc:sldChg>
      <pc:sldChg chg="modSp new mod">
        <pc:chgData name="Randall Hunt" userId="4c55b6c8-20fa-4fc5-ad69-633eabcdc40e" providerId="ADAL" clId="{25BB863F-917F-4353-A68D-C98110E9CABC}" dt="2024-07-31T17:50:41.285" v="10571" actId="14100"/>
        <pc:sldMkLst>
          <pc:docMk/>
          <pc:sldMk cId="699863815" sldId="273"/>
        </pc:sldMkLst>
        <pc:spChg chg="mod">
          <ac:chgData name="Randall Hunt" userId="4c55b6c8-20fa-4fc5-ad69-633eabcdc40e" providerId="ADAL" clId="{25BB863F-917F-4353-A68D-C98110E9CABC}" dt="2024-07-31T17:50:35.388" v="10569" actId="20577"/>
          <ac:spMkLst>
            <pc:docMk/>
            <pc:sldMk cId="699863815" sldId="273"/>
            <ac:spMk id="2" creationId="{F11D2CEB-80AB-4082-2525-08041EEC8EBF}"/>
          </ac:spMkLst>
        </pc:spChg>
        <pc:spChg chg="mod">
          <ac:chgData name="Randall Hunt" userId="4c55b6c8-20fa-4fc5-ad69-633eabcdc40e" providerId="ADAL" clId="{25BB863F-917F-4353-A68D-C98110E9CABC}" dt="2024-07-31T17:50:41.285" v="10571" actId="14100"/>
          <ac:spMkLst>
            <pc:docMk/>
            <pc:sldMk cId="699863815" sldId="273"/>
            <ac:spMk id="3" creationId="{981233B5-34A4-074E-6E0A-9BDC9B03784C}"/>
          </ac:spMkLst>
        </pc:spChg>
      </pc:sldChg>
      <pc:sldChg chg="addSp modSp new mod">
        <pc:chgData name="Randall Hunt" userId="4c55b6c8-20fa-4fc5-ad69-633eabcdc40e" providerId="ADAL" clId="{25BB863F-917F-4353-A68D-C98110E9CABC}" dt="2024-07-31T17:56:37.865" v="11222" actId="20577"/>
        <pc:sldMkLst>
          <pc:docMk/>
          <pc:sldMk cId="3186304314" sldId="274"/>
        </pc:sldMkLst>
        <pc:spChg chg="mod">
          <ac:chgData name="Randall Hunt" userId="4c55b6c8-20fa-4fc5-ad69-633eabcdc40e" providerId="ADAL" clId="{25BB863F-917F-4353-A68D-C98110E9CABC}" dt="2024-07-31T17:51:20.413" v="10591" actId="20577"/>
          <ac:spMkLst>
            <pc:docMk/>
            <pc:sldMk cId="3186304314" sldId="274"/>
            <ac:spMk id="2" creationId="{9F180D7C-3E17-1E1E-0454-1464A5B5129D}"/>
          </ac:spMkLst>
        </pc:spChg>
        <pc:spChg chg="mod">
          <ac:chgData name="Randall Hunt" userId="4c55b6c8-20fa-4fc5-ad69-633eabcdc40e" providerId="ADAL" clId="{25BB863F-917F-4353-A68D-C98110E9CABC}" dt="2024-07-31T17:56:37.865" v="11222" actId="20577"/>
          <ac:spMkLst>
            <pc:docMk/>
            <pc:sldMk cId="3186304314" sldId="274"/>
            <ac:spMk id="3" creationId="{3B9D7D4D-E8BE-90DE-99EB-FDEFEC6EA000}"/>
          </ac:spMkLst>
        </pc:spChg>
        <pc:picChg chg="add mod">
          <ac:chgData name="Randall Hunt" userId="4c55b6c8-20fa-4fc5-ad69-633eabcdc40e" providerId="ADAL" clId="{25BB863F-917F-4353-A68D-C98110E9CABC}" dt="2024-07-31T17:55:43.574" v="11073" actId="1076"/>
          <ac:picMkLst>
            <pc:docMk/>
            <pc:sldMk cId="3186304314" sldId="274"/>
            <ac:picMk id="5" creationId="{4FAE047D-EB65-983C-CFB9-EEE71C422B87}"/>
          </ac:picMkLst>
        </pc:picChg>
      </pc:sldChg>
      <pc:sldChg chg="modSp new mod">
        <pc:chgData name="Randall Hunt" userId="4c55b6c8-20fa-4fc5-ad69-633eabcdc40e" providerId="ADAL" clId="{25BB863F-917F-4353-A68D-C98110E9CABC}" dt="2024-08-02T18:17:37.517" v="11345" actId="20577"/>
        <pc:sldMkLst>
          <pc:docMk/>
          <pc:sldMk cId="3569385683" sldId="275"/>
        </pc:sldMkLst>
        <pc:spChg chg="mod">
          <ac:chgData name="Randall Hunt" userId="4c55b6c8-20fa-4fc5-ad69-633eabcdc40e" providerId="ADAL" clId="{25BB863F-917F-4353-A68D-C98110E9CABC}" dt="2024-07-31T19:02:19.741" v="11289"/>
          <ac:spMkLst>
            <pc:docMk/>
            <pc:sldMk cId="3569385683" sldId="275"/>
            <ac:spMk id="2" creationId="{857886D8-F4C4-D84F-B6B0-50CF0A9B5241}"/>
          </ac:spMkLst>
        </pc:spChg>
        <pc:spChg chg="mod">
          <ac:chgData name="Randall Hunt" userId="4c55b6c8-20fa-4fc5-ad69-633eabcdc40e" providerId="ADAL" clId="{25BB863F-917F-4353-A68D-C98110E9CABC}" dt="2024-08-02T18:17:37.517" v="11345" actId="20577"/>
          <ac:spMkLst>
            <pc:docMk/>
            <pc:sldMk cId="3569385683" sldId="275"/>
            <ac:spMk id="3" creationId="{80CEA5B2-1D39-2CEB-2940-ED942BFF32F1}"/>
          </ac:spMkLst>
        </pc:spChg>
      </pc:sldChg>
      <pc:sldChg chg="new del">
        <pc:chgData name="Randall Hunt" userId="4c55b6c8-20fa-4fc5-ad69-633eabcdc40e" providerId="ADAL" clId="{25BB863F-917F-4353-A68D-C98110E9CABC}" dt="2024-07-31T19:01:37.308" v="11224" actId="47"/>
        <pc:sldMkLst>
          <pc:docMk/>
          <pc:sldMk cId="3780108822" sldId="275"/>
        </pc:sldMkLst>
      </pc:sldChg>
      <pc:sldChg chg="new del">
        <pc:chgData name="Randall Hunt" userId="4c55b6c8-20fa-4fc5-ad69-633eabcdc40e" providerId="ADAL" clId="{25BB863F-917F-4353-A68D-C98110E9CABC}" dt="2024-08-02T20:34:48.620" v="11348" actId="47"/>
        <pc:sldMkLst>
          <pc:docMk/>
          <pc:sldMk cId="1415271477" sldId="276"/>
        </pc:sldMkLst>
      </pc:sldChg>
      <pc:sldChg chg="modSp new del mod">
        <pc:chgData name="Randall Hunt" userId="4c55b6c8-20fa-4fc5-ad69-633eabcdc40e" providerId="ADAL" clId="{25BB863F-917F-4353-A68D-C98110E9CABC}" dt="2024-08-05T16:55:48.751" v="11411" actId="47"/>
        <pc:sldMkLst>
          <pc:docMk/>
          <pc:sldMk cId="2396834920" sldId="276"/>
        </pc:sldMkLst>
        <pc:spChg chg="mod">
          <ac:chgData name="Randall Hunt" userId="4c55b6c8-20fa-4fc5-ad69-633eabcdc40e" providerId="ADAL" clId="{25BB863F-917F-4353-A68D-C98110E9CABC}" dt="2024-08-02T20:51:57.605" v="11395" actId="20577"/>
          <ac:spMkLst>
            <pc:docMk/>
            <pc:sldMk cId="2396834920" sldId="276"/>
            <ac:spMk id="2" creationId="{8399A1E3-F050-3434-B4FB-17539260137A}"/>
          </ac:spMkLst>
        </pc:spChg>
      </pc:sldChg>
    </pc:docChg>
  </pc:docChgLst>
  <pc:docChgLst>
    <pc:chgData name="Usuario invitado" userId="S::urn:spo:anon#f9cc679bfaebe26701efa27c7ba3e9ade119a1c18eea4cbffd877b4f0dcee75c::" providerId="AD" clId="Web-{74E3808F-DED8-8944-5C42-9A80CB70BB9A}"/>
    <pc:docChg chg="modSld">
      <pc:chgData name="Usuario invitado" userId="S::urn:spo:anon#f9cc679bfaebe26701efa27c7ba3e9ade119a1c18eea4cbffd877b4f0dcee75c::" providerId="AD" clId="Web-{74E3808F-DED8-8944-5C42-9A80CB70BB9A}" dt="2025-04-22T06:52:35.070" v="0" actId="1076"/>
      <pc:docMkLst>
        <pc:docMk/>
      </pc:docMkLst>
      <pc:sldChg chg="modSp">
        <pc:chgData name="Usuario invitado" userId="S::urn:spo:anon#f9cc679bfaebe26701efa27c7ba3e9ade119a1c18eea4cbffd877b4f0dcee75c::" providerId="AD" clId="Web-{74E3808F-DED8-8944-5C42-9A80CB70BB9A}" dt="2025-04-22T06:52:35.070" v="0" actId="1076"/>
        <pc:sldMkLst>
          <pc:docMk/>
          <pc:sldMk cId="3298509523" sldId="268"/>
        </pc:sldMkLst>
        <pc:picChg chg="mod">
          <ac:chgData name="Usuario invitado" userId="S::urn:spo:anon#f9cc679bfaebe26701efa27c7ba3e9ade119a1c18eea4cbffd877b4f0dcee75c::" providerId="AD" clId="Web-{74E3808F-DED8-8944-5C42-9A80CB70BB9A}" dt="2025-04-22T06:52:35.070" v="0" actId="1076"/>
          <ac:picMkLst>
            <pc:docMk/>
            <pc:sldMk cId="3298509523" sldId="268"/>
            <ac:picMk id="5" creationId="{57A55E5D-2CBB-140E-6519-F1B46F1907B3}"/>
          </ac:picMkLst>
        </pc:picChg>
      </pc:sldChg>
    </pc:docChg>
  </pc:docChgLst>
  <pc:docChgLst>
    <pc:chgData name="Hunt, Randall [USA]" userId="89bfa2a9-2144-4bd6-ba22-d79ad510780c" providerId="ADAL" clId="{E6B5F814-A6F0-4771-88E9-868FC7F2C9A7}"/>
    <pc:docChg chg="undo redo custSel addSld delSld modSld sldOrd">
      <pc:chgData name="Hunt, Randall [USA]" userId="89bfa2a9-2144-4bd6-ba22-d79ad510780c" providerId="ADAL" clId="{E6B5F814-A6F0-4771-88E9-868FC7F2C9A7}" dt="2025-04-14T14:58:05.121" v="1075" actId="20577"/>
      <pc:docMkLst>
        <pc:docMk/>
      </pc:docMkLst>
      <pc:sldChg chg="modSp mod">
        <pc:chgData name="Hunt, Randall [USA]" userId="89bfa2a9-2144-4bd6-ba22-d79ad510780c" providerId="ADAL" clId="{E6B5F814-A6F0-4771-88E9-868FC7F2C9A7}" dt="2025-04-04T14:40:50.277" v="4" actId="113"/>
        <pc:sldMkLst>
          <pc:docMk/>
          <pc:sldMk cId="4257619125" sldId="257"/>
        </pc:sldMkLst>
        <pc:spChg chg="mod">
          <ac:chgData name="Hunt, Randall [USA]" userId="89bfa2a9-2144-4bd6-ba22-d79ad510780c" providerId="ADAL" clId="{E6B5F814-A6F0-4771-88E9-868FC7F2C9A7}" dt="2025-04-04T14:40:50.277" v="4" actId="113"/>
          <ac:spMkLst>
            <pc:docMk/>
            <pc:sldMk cId="4257619125" sldId="257"/>
            <ac:spMk id="3" creationId="{2596F0BC-0BD0-4958-366F-28FD8E9EDC00}"/>
          </ac:spMkLst>
        </pc:spChg>
      </pc:sldChg>
      <pc:sldChg chg="modSp mod">
        <pc:chgData name="Hunt, Randall [USA]" userId="89bfa2a9-2144-4bd6-ba22-d79ad510780c" providerId="ADAL" clId="{E6B5F814-A6F0-4771-88E9-868FC7F2C9A7}" dt="2025-04-11T15:46:44.826" v="73" actId="20577"/>
        <pc:sldMkLst>
          <pc:docMk/>
          <pc:sldMk cId="1300598534" sldId="259"/>
        </pc:sldMkLst>
        <pc:spChg chg="mod">
          <ac:chgData name="Hunt, Randall [USA]" userId="89bfa2a9-2144-4bd6-ba22-d79ad510780c" providerId="ADAL" clId="{E6B5F814-A6F0-4771-88E9-868FC7F2C9A7}" dt="2025-04-11T15:46:44.826" v="73" actId="20577"/>
          <ac:spMkLst>
            <pc:docMk/>
            <pc:sldMk cId="1300598534" sldId="259"/>
            <ac:spMk id="3" creationId="{DD469823-D135-B3F2-DF84-A23F1D31849C}"/>
          </ac:spMkLst>
        </pc:spChg>
      </pc:sldChg>
      <pc:sldChg chg="modSp mod">
        <pc:chgData name="Hunt, Randall [USA]" userId="89bfa2a9-2144-4bd6-ba22-d79ad510780c" providerId="ADAL" clId="{E6B5F814-A6F0-4771-88E9-868FC7F2C9A7}" dt="2025-04-14T14:18:10.978" v="158" actId="20577"/>
        <pc:sldMkLst>
          <pc:docMk/>
          <pc:sldMk cId="3277258520" sldId="260"/>
        </pc:sldMkLst>
        <pc:spChg chg="mod">
          <ac:chgData name="Hunt, Randall [USA]" userId="89bfa2a9-2144-4bd6-ba22-d79ad510780c" providerId="ADAL" clId="{E6B5F814-A6F0-4771-88E9-868FC7F2C9A7}" dt="2025-04-14T14:18:10.978" v="158" actId="20577"/>
          <ac:spMkLst>
            <pc:docMk/>
            <pc:sldMk cId="3277258520" sldId="260"/>
            <ac:spMk id="3" creationId="{7987B7EE-D78D-5865-2AE1-4D9EB1B4E04D}"/>
          </ac:spMkLst>
        </pc:spChg>
      </pc:sldChg>
      <pc:sldChg chg="modSp mod">
        <pc:chgData name="Hunt, Randall [USA]" userId="89bfa2a9-2144-4bd6-ba22-d79ad510780c" providerId="ADAL" clId="{E6B5F814-A6F0-4771-88E9-868FC7F2C9A7}" dt="2025-04-04T14:48:20.608" v="63" actId="20577"/>
        <pc:sldMkLst>
          <pc:docMk/>
          <pc:sldMk cId="3559342382" sldId="261"/>
        </pc:sldMkLst>
        <pc:spChg chg="mod">
          <ac:chgData name="Hunt, Randall [USA]" userId="89bfa2a9-2144-4bd6-ba22-d79ad510780c" providerId="ADAL" clId="{E6B5F814-A6F0-4771-88E9-868FC7F2C9A7}" dt="2025-04-04T14:48:20.608" v="63" actId="20577"/>
          <ac:spMkLst>
            <pc:docMk/>
            <pc:sldMk cId="3559342382" sldId="261"/>
            <ac:spMk id="3" creationId="{08E4CA69-F5A5-FFE6-02AB-039CE07CBCB3}"/>
          </ac:spMkLst>
        </pc:spChg>
      </pc:sldChg>
      <pc:sldChg chg="modSp mod">
        <pc:chgData name="Hunt, Randall [USA]" userId="89bfa2a9-2144-4bd6-ba22-d79ad510780c" providerId="ADAL" clId="{E6B5F814-A6F0-4771-88E9-868FC7F2C9A7}" dt="2025-04-14T14:19:27.387" v="188" actId="27636"/>
        <pc:sldMkLst>
          <pc:docMk/>
          <pc:sldMk cId="3318365999" sldId="262"/>
        </pc:sldMkLst>
        <pc:spChg chg="mod">
          <ac:chgData name="Hunt, Randall [USA]" userId="89bfa2a9-2144-4bd6-ba22-d79ad510780c" providerId="ADAL" clId="{E6B5F814-A6F0-4771-88E9-868FC7F2C9A7}" dt="2025-04-14T14:19:27.387" v="188" actId="27636"/>
          <ac:spMkLst>
            <pc:docMk/>
            <pc:sldMk cId="3318365999" sldId="262"/>
            <ac:spMk id="3" creationId="{283246DE-4BCD-0B6C-25A5-16B77BC1DC08}"/>
          </ac:spMkLst>
        </pc:spChg>
      </pc:sldChg>
      <pc:sldChg chg="modSp mod">
        <pc:chgData name="Hunt, Randall [USA]" userId="89bfa2a9-2144-4bd6-ba22-d79ad510780c" providerId="ADAL" clId="{E6B5F814-A6F0-4771-88E9-868FC7F2C9A7}" dt="2025-04-14T14:47:20.568" v="379" actId="20577"/>
        <pc:sldMkLst>
          <pc:docMk/>
          <pc:sldMk cId="4122923558" sldId="266"/>
        </pc:sldMkLst>
        <pc:spChg chg="mod">
          <ac:chgData name="Hunt, Randall [USA]" userId="89bfa2a9-2144-4bd6-ba22-d79ad510780c" providerId="ADAL" clId="{E6B5F814-A6F0-4771-88E9-868FC7F2C9A7}" dt="2025-04-14T14:47:20.568" v="379" actId="20577"/>
          <ac:spMkLst>
            <pc:docMk/>
            <pc:sldMk cId="4122923558" sldId="266"/>
            <ac:spMk id="3" creationId="{24D11B78-B9AD-31B2-8D93-581E3ED7C9E8}"/>
          </ac:spMkLst>
        </pc:spChg>
      </pc:sldChg>
      <pc:sldChg chg="modSp mod">
        <pc:chgData name="Hunt, Randall [USA]" userId="89bfa2a9-2144-4bd6-ba22-d79ad510780c" providerId="ADAL" clId="{E6B5F814-A6F0-4771-88E9-868FC7F2C9A7}" dt="2025-04-14T14:52:50.082" v="1041" actId="20577"/>
        <pc:sldMkLst>
          <pc:docMk/>
          <pc:sldMk cId="3298509523" sldId="268"/>
        </pc:sldMkLst>
        <pc:spChg chg="mod">
          <ac:chgData name="Hunt, Randall [USA]" userId="89bfa2a9-2144-4bd6-ba22-d79ad510780c" providerId="ADAL" clId="{E6B5F814-A6F0-4771-88E9-868FC7F2C9A7}" dt="2025-04-14T14:52:50.082" v="1041" actId="20577"/>
          <ac:spMkLst>
            <pc:docMk/>
            <pc:sldMk cId="3298509523" sldId="268"/>
            <ac:spMk id="3" creationId="{4543BEB3-917E-EBDB-E9B0-6A4FDB078CAC}"/>
          </ac:spMkLst>
        </pc:spChg>
      </pc:sldChg>
      <pc:sldChg chg="modSp mod">
        <pc:chgData name="Hunt, Randall [USA]" userId="89bfa2a9-2144-4bd6-ba22-d79ad510780c" providerId="ADAL" clId="{E6B5F814-A6F0-4771-88E9-868FC7F2C9A7}" dt="2025-04-14T14:53:53.551" v="1042" actId="20577"/>
        <pc:sldMkLst>
          <pc:docMk/>
          <pc:sldMk cId="3877813109" sldId="269"/>
        </pc:sldMkLst>
        <pc:spChg chg="mod">
          <ac:chgData name="Hunt, Randall [USA]" userId="89bfa2a9-2144-4bd6-ba22-d79ad510780c" providerId="ADAL" clId="{E6B5F814-A6F0-4771-88E9-868FC7F2C9A7}" dt="2025-04-14T14:53:53.551" v="1042" actId="20577"/>
          <ac:spMkLst>
            <pc:docMk/>
            <pc:sldMk cId="3877813109" sldId="269"/>
            <ac:spMk id="3" creationId="{A053AA75-4DF3-93CE-6A97-170758D79EFF}"/>
          </ac:spMkLst>
        </pc:spChg>
      </pc:sldChg>
      <pc:sldChg chg="modSp mod">
        <pc:chgData name="Hunt, Randall [USA]" userId="89bfa2a9-2144-4bd6-ba22-d79ad510780c" providerId="ADAL" clId="{E6B5F814-A6F0-4771-88E9-868FC7F2C9A7}" dt="2025-04-14T14:58:05.121" v="1075" actId="20577"/>
        <pc:sldMkLst>
          <pc:docMk/>
          <pc:sldMk cId="1216443268" sldId="271"/>
        </pc:sldMkLst>
        <pc:spChg chg="mod">
          <ac:chgData name="Hunt, Randall [USA]" userId="89bfa2a9-2144-4bd6-ba22-d79ad510780c" providerId="ADAL" clId="{E6B5F814-A6F0-4771-88E9-868FC7F2C9A7}" dt="2025-04-14T14:58:05.121" v="1075" actId="20577"/>
          <ac:spMkLst>
            <pc:docMk/>
            <pc:sldMk cId="1216443268" sldId="271"/>
            <ac:spMk id="3" creationId="{3FC09186-1D51-101B-5630-95DCD0D72538}"/>
          </ac:spMkLst>
        </pc:spChg>
      </pc:sldChg>
      <pc:sldChg chg="modSp mod">
        <pc:chgData name="Hunt, Randall [USA]" userId="89bfa2a9-2144-4bd6-ba22-d79ad510780c" providerId="ADAL" clId="{E6B5F814-A6F0-4771-88E9-868FC7F2C9A7}" dt="2025-04-14T14:55:43.816" v="1063" actId="20577"/>
        <pc:sldMkLst>
          <pc:docMk/>
          <pc:sldMk cId="699863815" sldId="273"/>
        </pc:sldMkLst>
        <pc:spChg chg="mod">
          <ac:chgData name="Hunt, Randall [USA]" userId="89bfa2a9-2144-4bd6-ba22-d79ad510780c" providerId="ADAL" clId="{E6B5F814-A6F0-4771-88E9-868FC7F2C9A7}" dt="2025-04-14T14:55:43.816" v="1063" actId="20577"/>
          <ac:spMkLst>
            <pc:docMk/>
            <pc:sldMk cId="699863815" sldId="273"/>
            <ac:spMk id="3" creationId="{981233B5-34A4-074E-6E0A-9BDC9B03784C}"/>
          </ac:spMkLst>
        </pc:spChg>
      </pc:sldChg>
      <pc:sldChg chg="modSp mod">
        <pc:chgData name="Hunt, Randall [USA]" userId="89bfa2a9-2144-4bd6-ba22-d79ad510780c" providerId="ADAL" clId="{E6B5F814-A6F0-4771-88E9-868FC7F2C9A7}" dt="2025-04-14T14:54:54.787" v="1059" actId="313"/>
        <pc:sldMkLst>
          <pc:docMk/>
          <pc:sldMk cId="3569385683" sldId="275"/>
        </pc:sldMkLst>
        <pc:spChg chg="mod">
          <ac:chgData name="Hunt, Randall [USA]" userId="89bfa2a9-2144-4bd6-ba22-d79ad510780c" providerId="ADAL" clId="{E6B5F814-A6F0-4771-88E9-868FC7F2C9A7}" dt="2025-04-14T14:54:54.787" v="1059" actId="313"/>
          <ac:spMkLst>
            <pc:docMk/>
            <pc:sldMk cId="3569385683" sldId="275"/>
            <ac:spMk id="3" creationId="{80CEA5B2-1D39-2CEB-2940-ED942BFF32F1}"/>
          </ac:spMkLst>
        </pc:spChg>
      </pc:sldChg>
      <pc:sldChg chg="new del ord">
        <pc:chgData name="Hunt, Randall [USA]" userId="89bfa2a9-2144-4bd6-ba22-d79ad510780c" providerId="ADAL" clId="{E6B5F814-A6F0-4771-88E9-868FC7F2C9A7}" dt="2025-04-14T14:43:45.518" v="214" actId="47"/>
        <pc:sldMkLst>
          <pc:docMk/>
          <pc:sldMk cId="3083313836" sldId="276"/>
        </pc:sldMkLst>
      </pc:sldChg>
      <pc:sldChg chg="modSp add mod">
        <pc:chgData name="Hunt, Randall [USA]" userId="89bfa2a9-2144-4bd6-ba22-d79ad510780c" providerId="ADAL" clId="{E6B5F814-A6F0-4771-88E9-868FC7F2C9A7}" dt="2025-04-14T14:46:07.612" v="343" actId="20577"/>
        <pc:sldMkLst>
          <pc:docMk/>
          <pc:sldMk cId="527993816" sldId="277"/>
        </pc:sldMkLst>
        <pc:spChg chg="mod">
          <ac:chgData name="Hunt, Randall [USA]" userId="89bfa2a9-2144-4bd6-ba22-d79ad510780c" providerId="ADAL" clId="{E6B5F814-A6F0-4771-88E9-868FC7F2C9A7}" dt="2025-04-14T14:46:07.612" v="343" actId="20577"/>
          <ac:spMkLst>
            <pc:docMk/>
            <pc:sldMk cId="527993816" sldId="277"/>
            <ac:spMk id="3" creationId="{52ACBB2F-1090-A221-2B91-6A00795819D7}"/>
          </ac:spMkLst>
        </pc:spChg>
      </pc:sldChg>
      <pc:sldChg chg="modSp new mod ord">
        <pc:chgData name="Hunt, Randall [USA]" userId="89bfa2a9-2144-4bd6-ba22-d79ad510780c" providerId="ADAL" clId="{E6B5F814-A6F0-4771-88E9-868FC7F2C9A7}" dt="2025-04-14T14:52:39.161" v="1033" actId="20577"/>
        <pc:sldMkLst>
          <pc:docMk/>
          <pc:sldMk cId="384862127" sldId="278"/>
        </pc:sldMkLst>
        <pc:spChg chg="mod">
          <ac:chgData name="Hunt, Randall [USA]" userId="89bfa2a9-2144-4bd6-ba22-d79ad510780c" providerId="ADAL" clId="{E6B5F814-A6F0-4771-88E9-868FC7F2C9A7}" dt="2025-04-14T14:48:43.389" v="410" actId="20577"/>
          <ac:spMkLst>
            <pc:docMk/>
            <pc:sldMk cId="384862127" sldId="278"/>
            <ac:spMk id="2" creationId="{4CFB0231-B6FD-6C08-8E83-3E7F8632A388}"/>
          </ac:spMkLst>
        </pc:spChg>
        <pc:spChg chg="mod">
          <ac:chgData name="Hunt, Randall [USA]" userId="89bfa2a9-2144-4bd6-ba22-d79ad510780c" providerId="ADAL" clId="{E6B5F814-A6F0-4771-88E9-868FC7F2C9A7}" dt="2025-04-14T14:52:39.161" v="1033" actId="20577"/>
          <ac:spMkLst>
            <pc:docMk/>
            <pc:sldMk cId="384862127" sldId="278"/>
            <ac:spMk id="3" creationId="{6552CEE4-A619-3829-334F-A446404759A6}"/>
          </ac:spMkLst>
        </pc:spChg>
      </pc:sldChg>
    </pc:docChg>
  </pc:docChgLst>
  <pc:docChgLst>
    <pc:chgData name="Hunt, Randall [USA]" userId="89bfa2a9-2144-4bd6-ba22-d79ad510780c" providerId="ADAL" clId="{EF38BC57-13B6-4C15-A7F6-3FB23CBAA8F8}"/>
    <pc:docChg chg="modSld">
      <pc:chgData name="Hunt, Randall [USA]" userId="89bfa2a9-2144-4bd6-ba22-d79ad510780c" providerId="ADAL" clId="{EF38BC57-13B6-4C15-A7F6-3FB23CBAA8F8}" dt="2024-11-04T15:12:32.449" v="134" actId="20577"/>
      <pc:docMkLst>
        <pc:docMk/>
      </pc:docMkLst>
      <pc:sldChg chg="modNotesTx">
        <pc:chgData name="Hunt, Randall [USA]" userId="89bfa2a9-2144-4bd6-ba22-d79ad510780c" providerId="ADAL" clId="{EF38BC57-13B6-4C15-A7F6-3FB23CBAA8F8}" dt="2024-11-04T15:12:32.449" v="134" actId="20577"/>
        <pc:sldMkLst>
          <pc:docMk/>
          <pc:sldMk cId="3877813109" sldId="269"/>
        </pc:sldMkLst>
      </pc:sldChg>
    </pc:docChg>
  </pc:docChgLst>
  <pc:docChgLst>
    <pc:chgData name="Usuario invitado" userId="S::urn:spo:anon#f9cc679bfaebe26701efa27c7ba3e9ade119a1c18eea4cbffd877b4f0dcee75c::" providerId="AD" clId="Web-{3894E296-D257-309E-9ABA-17C849E01B97}"/>
    <pc:docChg chg="modSld">
      <pc:chgData name="Usuario invitado" userId="S::urn:spo:anon#f9cc679bfaebe26701efa27c7ba3e9ade119a1c18eea4cbffd877b4f0dcee75c::" providerId="AD" clId="Web-{3894E296-D257-309E-9ABA-17C849E01B97}" dt="2025-04-21T11:35:59.943" v="6" actId="20577"/>
      <pc:docMkLst>
        <pc:docMk/>
      </pc:docMkLst>
      <pc:sldChg chg="modSp">
        <pc:chgData name="Usuario invitado" userId="S::urn:spo:anon#f9cc679bfaebe26701efa27c7ba3e9ade119a1c18eea4cbffd877b4f0dcee75c::" providerId="AD" clId="Web-{3894E296-D257-309E-9ABA-17C849E01B97}" dt="2025-04-21T09:57:49.936" v="2" actId="14100"/>
        <pc:sldMkLst>
          <pc:docMk/>
          <pc:sldMk cId="1300598534" sldId="259"/>
        </pc:sldMkLst>
        <pc:picChg chg="mod">
          <ac:chgData name="Usuario invitado" userId="S::urn:spo:anon#f9cc679bfaebe26701efa27c7ba3e9ade119a1c18eea4cbffd877b4f0dcee75c::" providerId="AD" clId="Web-{3894E296-D257-309E-9ABA-17C849E01B97}" dt="2025-04-21T09:57:49.936" v="2" actId="14100"/>
          <ac:picMkLst>
            <pc:docMk/>
            <pc:sldMk cId="1300598534" sldId="259"/>
            <ac:picMk id="5" creationId="{55AE5061-A21B-BEAF-2C9C-C35020007B44}"/>
          </ac:picMkLst>
        </pc:picChg>
      </pc:sldChg>
      <pc:sldChg chg="modSp">
        <pc:chgData name="Usuario invitado" userId="S::urn:spo:anon#f9cc679bfaebe26701efa27c7ba3e9ade119a1c18eea4cbffd877b4f0dcee75c::" providerId="AD" clId="Web-{3894E296-D257-309E-9ABA-17C849E01B97}" dt="2025-04-21T10:56:44.190" v="4" actId="1076"/>
        <pc:sldMkLst>
          <pc:docMk/>
          <pc:sldMk cId="3559342382" sldId="261"/>
        </pc:sldMkLst>
        <pc:picChg chg="mod">
          <ac:chgData name="Usuario invitado" userId="S::urn:spo:anon#f9cc679bfaebe26701efa27c7ba3e9ade119a1c18eea4cbffd877b4f0dcee75c::" providerId="AD" clId="Web-{3894E296-D257-309E-9ABA-17C849E01B97}" dt="2025-04-21T10:56:44.190" v="4" actId="1076"/>
          <ac:picMkLst>
            <pc:docMk/>
            <pc:sldMk cId="3559342382" sldId="261"/>
            <ac:picMk id="7" creationId="{D7BF5A4A-F4D2-6909-5DBE-85E9617956D0}"/>
          </ac:picMkLst>
        </pc:picChg>
      </pc:sldChg>
      <pc:sldChg chg="modSp">
        <pc:chgData name="Usuario invitado" userId="S::urn:spo:anon#f9cc679bfaebe26701efa27c7ba3e9ade119a1c18eea4cbffd877b4f0dcee75c::" providerId="AD" clId="Web-{3894E296-D257-309E-9ABA-17C849E01B97}" dt="2025-04-21T11:35:59.943" v="6" actId="20577"/>
        <pc:sldMkLst>
          <pc:docMk/>
          <pc:sldMk cId="3318365999" sldId="262"/>
        </pc:sldMkLst>
        <pc:spChg chg="mod">
          <ac:chgData name="Usuario invitado" userId="S::urn:spo:anon#f9cc679bfaebe26701efa27c7ba3e9ade119a1c18eea4cbffd877b4f0dcee75c::" providerId="AD" clId="Web-{3894E296-D257-309E-9ABA-17C849E01B97}" dt="2025-04-21T11:35:59.943" v="6" actId="20577"/>
          <ac:spMkLst>
            <pc:docMk/>
            <pc:sldMk cId="3318365999" sldId="262"/>
            <ac:spMk id="3" creationId="{283246DE-4BCD-0B6C-25A5-16B77BC1DC08}"/>
          </ac:spMkLst>
        </pc:spChg>
      </pc:sldChg>
    </pc:docChg>
  </pc:docChgLst>
  <pc:docChgLst>
    <pc:chgData name="Hunt, Randall [USA]" userId="89bfa2a9-2144-4bd6-ba22-d79ad510780c" providerId="ADAL" clId="{7CB9D17B-D993-4CB1-BF16-7120ECAA52F6}"/>
    <pc:docChg chg="undo custSel modSld">
      <pc:chgData name="Hunt, Randall [USA]" userId="89bfa2a9-2144-4bd6-ba22-d79ad510780c" providerId="ADAL" clId="{7CB9D17B-D993-4CB1-BF16-7120ECAA52F6}" dt="2024-09-06T12:23:36.783" v="653"/>
      <pc:docMkLst>
        <pc:docMk/>
      </pc:docMkLst>
      <pc:sldChg chg="modNotesTx">
        <pc:chgData name="Hunt, Randall [USA]" userId="89bfa2a9-2144-4bd6-ba22-d79ad510780c" providerId="ADAL" clId="{7CB9D17B-D993-4CB1-BF16-7120ECAA52F6}" dt="2024-09-06T12:23:25.997" v="650"/>
        <pc:sldMkLst>
          <pc:docMk/>
          <pc:sldMk cId="2585008612" sldId="256"/>
        </pc:sldMkLst>
      </pc:sldChg>
      <pc:sldChg chg="modNotesTx">
        <pc:chgData name="Hunt, Randall [USA]" userId="89bfa2a9-2144-4bd6-ba22-d79ad510780c" providerId="ADAL" clId="{7CB9D17B-D993-4CB1-BF16-7120ECAA52F6}" dt="2024-09-06T12:23:36.783" v="653"/>
        <pc:sldMkLst>
          <pc:docMk/>
          <pc:sldMk cId="4257619125" sldId="257"/>
        </pc:sldMkLst>
      </pc:sldChg>
      <pc:sldChg chg="modSp mod">
        <pc:chgData name="Hunt, Randall [USA]" userId="89bfa2a9-2144-4bd6-ba22-d79ad510780c" providerId="ADAL" clId="{7CB9D17B-D993-4CB1-BF16-7120ECAA52F6}" dt="2024-08-23T14:53:35.699" v="82"/>
        <pc:sldMkLst>
          <pc:docMk/>
          <pc:sldMk cId="3277258520" sldId="260"/>
        </pc:sldMkLst>
        <pc:spChg chg="mod">
          <ac:chgData name="Hunt, Randall [USA]" userId="89bfa2a9-2144-4bd6-ba22-d79ad510780c" providerId="ADAL" clId="{7CB9D17B-D993-4CB1-BF16-7120ECAA52F6}" dt="2024-08-23T14:53:35.699" v="82"/>
          <ac:spMkLst>
            <pc:docMk/>
            <pc:sldMk cId="3277258520" sldId="260"/>
            <ac:spMk id="3" creationId="{7987B7EE-D78D-5865-2AE1-4D9EB1B4E04D}"/>
          </ac:spMkLst>
        </pc:spChg>
      </pc:sldChg>
      <pc:sldChg chg="modSp mod">
        <pc:chgData name="Hunt, Randall [USA]" userId="89bfa2a9-2144-4bd6-ba22-d79ad510780c" providerId="ADAL" clId="{7CB9D17B-D993-4CB1-BF16-7120ECAA52F6}" dt="2024-08-23T14:36:09.571" v="4" actId="113"/>
        <pc:sldMkLst>
          <pc:docMk/>
          <pc:sldMk cId="3318365999" sldId="262"/>
        </pc:sldMkLst>
        <pc:spChg chg="mod">
          <ac:chgData name="Hunt, Randall [USA]" userId="89bfa2a9-2144-4bd6-ba22-d79ad510780c" providerId="ADAL" clId="{7CB9D17B-D993-4CB1-BF16-7120ECAA52F6}" dt="2024-08-23T14:36:09.571" v="4" actId="113"/>
          <ac:spMkLst>
            <pc:docMk/>
            <pc:sldMk cId="3318365999" sldId="262"/>
            <ac:spMk id="3" creationId="{283246DE-4BCD-0B6C-25A5-16B77BC1DC08}"/>
          </ac:spMkLst>
        </pc:spChg>
      </pc:sldChg>
      <pc:sldChg chg="modSp mod">
        <pc:chgData name="Hunt, Randall [USA]" userId="89bfa2a9-2144-4bd6-ba22-d79ad510780c" providerId="ADAL" clId="{7CB9D17B-D993-4CB1-BF16-7120ECAA52F6}" dt="2024-08-23T16:24:40.117" v="639" actId="113"/>
        <pc:sldMkLst>
          <pc:docMk/>
          <pc:sldMk cId="3354383370" sldId="264"/>
        </pc:sldMkLst>
        <pc:spChg chg="mod">
          <ac:chgData name="Hunt, Randall [USA]" userId="89bfa2a9-2144-4bd6-ba22-d79ad510780c" providerId="ADAL" clId="{7CB9D17B-D993-4CB1-BF16-7120ECAA52F6}" dt="2024-08-23T16:24:40.117" v="639" actId="113"/>
          <ac:spMkLst>
            <pc:docMk/>
            <pc:sldMk cId="3354383370" sldId="264"/>
            <ac:spMk id="3" creationId="{31300A3A-5319-EC4B-11D7-84F0E2D7E42D}"/>
          </ac:spMkLst>
        </pc:spChg>
      </pc:sldChg>
      <pc:sldChg chg="addSp modSp mod">
        <pc:chgData name="Hunt, Randall [USA]" userId="89bfa2a9-2144-4bd6-ba22-d79ad510780c" providerId="ADAL" clId="{7CB9D17B-D993-4CB1-BF16-7120ECAA52F6}" dt="2024-08-23T15:07:38.848" v="534" actId="1076"/>
        <pc:sldMkLst>
          <pc:docMk/>
          <pc:sldMk cId="4122923558" sldId="266"/>
        </pc:sldMkLst>
        <pc:spChg chg="mod">
          <ac:chgData name="Hunt, Randall [USA]" userId="89bfa2a9-2144-4bd6-ba22-d79ad510780c" providerId="ADAL" clId="{7CB9D17B-D993-4CB1-BF16-7120ECAA52F6}" dt="2024-08-23T15:07:09.764" v="532" actId="20577"/>
          <ac:spMkLst>
            <pc:docMk/>
            <pc:sldMk cId="4122923558" sldId="266"/>
            <ac:spMk id="3" creationId="{24D11B78-B9AD-31B2-8D93-581E3ED7C9E8}"/>
          </ac:spMkLst>
        </pc:spChg>
        <pc:picChg chg="add mod">
          <ac:chgData name="Hunt, Randall [USA]" userId="89bfa2a9-2144-4bd6-ba22-d79ad510780c" providerId="ADAL" clId="{7CB9D17B-D993-4CB1-BF16-7120ECAA52F6}" dt="2024-08-23T15:07:38.848" v="534" actId="1076"/>
          <ac:picMkLst>
            <pc:docMk/>
            <pc:sldMk cId="4122923558" sldId="266"/>
            <ac:picMk id="5" creationId="{97A85916-D274-74B2-F536-FFD9ADCB4B9E}"/>
          </ac:picMkLst>
        </pc:picChg>
      </pc:sldChg>
      <pc:sldChg chg="modSp mod">
        <pc:chgData name="Hunt, Randall [USA]" userId="89bfa2a9-2144-4bd6-ba22-d79ad510780c" providerId="ADAL" clId="{7CB9D17B-D993-4CB1-BF16-7120ECAA52F6}" dt="2024-08-23T15:57:00.408" v="549" actId="14100"/>
        <pc:sldMkLst>
          <pc:docMk/>
          <pc:sldMk cId="3877813109" sldId="269"/>
        </pc:sldMkLst>
        <pc:spChg chg="mod">
          <ac:chgData name="Hunt, Randall [USA]" userId="89bfa2a9-2144-4bd6-ba22-d79ad510780c" providerId="ADAL" clId="{7CB9D17B-D993-4CB1-BF16-7120ECAA52F6}" dt="2024-08-23T15:56:54.642" v="548" actId="20577"/>
          <ac:spMkLst>
            <pc:docMk/>
            <pc:sldMk cId="3877813109" sldId="269"/>
            <ac:spMk id="2" creationId="{2F3BFA96-B492-D06B-B68C-CFF9362A3E27}"/>
          </ac:spMkLst>
        </pc:spChg>
        <pc:spChg chg="mod">
          <ac:chgData name="Hunt, Randall [USA]" userId="89bfa2a9-2144-4bd6-ba22-d79ad510780c" providerId="ADAL" clId="{7CB9D17B-D993-4CB1-BF16-7120ECAA52F6}" dt="2024-08-23T15:57:00.408" v="549" actId="14100"/>
          <ac:spMkLst>
            <pc:docMk/>
            <pc:sldMk cId="3877813109" sldId="269"/>
            <ac:spMk id="3" creationId="{A053AA75-4DF3-93CE-6A97-170758D79EFF}"/>
          </ac:spMkLst>
        </pc:spChg>
      </pc:sldChg>
      <pc:sldChg chg="modSp mod">
        <pc:chgData name="Hunt, Randall [USA]" userId="89bfa2a9-2144-4bd6-ba22-d79ad510780c" providerId="ADAL" clId="{7CB9D17B-D993-4CB1-BF16-7120ECAA52F6}" dt="2024-08-23T14:50:33.219" v="15" actId="403"/>
        <pc:sldMkLst>
          <pc:docMk/>
          <pc:sldMk cId="3711227240" sldId="270"/>
        </pc:sldMkLst>
        <pc:spChg chg="mod">
          <ac:chgData name="Hunt, Randall [USA]" userId="89bfa2a9-2144-4bd6-ba22-d79ad510780c" providerId="ADAL" clId="{7CB9D17B-D993-4CB1-BF16-7120ECAA52F6}" dt="2024-08-23T14:50:33.219" v="15" actId="403"/>
          <ac:spMkLst>
            <pc:docMk/>
            <pc:sldMk cId="3711227240" sldId="270"/>
            <ac:spMk id="3" creationId="{413EDDB9-9F62-AD60-696D-1C3613A6AD13}"/>
          </ac:spMkLst>
        </pc:spChg>
      </pc:sldChg>
      <pc:sldChg chg="modSp mod">
        <pc:chgData name="Hunt, Randall [USA]" userId="89bfa2a9-2144-4bd6-ba22-d79ad510780c" providerId="ADAL" clId="{7CB9D17B-D993-4CB1-BF16-7120ECAA52F6}" dt="2024-08-23T16:08:51.205" v="625"/>
        <pc:sldMkLst>
          <pc:docMk/>
          <pc:sldMk cId="1216443268" sldId="271"/>
        </pc:sldMkLst>
        <pc:spChg chg="mod">
          <ac:chgData name="Hunt, Randall [USA]" userId="89bfa2a9-2144-4bd6-ba22-d79ad510780c" providerId="ADAL" clId="{7CB9D17B-D993-4CB1-BF16-7120ECAA52F6}" dt="2024-08-23T16:08:51.205" v="625"/>
          <ac:spMkLst>
            <pc:docMk/>
            <pc:sldMk cId="1216443268" sldId="271"/>
            <ac:spMk id="3" creationId="{3FC09186-1D51-101B-5630-95DCD0D72538}"/>
          </ac:spMkLst>
        </pc:spChg>
      </pc:sldChg>
      <pc:sldChg chg="modSp mod">
        <pc:chgData name="Hunt, Randall [USA]" userId="89bfa2a9-2144-4bd6-ba22-d79ad510780c" providerId="ADAL" clId="{7CB9D17B-D993-4CB1-BF16-7120ECAA52F6}" dt="2024-08-23T16:23:47.401" v="638" actId="20577"/>
        <pc:sldMkLst>
          <pc:docMk/>
          <pc:sldMk cId="3023784994" sldId="272"/>
        </pc:sldMkLst>
        <pc:spChg chg="mod">
          <ac:chgData name="Hunt, Randall [USA]" userId="89bfa2a9-2144-4bd6-ba22-d79ad510780c" providerId="ADAL" clId="{7CB9D17B-D993-4CB1-BF16-7120ECAA52F6}" dt="2024-08-23T16:23:47.401" v="638" actId="20577"/>
          <ac:spMkLst>
            <pc:docMk/>
            <pc:sldMk cId="3023784994" sldId="272"/>
            <ac:spMk id="3" creationId="{C0125BEB-77BE-0E84-FD3A-991352DACEA1}"/>
          </ac:spMkLst>
        </pc:spChg>
      </pc:sldChg>
      <pc:sldChg chg="modSp mod">
        <pc:chgData name="Hunt, Randall [USA]" userId="89bfa2a9-2144-4bd6-ba22-d79ad510780c" providerId="ADAL" clId="{7CB9D17B-D993-4CB1-BF16-7120ECAA52F6}" dt="2024-08-23T16:25:40.200" v="647" actId="1076"/>
        <pc:sldMkLst>
          <pc:docMk/>
          <pc:sldMk cId="3186304314" sldId="274"/>
        </pc:sldMkLst>
        <pc:spChg chg="mod">
          <ac:chgData name="Hunt, Randall [USA]" userId="89bfa2a9-2144-4bd6-ba22-d79ad510780c" providerId="ADAL" clId="{7CB9D17B-D993-4CB1-BF16-7120ECAA52F6}" dt="2024-08-23T16:25:38.366" v="646" actId="27636"/>
          <ac:spMkLst>
            <pc:docMk/>
            <pc:sldMk cId="3186304314" sldId="274"/>
            <ac:spMk id="3" creationId="{3B9D7D4D-E8BE-90DE-99EB-FDEFEC6EA000}"/>
          </ac:spMkLst>
        </pc:spChg>
        <pc:picChg chg="mod">
          <ac:chgData name="Hunt, Randall [USA]" userId="89bfa2a9-2144-4bd6-ba22-d79ad510780c" providerId="ADAL" clId="{7CB9D17B-D993-4CB1-BF16-7120ECAA52F6}" dt="2024-08-23T16:25:40.200" v="647" actId="1076"/>
          <ac:picMkLst>
            <pc:docMk/>
            <pc:sldMk cId="3186304314" sldId="274"/>
            <ac:picMk id="5" creationId="{4FAE047D-EB65-983C-CFB9-EEE71C422B87}"/>
          </ac:picMkLst>
        </pc:picChg>
      </pc:sldChg>
      <pc:sldChg chg="modSp mod">
        <pc:chgData name="Hunt, Randall [USA]" userId="89bfa2a9-2144-4bd6-ba22-d79ad510780c" providerId="ADAL" clId="{7CB9D17B-D993-4CB1-BF16-7120ECAA52F6}" dt="2024-08-23T16:05:52.463" v="612" actId="20577"/>
        <pc:sldMkLst>
          <pc:docMk/>
          <pc:sldMk cId="3569385683" sldId="275"/>
        </pc:sldMkLst>
        <pc:spChg chg="mod">
          <ac:chgData name="Hunt, Randall [USA]" userId="89bfa2a9-2144-4bd6-ba22-d79ad510780c" providerId="ADAL" clId="{7CB9D17B-D993-4CB1-BF16-7120ECAA52F6}" dt="2024-08-23T16:05:52.463" v="612" actId="20577"/>
          <ac:spMkLst>
            <pc:docMk/>
            <pc:sldMk cId="3569385683" sldId="275"/>
            <ac:spMk id="3" creationId="{80CEA5B2-1D39-2CEB-2940-ED942BFF32F1}"/>
          </ac:spMkLst>
        </pc:spChg>
      </pc:sldChg>
    </pc:docChg>
  </pc:docChgLst>
  <pc:docChgLst>
    <pc:chgData name="Hunt, Randall [USA]" userId="S::640458@bah.com::89bfa2a9-2144-4bd6-ba22-d79ad510780c" providerId="AD" clId="Web-{8FB341C4-B624-C4A2-B01A-EAECDEA930F1}"/>
    <pc:docChg chg="addSld delSld">
      <pc:chgData name="Hunt, Randall [USA]" userId="S::640458@bah.com::89bfa2a9-2144-4bd6-ba22-d79ad510780c" providerId="AD" clId="Web-{8FB341C4-B624-C4A2-B01A-EAECDEA930F1}" dt="2024-09-05T22:30:32.103" v="1"/>
      <pc:docMkLst>
        <pc:docMk/>
      </pc:docMkLst>
      <pc:sldChg chg="new del">
        <pc:chgData name="Hunt, Randall [USA]" userId="S::640458@bah.com::89bfa2a9-2144-4bd6-ba22-d79ad510780c" providerId="AD" clId="Web-{8FB341C4-B624-C4A2-B01A-EAECDEA930F1}" dt="2024-09-05T22:30:32.103" v="1"/>
        <pc:sldMkLst>
          <pc:docMk/>
          <pc:sldMk cId="2100322187" sldId="276"/>
        </pc:sldMkLst>
      </pc:sldChg>
    </pc:docChg>
  </pc:docChgLst>
</pc:chgInfo>
</file>

<file path=ppt/comments/modernComment_100_9A1419E4.xml><?xml version="1.0" encoding="utf-8"?>
<p188:cmLst xmlns:a="http://schemas.openxmlformats.org/drawingml/2006/main" xmlns:r="http://schemas.openxmlformats.org/officeDocument/2006/relationships" xmlns:p188="http://schemas.microsoft.com/office/powerpoint/2018/8/main">
  <p188:cm id="{AB83B501-A963-4F0A-B9D2-92EBA9AFB5C2}" authorId="{F8FCC031-81A3-B21B-57EB-22115A932BF2}" created="2024-08-05T16:47:12.925">
    <pc:sldMkLst xmlns:pc="http://schemas.microsoft.com/office/powerpoint/2013/main/command">
      <pc:docMk/>
      <pc:sldMk cId="2585008612" sldId="256"/>
    </pc:sldMkLst>
    <p188:txBody>
      <a:bodyPr/>
      <a:lstStyle/>
      <a:p>
        <a:r>
          <a:rPr lang="en-US"/>
          <a:t>TAK Server is a tactical information management platform that provides data access and encryption across disparate networks. TAK Server secures, brokers, and stores data in standalone and federated configurations. It is required whenever TAK clients are not operating in a peer-to-peer network or there is an operational need to encrypt and store mission data. Client plugins, such as DataSync and Execution Checklist, also require TAK Server.</a:t>
        </a:r>
      </a:p>
    </p188:txBody>
  </p188:cm>
</p188:cmLst>
</file>

<file path=ppt/comments/modernComment_101_FDC61CB5.xml><?xml version="1.0" encoding="utf-8"?>
<p188:cmLst xmlns:a="http://schemas.openxmlformats.org/drawingml/2006/main" xmlns:r="http://schemas.openxmlformats.org/officeDocument/2006/relationships" xmlns:p188="http://schemas.microsoft.com/office/powerpoint/2018/8/main">
  <p188:cm id="{A7545734-D16D-4922-90DD-A818A5FDD5DE}" authorId="{F8FCC031-81A3-B21B-57EB-22115A932BF2}" created="2024-08-05T16:52:42.113">
    <pc:sldMkLst xmlns:pc="http://schemas.microsoft.com/office/powerpoint/2013/main/command">
      <pc:docMk/>
      <pc:sldMk cId="4257619125" sldId="257"/>
    </pc:sldMkLst>
    <p188:txBody>
      <a:bodyPr/>
      <a:lstStyle/>
      <a:p>
        <a:r>
          <a:rPr lang="en-US"/>
          <a:t>Allows for a blank slate for the TAK Server</a:t>
        </a:r>
      </a:p>
    </p188:txBody>
  </p188:cm>
</p188:cmLst>
</file>

<file path=ppt/comments/modernComment_115_1F788BD8.xml><?xml version="1.0" encoding="utf-8"?>
<p188:cmLst xmlns:a="http://schemas.openxmlformats.org/drawingml/2006/main" xmlns:r="http://schemas.openxmlformats.org/officeDocument/2006/relationships" xmlns:p188="http://schemas.microsoft.com/office/powerpoint/2018/8/main">
  <p188:cm id="{4224F807-5678-4F5F-B1D4-0936917C2C48}" authorId="{F8FCC031-81A3-B21B-57EB-22115A932BF2}" created="2024-08-02T16:47:58.781">
    <ac:deMkLst xmlns:ac="http://schemas.microsoft.com/office/drawing/2013/main/command">
      <pc:docMk xmlns:pc="http://schemas.microsoft.com/office/powerpoint/2013/main/command"/>
      <pc:sldMk xmlns:pc="http://schemas.microsoft.com/office/powerpoint/2013/main/command" cId="527993816" sldId="277"/>
      <ac:spMk id="3" creationId="{52ACBB2F-1090-A221-2B91-6A00795819D7}"/>
    </ac:deMkLst>
    <p188:txBody>
      <a:bodyPr/>
      <a:lstStyle/>
      <a:p>
        <a:r>
          <a:rPr lang="en-US"/>
          <a:t>Now that we have created the admin cert we need to move it so that we can copy and install it on our admin workstation remotely. </a:t>
        </a:r>
      </a:p>
    </p188:txBody>
  </p188:cm>
  <p188:cm id="{899CA84B-7725-4956-8E74-1286189B0648}" authorId="{F8FCC031-81A3-B21B-57EB-22115A932BF2}" created="2024-08-02T16:49:13.809">
    <ac:deMkLst xmlns:ac="http://schemas.microsoft.com/office/drawing/2013/main/command">
      <pc:docMk xmlns:pc="http://schemas.microsoft.com/office/powerpoint/2013/main/command"/>
      <pc:sldMk xmlns:pc="http://schemas.microsoft.com/office/powerpoint/2013/main/command" cId="527993816" sldId="277"/>
      <ac:spMk id="3" creationId="{52ACBB2F-1090-A221-2B91-6A00795819D7}"/>
    </ac:deMkLst>
    <p188:txBody>
      <a:bodyPr/>
      <a:lstStyle/>
      <a:p>
        <a:r>
          <a:rPr lang="en-US"/>
          <a:t>Remember to add the period at the end of the command when moving the cert to move it to the current location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FB4489-F3E6-4146-8020-F2D0575F6830}"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DA488-F7E2-45F5-AAA7-6C2BAF705016}" type="slidenum">
              <a:rPr lang="en-US" smtClean="0"/>
              <a:t>‹#›</a:t>
            </a:fld>
            <a:endParaRPr lang="en-US"/>
          </a:p>
        </p:txBody>
      </p:sp>
    </p:spTree>
    <p:extLst>
      <p:ext uri="{BB962C8B-B14F-4D97-AF65-F5344CB8AC3E}">
        <p14:creationId xmlns:p14="http://schemas.microsoft.com/office/powerpoint/2010/main" val="161650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TAK Server is a tactical information management platform that provides data access and encryption across disparate networks. TAK Server secures, brokers, and stores data in standalone and federated configurations. It is required whenever TAK clients are not operating in a peer-to-peer network or there is an operational need to encrypt and store mission data. Client plugins, such as </a:t>
            </a:r>
            <a:r>
              <a:rPr lang="en-US" sz="1800" dirty="0" err="1">
                <a:effectLst/>
                <a:latin typeface="Segoe UI" panose="020B0502040204020203" pitchFamily="34" charset="0"/>
              </a:rPr>
              <a:t>DataSync</a:t>
            </a:r>
            <a:r>
              <a:rPr lang="en-US" sz="1800" dirty="0">
                <a:effectLst/>
                <a:latin typeface="Segoe UI" panose="020B0502040204020203" pitchFamily="34" charset="0"/>
              </a:rPr>
              <a:t> and Execution Checklist, also require TAK Server.</a:t>
            </a:r>
            <a:endParaRPr lang="en-US" dirty="0"/>
          </a:p>
        </p:txBody>
      </p:sp>
      <p:sp>
        <p:nvSpPr>
          <p:cNvPr id="4" name="Slide Number Placeholder 3"/>
          <p:cNvSpPr>
            <a:spLocks noGrp="1"/>
          </p:cNvSpPr>
          <p:nvPr>
            <p:ph type="sldNum" sz="quarter" idx="5"/>
          </p:nvPr>
        </p:nvSpPr>
        <p:spPr/>
        <p:txBody>
          <a:bodyPr/>
          <a:lstStyle/>
          <a:p>
            <a:fld id="{649DA488-F7E2-45F5-AAA7-6C2BAF705016}" type="slidenum">
              <a:rPr lang="en-US" smtClean="0"/>
              <a:t>1</a:t>
            </a:fld>
            <a:endParaRPr lang="en-US"/>
          </a:p>
        </p:txBody>
      </p:sp>
    </p:spTree>
    <p:extLst>
      <p:ext uri="{BB962C8B-B14F-4D97-AF65-F5344CB8AC3E}">
        <p14:creationId xmlns:p14="http://schemas.microsoft.com/office/powerpoint/2010/main" val="3452349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Allows for a blank slate for the TAK Server</a:t>
            </a:r>
            <a:endParaRPr lang="en-US" dirty="0"/>
          </a:p>
        </p:txBody>
      </p:sp>
      <p:sp>
        <p:nvSpPr>
          <p:cNvPr id="4" name="Slide Number Placeholder 3"/>
          <p:cNvSpPr>
            <a:spLocks noGrp="1"/>
          </p:cNvSpPr>
          <p:nvPr>
            <p:ph type="sldNum" sz="quarter" idx="5"/>
          </p:nvPr>
        </p:nvSpPr>
        <p:spPr/>
        <p:txBody>
          <a:bodyPr/>
          <a:lstStyle/>
          <a:p>
            <a:fld id="{649DA488-F7E2-45F5-AAA7-6C2BAF705016}" type="slidenum">
              <a:rPr lang="en-US" smtClean="0"/>
              <a:t>2</a:t>
            </a:fld>
            <a:endParaRPr lang="en-US"/>
          </a:p>
        </p:txBody>
      </p:sp>
    </p:spTree>
    <p:extLst>
      <p:ext uri="{BB962C8B-B14F-4D97-AF65-F5344CB8AC3E}">
        <p14:creationId xmlns:p14="http://schemas.microsoft.com/office/powerpoint/2010/main" val="567534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Now that we have created the admin cert we need to move it so that we can copy and install it on our admin workstation remotely. </a:t>
            </a:r>
          </a:p>
          <a:p>
            <a:r>
              <a:rPr lang="en-US" sz="1800" dirty="0">
                <a:effectLst/>
                <a:latin typeface="Segoe UI" panose="020B0502040204020203" pitchFamily="34" charset="0"/>
              </a:rPr>
              <a:t># Remember to add the period at the end of the command when moving the cert to move it to the current location</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9</a:t>
            </a:fld>
            <a:endParaRPr lang="en-US"/>
          </a:p>
        </p:txBody>
      </p:sp>
    </p:spTree>
    <p:extLst>
      <p:ext uri="{BB962C8B-B14F-4D97-AF65-F5344CB8AC3E}">
        <p14:creationId xmlns:p14="http://schemas.microsoft.com/office/powerpoint/2010/main" val="1777177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multiple users will create a text document that will contain the users passwords. </a:t>
            </a:r>
          </a:p>
        </p:txBody>
      </p:sp>
      <p:sp>
        <p:nvSpPr>
          <p:cNvPr id="4" name="Slide Number Placeholder 3"/>
          <p:cNvSpPr>
            <a:spLocks noGrp="1"/>
          </p:cNvSpPr>
          <p:nvPr>
            <p:ph type="sldNum" sz="quarter" idx="5"/>
          </p:nvPr>
        </p:nvSpPr>
        <p:spPr/>
        <p:txBody>
          <a:bodyPr/>
          <a:lstStyle/>
          <a:p>
            <a:fld id="{649DA488-F7E2-45F5-AAA7-6C2BAF705016}" type="slidenum">
              <a:rPr lang="en-US" smtClean="0"/>
              <a:t>14</a:t>
            </a:fld>
            <a:endParaRPr lang="en-US"/>
          </a:p>
        </p:txBody>
      </p:sp>
    </p:spTree>
    <p:extLst>
      <p:ext uri="{BB962C8B-B14F-4D97-AF65-F5344CB8AC3E}">
        <p14:creationId xmlns:p14="http://schemas.microsoft.com/office/powerpoint/2010/main" val="199921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F0E16-8A2D-7AC0-F9A4-4CA0F96EBA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100AE6-F3EA-EE7C-6111-933D350A1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D34AE5-5734-20DA-F8E5-D3324D843552}"/>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5" name="Footer Placeholder 4">
            <a:extLst>
              <a:ext uri="{FF2B5EF4-FFF2-40B4-BE49-F238E27FC236}">
                <a16:creationId xmlns:a16="http://schemas.microsoft.com/office/drawing/2014/main" id="{0231DB0D-4936-B731-D5F7-8CFEC888E8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F592A4-34F2-8950-8DCA-793F1D2FBF79}"/>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787079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F7EB-3CB1-F0C1-F2CF-F3E87E5BE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FE569D-E71B-6A52-F30F-A3C6337396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980FB-2777-35A2-D3DD-A31617905114}"/>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5" name="Footer Placeholder 4">
            <a:extLst>
              <a:ext uri="{FF2B5EF4-FFF2-40B4-BE49-F238E27FC236}">
                <a16:creationId xmlns:a16="http://schemas.microsoft.com/office/drawing/2014/main" id="{DBFECAA9-6FC4-0D94-809E-6955F7F2B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4B018-9BAA-B9DA-84CC-F46E1342FFD9}"/>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1237572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A9E7-1DEB-CE67-726B-ED74BD4021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6087B0-4A56-95CA-3370-8F591D2111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03C663-8DFA-7271-F969-9EE15E10B617}"/>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5" name="Footer Placeholder 4">
            <a:extLst>
              <a:ext uri="{FF2B5EF4-FFF2-40B4-BE49-F238E27FC236}">
                <a16:creationId xmlns:a16="http://schemas.microsoft.com/office/drawing/2014/main" id="{E27F9657-2EB6-9BAE-945E-212DC0C354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9BD416-E462-0AF0-2351-ABE29E5E279F}"/>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1028088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DA6C3-BE87-C482-7D99-82E2BB0C28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942B1A-C55E-7134-047B-13ACFE04F7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586AF2-7D2B-BA51-E1C4-668FE88949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2B0E96-773E-3E3D-F212-1F77ED70B944}"/>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6" name="Footer Placeholder 5">
            <a:extLst>
              <a:ext uri="{FF2B5EF4-FFF2-40B4-BE49-F238E27FC236}">
                <a16:creationId xmlns:a16="http://schemas.microsoft.com/office/drawing/2014/main" id="{33DDC557-8B61-0B85-3D35-5A6732DEC3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B62E88-4D1C-B457-0028-8DF05C031CBF}"/>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3775144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4DC07-10E2-AF1F-6D74-3113EFFED7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DF8BAB-A8C3-2F2F-FA0C-0DBADDBAEE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EAEC96-ABCD-B671-6690-BD166CDEBA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4F0D64-B736-7E23-5C65-C94ACBF03A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3BEDEE-0E34-0C50-3FC5-BFAAD9E25A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137BAD-9B39-EA66-E1C5-6B52251006A3}"/>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8" name="Footer Placeholder 7">
            <a:extLst>
              <a:ext uri="{FF2B5EF4-FFF2-40B4-BE49-F238E27FC236}">
                <a16:creationId xmlns:a16="http://schemas.microsoft.com/office/drawing/2014/main" id="{B2C876E7-D5CE-395C-5087-66BD2C23E4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AE4678-DC27-6318-B93F-80B476B65499}"/>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3868056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38F10-0DD5-B5B3-1206-4F862883FA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2F8C20-3757-3BC7-752E-4093D56718F7}"/>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4" name="Footer Placeholder 3">
            <a:extLst>
              <a:ext uri="{FF2B5EF4-FFF2-40B4-BE49-F238E27FC236}">
                <a16:creationId xmlns:a16="http://schemas.microsoft.com/office/drawing/2014/main" id="{FA624954-92FC-2D64-1694-1EF8A68ACD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DEFF43-4995-BAB2-0EB1-7D64AB8DECEE}"/>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409491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381B3C-22BF-8C9E-DBDB-998E8C561372}"/>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3" name="Footer Placeholder 2">
            <a:extLst>
              <a:ext uri="{FF2B5EF4-FFF2-40B4-BE49-F238E27FC236}">
                <a16:creationId xmlns:a16="http://schemas.microsoft.com/office/drawing/2014/main" id="{78E9E723-6CF6-6427-F0A3-CA5DA80489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373040-9CD1-9160-523C-82C3C09C73B2}"/>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4060508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7B59F-2C67-D440-2BC5-EA0C364C13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8B6E0E-1501-945E-F22D-6E2D736199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CAA925-E4D0-E3BA-0A89-9F13449D4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76E371-C670-2E3A-EAFD-E31E0C3FA6DB}"/>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6" name="Footer Placeholder 5">
            <a:extLst>
              <a:ext uri="{FF2B5EF4-FFF2-40B4-BE49-F238E27FC236}">
                <a16:creationId xmlns:a16="http://schemas.microsoft.com/office/drawing/2014/main" id="{2307601F-6B13-1AD5-84D8-4ACCAFB054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3E722C-7EF6-5814-3918-910D95305107}"/>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1095649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8176E-CD21-406B-1994-01C5B17A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76F2CD-1DD0-F4C3-6561-2193C444D5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0CE620-EA3E-052F-1BE2-A519D7AFB9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8C6EF0-8D88-0C19-EB09-EEC715C4B45A}"/>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6" name="Footer Placeholder 5">
            <a:extLst>
              <a:ext uri="{FF2B5EF4-FFF2-40B4-BE49-F238E27FC236}">
                <a16:creationId xmlns:a16="http://schemas.microsoft.com/office/drawing/2014/main" id="{3C08B07E-0BD7-B58E-B8EE-A54F115BF9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952934-5E78-354E-E785-F97D68F59416}"/>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1658477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4D83-5B30-D46A-6722-ACE94841D0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0DB2C3-6788-F364-7DA3-E812BE6995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2E9DFA-93BD-BF4D-C478-900B0FF506D0}"/>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5" name="Footer Placeholder 4">
            <a:extLst>
              <a:ext uri="{FF2B5EF4-FFF2-40B4-BE49-F238E27FC236}">
                <a16:creationId xmlns:a16="http://schemas.microsoft.com/office/drawing/2014/main" id="{E63CAB91-44AE-0D5F-B707-5288959CB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1FDD-2227-7422-ECEB-29F547D8E208}"/>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3764683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03142F-4B59-6EFD-DBBC-235FC5C447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DFDAEB-ED0F-5BDE-6B2A-BD73A5675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669A5-661E-09DF-10A0-F3B41DA34DA5}"/>
              </a:ext>
            </a:extLst>
          </p:cNvPr>
          <p:cNvSpPr>
            <a:spLocks noGrp="1"/>
          </p:cNvSpPr>
          <p:nvPr>
            <p:ph type="dt" sz="half" idx="10"/>
          </p:nvPr>
        </p:nvSpPr>
        <p:spPr/>
        <p:txBody>
          <a:bodyPr/>
          <a:lstStyle/>
          <a:p>
            <a:fld id="{51C31319-21B0-43A6-923C-6F5C3E18ABDE}" type="datetimeFigureOut">
              <a:rPr lang="en-US" smtClean="0"/>
              <a:t>4/21/2025</a:t>
            </a:fld>
            <a:endParaRPr lang="en-US"/>
          </a:p>
        </p:txBody>
      </p:sp>
      <p:sp>
        <p:nvSpPr>
          <p:cNvPr id="5" name="Footer Placeholder 4">
            <a:extLst>
              <a:ext uri="{FF2B5EF4-FFF2-40B4-BE49-F238E27FC236}">
                <a16:creationId xmlns:a16="http://schemas.microsoft.com/office/drawing/2014/main" id="{ECAF90CE-05EE-9CAC-4304-761DB3979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C91E6F-0311-9E7A-96BF-6AEECD072E31}"/>
              </a:ext>
            </a:extLst>
          </p:cNvPr>
          <p:cNvSpPr>
            <a:spLocks noGrp="1"/>
          </p:cNvSpPr>
          <p:nvPr>
            <p:ph type="sldNum" sz="quarter" idx="12"/>
          </p:nvPr>
        </p:nvSpPr>
        <p:spPr/>
        <p:txBody>
          <a:bodyPr/>
          <a:lstStyle/>
          <a:p>
            <a:fld id="{C0D6B66A-CB39-4946-BBA4-CB7A1FB2F31F}" type="slidenum">
              <a:rPr lang="en-US" smtClean="0"/>
              <a:t>‹#›</a:t>
            </a:fld>
            <a:endParaRPr lang="en-US"/>
          </a:p>
        </p:txBody>
      </p:sp>
    </p:spTree>
    <p:extLst>
      <p:ext uri="{BB962C8B-B14F-4D97-AF65-F5344CB8AC3E}">
        <p14:creationId xmlns:p14="http://schemas.microsoft.com/office/powerpoint/2010/main" val="3077596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98E67-A396-E1BF-3191-0E2FBADA43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D66A3E-0AE4-4686-3B1E-E60CDB1935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A6B2EC-8E7B-238E-D494-AC68F6F5C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C31319-21B0-43A6-923C-6F5C3E18ABDE}" type="datetimeFigureOut">
              <a:rPr lang="en-US" smtClean="0"/>
              <a:t>4/21/2025</a:t>
            </a:fld>
            <a:endParaRPr lang="en-US"/>
          </a:p>
        </p:txBody>
      </p:sp>
      <p:sp>
        <p:nvSpPr>
          <p:cNvPr id="5" name="Footer Placeholder 4">
            <a:extLst>
              <a:ext uri="{FF2B5EF4-FFF2-40B4-BE49-F238E27FC236}">
                <a16:creationId xmlns:a16="http://schemas.microsoft.com/office/drawing/2014/main" id="{847AB2AA-3058-5D53-7B66-9FD03F87F7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E51388-3EE3-9ED8-9CCF-52588C2917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D6B66A-CB39-4946-BBA4-CB7A1FB2F31F}" type="slidenum">
              <a:rPr lang="en-US" smtClean="0"/>
              <a:t>‹#›</a:t>
            </a:fld>
            <a:endParaRPr lang="en-US"/>
          </a:p>
        </p:txBody>
      </p:sp>
    </p:spTree>
    <p:extLst>
      <p:ext uri="{BB962C8B-B14F-4D97-AF65-F5344CB8AC3E}">
        <p14:creationId xmlns:p14="http://schemas.microsoft.com/office/powerpoint/2010/main" val="3090294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9A1419E4.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FDC61CB5.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filezilla-project.org/download.php?platform=win6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15_1F788BD8.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174B4-D9CF-E938-DB3B-9F7CA4FF2812}"/>
              </a:ext>
            </a:extLst>
          </p:cNvPr>
          <p:cNvSpPr>
            <a:spLocks noGrp="1"/>
          </p:cNvSpPr>
          <p:nvPr>
            <p:ph type="ctrTitle"/>
          </p:nvPr>
        </p:nvSpPr>
        <p:spPr/>
        <p:txBody>
          <a:bodyPr/>
          <a:lstStyle/>
          <a:p>
            <a:r>
              <a:rPr lang="en-US" dirty="0"/>
              <a:t>TAK Server Deployment</a:t>
            </a:r>
          </a:p>
        </p:txBody>
      </p:sp>
      <p:sp>
        <p:nvSpPr>
          <p:cNvPr id="3" name="Subtitle 2">
            <a:extLst>
              <a:ext uri="{FF2B5EF4-FFF2-40B4-BE49-F238E27FC236}">
                <a16:creationId xmlns:a16="http://schemas.microsoft.com/office/drawing/2014/main" id="{4984E520-6500-691A-BDEC-1139640130D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5008612"/>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B9B4F-DC88-52F7-17EC-ED6C9A79D005}"/>
              </a:ext>
            </a:extLst>
          </p:cNvPr>
          <p:cNvSpPr>
            <a:spLocks noGrp="1"/>
          </p:cNvSpPr>
          <p:nvPr>
            <p:ph type="title"/>
          </p:nvPr>
        </p:nvSpPr>
        <p:spPr/>
        <p:txBody>
          <a:bodyPr/>
          <a:lstStyle/>
          <a:p>
            <a:r>
              <a:rPr lang="en-US" dirty="0"/>
              <a:t>Create a new user - Optional</a:t>
            </a:r>
          </a:p>
        </p:txBody>
      </p:sp>
      <p:sp>
        <p:nvSpPr>
          <p:cNvPr id="3" name="Content Placeholder 2">
            <a:extLst>
              <a:ext uri="{FF2B5EF4-FFF2-40B4-BE49-F238E27FC236}">
                <a16:creationId xmlns:a16="http://schemas.microsoft.com/office/drawing/2014/main" id="{2596F0BC-0BD0-4958-366F-28FD8E9EDC00}"/>
              </a:ext>
            </a:extLst>
          </p:cNvPr>
          <p:cNvSpPr>
            <a:spLocks noGrp="1"/>
          </p:cNvSpPr>
          <p:nvPr>
            <p:ph idx="1"/>
          </p:nvPr>
        </p:nvSpPr>
        <p:spPr>
          <a:xfrm>
            <a:off x="838200" y="1559859"/>
            <a:ext cx="10515600" cy="4617104"/>
          </a:xfrm>
        </p:spPr>
        <p:txBody>
          <a:bodyPr>
            <a:normAutofit lnSpcReduction="10000"/>
          </a:bodyPr>
          <a:lstStyle/>
          <a:p>
            <a:r>
              <a:rPr lang="en-US" dirty="0"/>
              <a:t>While </a:t>
            </a:r>
            <a:r>
              <a:rPr lang="en-US" dirty="0" err="1"/>
              <a:t>ssh’d</a:t>
            </a:r>
            <a:r>
              <a:rPr lang="en-US" dirty="0"/>
              <a:t> into your server do the following: </a:t>
            </a:r>
          </a:p>
          <a:p>
            <a:pPr lvl="1"/>
            <a:r>
              <a:rPr lang="en-US" dirty="0"/>
              <a:t>Create a new user named </a:t>
            </a:r>
            <a:r>
              <a:rPr lang="en-US" dirty="0" err="1"/>
              <a:t>atak</a:t>
            </a:r>
            <a:endParaRPr lang="en-US" dirty="0"/>
          </a:p>
          <a:p>
            <a:pPr lvl="2"/>
            <a:r>
              <a:rPr lang="en-US" b="1" dirty="0" err="1"/>
              <a:t>sudo</a:t>
            </a:r>
            <a:r>
              <a:rPr lang="en-US" b="1" dirty="0"/>
              <a:t> </a:t>
            </a:r>
            <a:r>
              <a:rPr lang="en-US" b="1" dirty="0" err="1"/>
              <a:t>useradd</a:t>
            </a:r>
            <a:r>
              <a:rPr lang="en-US" b="1" dirty="0"/>
              <a:t> –m </a:t>
            </a:r>
            <a:r>
              <a:rPr lang="en-US" b="1" dirty="0" err="1"/>
              <a:t>atak</a:t>
            </a:r>
            <a:endParaRPr lang="en-US" b="1" dirty="0"/>
          </a:p>
          <a:p>
            <a:pPr lvl="1"/>
            <a:r>
              <a:rPr lang="en-US" dirty="0"/>
              <a:t>Set the password for the </a:t>
            </a:r>
            <a:r>
              <a:rPr lang="en-US" dirty="0" err="1"/>
              <a:t>atak</a:t>
            </a:r>
            <a:r>
              <a:rPr lang="en-US" dirty="0"/>
              <a:t> user</a:t>
            </a:r>
          </a:p>
          <a:p>
            <a:pPr lvl="2"/>
            <a:r>
              <a:rPr lang="en-US" b="1" dirty="0" err="1"/>
              <a:t>sudo</a:t>
            </a:r>
            <a:r>
              <a:rPr lang="en-US" b="1" dirty="0"/>
              <a:t> passwd </a:t>
            </a:r>
            <a:r>
              <a:rPr lang="en-US" b="1" dirty="0" err="1"/>
              <a:t>atak</a:t>
            </a:r>
            <a:r>
              <a:rPr lang="en-US" b="1" dirty="0"/>
              <a:t> </a:t>
            </a:r>
          </a:p>
          <a:p>
            <a:pPr lvl="1"/>
            <a:r>
              <a:rPr lang="en-US" dirty="0"/>
              <a:t>Enter the password for the </a:t>
            </a:r>
            <a:r>
              <a:rPr lang="en-US" dirty="0" err="1"/>
              <a:t>atak</a:t>
            </a:r>
            <a:r>
              <a:rPr lang="en-US" dirty="0"/>
              <a:t> user</a:t>
            </a:r>
          </a:p>
          <a:p>
            <a:pPr lvl="2"/>
            <a:r>
              <a:rPr lang="en-US" b="1" dirty="0" err="1"/>
              <a:t>atakatak</a:t>
            </a:r>
            <a:endParaRPr lang="en-US" b="1" dirty="0"/>
          </a:p>
          <a:p>
            <a:pPr lvl="2"/>
            <a:r>
              <a:rPr lang="en-US" dirty="0"/>
              <a:t>It will ask you to enter it twice</a:t>
            </a:r>
          </a:p>
          <a:p>
            <a:pPr lvl="1"/>
            <a:r>
              <a:rPr lang="en-US" dirty="0"/>
              <a:t>If done correctly you should see the following:</a:t>
            </a:r>
          </a:p>
          <a:p>
            <a:pPr lvl="1"/>
            <a:r>
              <a:rPr lang="en-US" dirty="0"/>
              <a:t>Make </a:t>
            </a:r>
            <a:r>
              <a:rPr lang="en-US" dirty="0" err="1"/>
              <a:t>atak</a:t>
            </a:r>
            <a:r>
              <a:rPr lang="en-US" dirty="0"/>
              <a:t> user ‘</a:t>
            </a:r>
            <a:r>
              <a:rPr lang="en-US" dirty="0" err="1"/>
              <a:t>sudo</a:t>
            </a:r>
            <a:r>
              <a:rPr lang="en-US" dirty="0"/>
              <a:t> user’</a:t>
            </a:r>
          </a:p>
          <a:p>
            <a:pPr lvl="2"/>
            <a:r>
              <a:rPr lang="en-US" b="1" dirty="0" err="1"/>
              <a:t>sudo</a:t>
            </a:r>
            <a:r>
              <a:rPr lang="en-US" b="1" dirty="0"/>
              <a:t> </a:t>
            </a:r>
            <a:r>
              <a:rPr lang="en-US" b="1" dirty="0" err="1"/>
              <a:t>usermod</a:t>
            </a:r>
            <a:r>
              <a:rPr lang="en-US" b="1" dirty="0"/>
              <a:t> –</a:t>
            </a:r>
            <a:r>
              <a:rPr lang="en-US" b="1" dirty="0" err="1"/>
              <a:t>aG</a:t>
            </a:r>
            <a:r>
              <a:rPr lang="en-US" b="1" dirty="0"/>
              <a:t> wheel </a:t>
            </a:r>
            <a:r>
              <a:rPr lang="en-US" b="1" dirty="0" err="1"/>
              <a:t>atak</a:t>
            </a:r>
            <a:endParaRPr lang="en-US" b="1" dirty="0"/>
          </a:p>
          <a:p>
            <a:pPr lvl="1"/>
            <a:r>
              <a:rPr lang="en-US" dirty="0"/>
              <a:t>Switch from the Root user to the ATAK user </a:t>
            </a:r>
          </a:p>
          <a:p>
            <a:pPr lvl="2"/>
            <a:r>
              <a:rPr lang="en-US" b="1" dirty="0" err="1"/>
              <a:t>su</a:t>
            </a:r>
            <a:r>
              <a:rPr lang="en-US" b="1" dirty="0"/>
              <a:t> – </a:t>
            </a:r>
            <a:r>
              <a:rPr lang="en-US" b="1" dirty="0" err="1"/>
              <a:t>atak</a:t>
            </a:r>
            <a:endParaRPr lang="en-US" b="1" dirty="0"/>
          </a:p>
        </p:txBody>
      </p:sp>
      <p:pic>
        <p:nvPicPr>
          <p:cNvPr id="5" name="Picture 4">
            <a:extLst>
              <a:ext uri="{FF2B5EF4-FFF2-40B4-BE49-F238E27FC236}">
                <a16:creationId xmlns:a16="http://schemas.microsoft.com/office/drawing/2014/main" id="{DCC366B9-9EF9-3CD9-8175-9F6A82AF9C43}"/>
              </a:ext>
            </a:extLst>
          </p:cNvPr>
          <p:cNvPicPr>
            <a:picLocks noChangeAspect="1"/>
          </p:cNvPicPr>
          <p:nvPr/>
        </p:nvPicPr>
        <p:blipFill>
          <a:blip r:embed="rId4"/>
          <a:stretch>
            <a:fillRect/>
          </a:stretch>
        </p:blipFill>
        <p:spPr>
          <a:xfrm>
            <a:off x="7624465" y="3935487"/>
            <a:ext cx="4258269" cy="1143160"/>
          </a:xfrm>
          <a:prstGeom prst="rect">
            <a:avLst/>
          </a:prstGeom>
        </p:spPr>
      </p:pic>
    </p:spTree>
    <p:extLst>
      <p:ext uri="{BB962C8B-B14F-4D97-AF65-F5344CB8AC3E}">
        <p14:creationId xmlns:p14="http://schemas.microsoft.com/office/powerpoint/2010/main" val="425761912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18D7-1D0E-FC46-7130-08874E5A3947}"/>
              </a:ext>
            </a:extLst>
          </p:cNvPr>
          <p:cNvSpPr>
            <a:spLocks noGrp="1"/>
          </p:cNvSpPr>
          <p:nvPr>
            <p:ph type="title"/>
          </p:nvPr>
        </p:nvSpPr>
        <p:spPr/>
        <p:txBody>
          <a:bodyPr/>
          <a:lstStyle/>
          <a:p>
            <a:r>
              <a:rPr lang="en-US" dirty="0"/>
              <a:t>Copy over scripts</a:t>
            </a:r>
          </a:p>
        </p:txBody>
      </p:sp>
      <p:sp>
        <p:nvSpPr>
          <p:cNvPr id="3" name="Content Placeholder 2">
            <a:extLst>
              <a:ext uri="{FF2B5EF4-FFF2-40B4-BE49-F238E27FC236}">
                <a16:creationId xmlns:a16="http://schemas.microsoft.com/office/drawing/2014/main" id="{DD469823-D135-B3F2-DF84-A23F1D31849C}"/>
              </a:ext>
            </a:extLst>
          </p:cNvPr>
          <p:cNvSpPr>
            <a:spLocks noGrp="1"/>
          </p:cNvSpPr>
          <p:nvPr>
            <p:ph idx="1"/>
          </p:nvPr>
        </p:nvSpPr>
        <p:spPr/>
        <p:txBody>
          <a:bodyPr>
            <a:normAutofit lnSpcReduction="10000"/>
          </a:bodyPr>
          <a:lstStyle/>
          <a:p>
            <a:r>
              <a:rPr lang="en-US" dirty="0"/>
              <a:t>Download FileZilla</a:t>
            </a:r>
          </a:p>
          <a:p>
            <a:pPr lvl="1"/>
            <a:r>
              <a:rPr lang="en-US" dirty="0">
                <a:hlinkClick r:id="rId2"/>
              </a:rPr>
              <a:t>https://filezilla-project.org/download.php?platform=win64</a:t>
            </a:r>
            <a:endParaRPr lang="en-US" dirty="0"/>
          </a:p>
          <a:p>
            <a:r>
              <a:rPr lang="en-US" dirty="0"/>
              <a:t>Once opened: </a:t>
            </a:r>
          </a:p>
          <a:p>
            <a:pPr lvl="1"/>
            <a:r>
              <a:rPr lang="en-US" dirty="0"/>
              <a:t>The Local site is your development machines libraries.</a:t>
            </a:r>
          </a:p>
          <a:p>
            <a:pPr lvl="1"/>
            <a:r>
              <a:rPr lang="en-US" dirty="0"/>
              <a:t>The Remote site is where the libraries will be for the machine you remote into.</a:t>
            </a:r>
          </a:p>
          <a:p>
            <a:pPr lvl="1"/>
            <a:r>
              <a:rPr lang="en-US" dirty="0"/>
              <a:t>In the upper left select this icon: </a:t>
            </a:r>
          </a:p>
          <a:p>
            <a:pPr lvl="2"/>
            <a:r>
              <a:rPr lang="en-US" dirty="0"/>
              <a:t>Select “New site”</a:t>
            </a:r>
          </a:p>
          <a:p>
            <a:pPr lvl="3"/>
            <a:r>
              <a:rPr lang="en-US" dirty="0"/>
              <a:t>Protocol: SFTP</a:t>
            </a:r>
          </a:p>
          <a:p>
            <a:pPr lvl="3"/>
            <a:r>
              <a:rPr lang="en-US" dirty="0"/>
              <a:t>Host: &lt;IP address&gt;</a:t>
            </a:r>
          </a:p>
          <a:p>
            <a:pPr lvl="3"/>
            <a:r>
              <a:rPr lang="en-US" dirty="0"/>
              <a:t>User: </a:t>
            </a:r>
            <a:r>
              <a:rPr lang="en-US" dirty="0" err="1"/>
              <a:t>takadmin</a:t>
            </a:r>
            <a:endParaRPr lang="en-US" dirty="0"/>
          </a:p>
          <a:p>
            <a:pPr lvl="3"/>
            <a:r>
              <a:rPr lang="en-US" dirty="0"/>
              <a:t>Password: </a:t>
            </a:r>
            <a:r>
              <a:rPr lang="en-US" dirty="0" err="1"/>
              <a:t>atakatak</a:t>
            </a:r>
            <a:endParaRPr lang="en-US" dirty="0"/>
          </a:p>
          <a:p>
            <a:pPr lvl="3"/>
            <a:r>
              <a:rPr lang="en-US" dirty="0"/>
              <a:t>Select “Connect”</a:t>
            </a:r>
          </a:p>
        </p:txBody>
      </p:sp>
      <p:pic>
        <p:nvPicPr>
          <p:cNvPr id="5" name="Picture 4">
            <a:extLst>
              <a:ext uri="{FF2B5EF4-FFF2-40B4-BE49-F238E27FC236}">
                <a16:creationId xmlns:a16="http://schemas.microsoft.com/office/drawing/2014/main" id="{55AE5061-A21B-BEAF-2C9C-C35020007B44}"/>
              </a:ext>
            </a:extLst>
          </p:cNvPr>
          <p:cNvPicPr>
            <a:picLocks noChangeAspect="1"/>
          </p:cNvPicPr>
          <p:nvPr/>
        </p:nvPicPr>
        <p:blipFill>
          <a:blip r:embed="rId3"/>
          <a:stretch>
            <a:fillRect/>
          </a:stretch>
        </p:blipFill>
        <p:spPr>
          <a:xfrm>
            <a:off x="6096000" y="3997767"/>
            <a:ext cx="2150931" cy="1675575"/>
          </a:xfrm>
          <a:prstGeom prst="rect">
            <a:avLst/>
          </a:prstGeom>
        </p:spPr>
      </p:pic>
    </p:spTree>
    <p:extLst>
      <p:ext uri="{BB962C8B-B14F-4D97-AF65-F5344CB8AC3E}">
        <p14:creationId xmlns:p14="http://schemas.microsoft.com/office/powerpoint/2010/main" val="1300598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593E-52B2-A64A-BB29-B45D3E9F6D61}"/>
              </a:ext>
            </a:extLst>
          </p:cNvPr>
          <p:cNvSpPr>
            <a:spLocks noGrp="1"/>
          </p:cNvSpPr>
          <p:nvPr>
            <p:ph type="title"/>
          </p:nvPr>
        </p:nvSpPr>
        <p:spPr>
          <a:xfrm>
            <a:off x="838200" y="365126"/>
            <a:ext cx="10515600" cy="1038802"/>
          </a:xfrm>
        </p:spPr>
        <p:txBody>
          <a:bodyPr/>
          <a:lstStyle/>
          <a:p>
            <a:r>
              <a:rPr lang="en-US" dirty="0"/>
              <a:t>Transferring Scripts</a:t>
            </a:r>
          </a:p>
        </p:txBody>
      </p:sp>
      <p:sp>
        <p:nvSpPr>
          <p:cNvPr id="3" name="Content Placeholder 2">
            <a:extLst>
              <a:ext uri="{FF2B5EF4-FFF2-40B4-BE49-F238E27FC236}">
                <a16:creationId xmlns:a16="http://schemas.microsoft.com/office/drawing/2014/main" id="{7987B7EE-D78D-5865-2AE1-4D9EB1B4E04D}"/>
              </a:ext>
            </a:extLst>
          </p:cNvPr>
          <p:cNvSpPr>
            <a:spLocks noGrp="1"/>
          </p:cNvSpPr>
          <p:nvPr>
            <p:ph idx="1"/>
          </p:nvPr>
        </p:nvSpPr>
        <p:spPr>
          <a:xfrm>
            <a:off x="561109" y="1173018"/>
            <a:ext cx="10515600" cy="4856163"/>
          </a:xfrm>
        </p:spPr>
        <p:txBody>
          <a:bodyPr/>
          <a:lstStyle/>
          <a:p>
            <a:r>
              <a:rPr lang="en-US" dirty="0"/>
              <a:t>In the Remote site panel navigate to the following:</a:t>
            </a:r>
          </a:p>
          <a:p>
            <a:pPr lvl="1"/>
            <a:r>
              <a:rPr lang="en-US" dirty="0"/>
              <a:t>home </a:t>
            </a:r>
            <a:r>
              <a:rPr lang="en-US" dirty="0">
                <a:sym typeface="Wingdings" panose="05000000000000000000" pitchFamily="2" charset="2"/>
              </a:rPr>
              <a:t></a:t>
            </a:r>
            <a:r>
              <a:rPr lang="en-US" dirty="0"/>
              <a:t> (user)</a:t>
            </a:r>
          </a:p>
          <a:p>
            <a:r>
              <a:rPr lang="en-US" dirty="0"/>
              <a:t>In the Local site side navigate</a:t>
            </a:r>
            <a:br>
              <a:rPr lang="en-US" dirty="0"/>
            </a:br>
            <a:r>
              <a:rPr lang="en-US" dirty="0"/>
              <a:t> to the following: </a:t>
            </a:r>
          </a:p>
          <a:p>
            <a:pPr lvl="1"/>
            <a:r>
              <a:rPr lang="en-US" dirty="0"/>
              <a:t>TAK Server Scripts </a:t>
            </a:r>
            <a:br>
              <a:rPr lang="en-US" dirty="0"/>
            </a:br>
            <a:r>
              <a:rPr lang="en-US" dirty="0">
                <a:sym typeface="Wingdings" panose="05000000000000000000" pitchFamily="2" charset="2"/>
              </a:rPr>
              <a:t></a:t>
            </a:r>
            <a:r>
              <a:rPr lang="en-US" dirty="0"/>
              <a:t> </a:t>
            </a:r>
            <a:r>
              <a:rPr lang="en-US" dirty="0" err="1"/>
              <a:t>Rocky_Scripts</a:t>
            </a:r>
            <a:r>
              <a:rPr lang="en-US" dirty="0"/>
              <a:t> </a:t>
            </a:r>
          </a:p>
          <a:p>
            <a:r>
              <a:rPr lang="en-US" dirty="0"/>
              <a:t>From the Local site select the </a:t>
            </a:r>
            <a:br>
              <a:rPr lang="en-US" dirty="0"/>
            </a:br>
            <a:r>
              <a:rPr lang="en-US" dirty="0"/>
              <a:t>6 shell scripts and drag and </a:t>
            </a:r>
            <a:br>
              <a:rPr lang="en-US" dirty="0"/>
            </a:br>
            <a:r>
              <a:rPr lang="en-US" dirty="0"/>
              <a:t>drop them into the (user)</a:t>
            </a:r>
            <a:br>
              <a:rPr lang="en-US" dirty="0"/>
            </a:br>
            <a:r>
              <a:rPr lang="en-US" dirty="0"/>
              <a:t> folder on the Remote site.</a:t>
            </a:r>
          </a:p>
          <a:p>
            <a:endParaRPr lang="en-US" dirty="0"/>
          </a:p>
        </p:txBody>
      </p:sp>
      <p:pic>
        <p:nvPicPr>
          <p:cNvPr id="5" name="Picture 4">
            <a:extLst>
              <a:ext uri="{FF2B5EF4-FFF2-40B4-BE49-F238E27FC236}">
                <a16:creationId xmlns:a16="http://schemas.microsoft.com/office/drawing/2014/main" id="{199AB6CE-AB6F-7BE3-D5D6-1B1AB8286F44}"/>
              </a:ext>
            </a:extLst>
          </p:cNvPr>
          <p:cNvPicPr>
            <a:picLocks noChangeAspect="1"/>
          </p:cNvPicPr>
          <p:nvPr/>
        </p:nvPicPr>
        <p:blipFill>
          <a:blip r:embed="rId2"/>
          <a:stretch>
            <a:fillRect/>
          </a:stretch>
        </p:blipFill>
        <p:spPr>
          <a:xfrm>
            <a:off x="5551055" y="1567728"/>
            <a:ext cx="6551272" cy="5211764"/>
          </a:xfrm>
          <a:prstGeom prst="rect">
            <a:avLst/>
          </a:prstGeom>
        </p:spPr>
      </p:pic>
    </p:spTree>
    <p:extLst>
      <p:ext uri="{BB962C8B-B14F-4D97-AF65-F5344CB8AC3E}">
        <p14:creationId xmlns:p14="http://schemas.microsoft.com/office/powerpoint/2010/main" val="3277258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8885-C5D0-7CBB-C01C-E11420325D6A}"/>
              </a:ext>
            </a:extLst>
          </p:cNvPr>
          <p:cNvSpPr>
            <a:spLocks noGrp="1"/>
          </p:cNvSpPr>
          <p:nvPr>
            <p:ph type="title"/>
          </p:nvPr>
        </p:nvSpPr>
        <p:spPr>
          <a:xfrm>
            <a:off x="838200" y="272166"/>
            <a:ext cx="10515600" cy="1325563"/>
          </a:xfrm>
        </p:spPr>
        <p:txBody>
          <a:bodyPr/>
          <a:lstStyle/>
          <a:p>
            <a:r>
              <a:rPr lang="en-US" dirty="0"/>
              <a:t>Transferring Install File</a:t>
            </a:r>
          </a:p>
        </p:txBody>
      </p:sp>
      <p:sp>
        <p:nvSpPr>
          <p:cNvPr id="3" name="Content Placeholder 2">
            <a:extLst>
              <a:ext uri="{FF2B5EF4-FFF2-40B4-BE49-F238E27FC236}">
                <a16:creationId xmlns:a16="http://schemas.microsoft.com/office/drawing/2014/main" id="{08E4CA69-F5A5-FFE6-02AB-039CE07CBCB3}"/>
              </a:ext>
            </a:extLst>
          </p:cNvPr>
          <p:cNvSpPr>
            <a:spLocks noGrp="1"/>
          </p:cNvSpPr>
          <p:nvPr>
            <p:ph idx="1"/>
          </p:nvPr>
        </p:nvSpPr>
        <p:spPr>
          <a:xfrm>
            <a:off x="838200" y="1253330"/>
            <a:ext cx="10515600" cy="4351338"/>
          </a:xfrm>
        </p:spPr>
        <p:txBody>
          <a:bodyPr/>
          <a:lstStyle/>
          <a:p>
            <a:r>
              <a:rPr lang="en-US" dirty="0"/>
              <a:t>In FileZilla on the Local site panel navigate to the downloaded TAK </a:t>
            </a:r>
            <a:r>
              <a:rPr lang="en-US"/>
              <a:t>Server installation file:</a:t>
            </a:r>
            <a:endParaRPr lang="en-US" dirty="0"/>
          </a:p>
          <a:p>
            <a:r>
              <a:rPr lang="en-US" dirty="0"/>
              <a:t>Drag and drop this file into the Remote site panel in the </a:t>
            </a:r>
            <a:r>
              <a:rPr lang="en-US" dirty="0" err="1"/>
              <a:t>atak</a:t>
            </a:r>
            <a:r>
              <a:rPr lang="en-US" dirty="0"/>
              <a:t> folder.</a:t>
            </a:r>
          </a:p>
          <a:p>
            <a:r>
              <a:rPr lang="en-US" dirty="0"/>
              <a:t>You can now minimize the FileZilla application. </a:t>
            </a:r>
          </a:p>
          <a:p>
            <a:r>
              <a:rPr lang="en-US" dirty="0"/>
              <a:t>The following should be </a:t>
            </a:r>
            <a:br>
              <a:rPr lang="en-US" dirty="0"/>
            </a:br>
            <a:r>
              <a:rPr lang="en-US" dirty="0"/>
              <a:t>the contents of your </a:t>
            </a:r>
            <a:r>
              <a:rPr lang="en-US" dirty="0" err="1"/>
              <a:t>atak</a:t>
            </a:r>
            <a:r>
              <a:rPr lang="en-US" dirty="0"/>
              <a:t> folder: </a:t>
            </a:r>
          </a:p>
          <a:p>
            <a:endParaRPr lang="en-US" dirty="0"/>
          </a:p>
        </p:txBody>
      </p:sp>
      <p:pic>
        <p:nvPicPr>
          <p:cNvPr id="5" name="Picture 4">
            <a:extLst>
              <a:ext uri="{FF2B5EF4-FFF2-40B4-BE49-F238E27FC236}">
                <a16:creationId xmlns:a16="http://schemas.microsoft.com/office/drawing/2014/main" id="{355960F2-9506-7E7D-56F7-E6075B0C92E7}"/>
              </a:ext>
            </a:extLst>
          </p:cNvPr>
          <p:cNvPicPr>
            <a:picLocks noChangeAspect="1"/>
          </p:cNvPicPr>
          <p:nvPr/>
        </p:nvPicPr>
        <p:blipFill>
          <a:blip r:embed="rId2"/>
          <a:stretch>
            <a:fillRect/>
          </a:stretch>
        </p:blipFill>
        <p:spPr>
          <a:xfrm>
            <a:off x="7693891" y="2251801"/>
            <a:ext cx="4069661" cy="500632"/>
          </a:xfrm>
          <a:prstGeom prst="rect">
            <a:avLst/>
          </a:prstGeom>
        </p:spPr>
      </p:pic>
      <p:pic>
        <p:nvPicPr>
          <p:cNvPr id="7" name="Picture 6">
            <a:extLst>
              <a:ext uri="{FF2B5EF4-FFF2-40B4-BE49-F238E27FC236}">
                <a16:creationId xmlns:a16="http://schemas.microsoft.com/office/drawing/2014/main" id="{D7BF5A4A-F4D2-6909-5DBE-85E9617956D0}"/>
              </a:ext>
            </a:extLst>
          </p:cNvPr>
          <p:cNvPicPr>
            <a:picLocks noChangeAspect="1"/>
          </p:cNvPicPr>
          <p:nvPr/>
        </p:nvPicPr>
        <p:blipFill>
          <a:blip r:embed="rId3"/>
          <a:stretch>
            <a:fillRect/>
          </a:stretch>
        </p:blipFill>
        <p:spPr>
          <a:xfrm>
            <a:off x="6093759" y="4213329"/>
            <a:ext cx="6095999" cy="3421949"/>
          </a:xfrm>
          <a:prstGeom prst="rect">
            <a:avLst/>
          </a:prstGeom>
        </p:spPr>
      </p:pic>
    </p:spTree>
    <p:extLst>
      <p:ext uri="{BB962C8B-B14F-4D97-AF65-F5344CB8AC3E}">
        <p14:creationId xmlns:p14="http://schemas.microsoft.com/office/powerpoint/2010/main" val="3559342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93CDC-DFF9-EA73-28AA-A29AF7201EFE}"/>
              </a:ext>
            </a:extLst>
          </p:cNvPr>
          <p:cNvSpPr>
            <a:spLocks noGrp="1"/>
          </p:cNvSpPr>
          <p:nvPr>
            <p:ph type="title"/>
          </p:nvPr>
        </p:nvSpPr>
        <p:spPr/>
        <p:txBody>
          <a:bodyPr/>
          <a:lstStyle/>
          <a:p>
            <a:r>
              <a:rPr lang="en-US" dirty="0"/>
              <a:t>Install the TAK Server </a:t>
            </a:r>
          </a:p>
        </p:txBody>
      </p:sp>
      <p:sp>
        <p:nvSpPr>
          <p:cNvPr id="3" name="Content Placeholder 2">
            <a:extLst>
              <a:ext uri="{FF2B5EF4-FFF2-40B4-BE49-F238E27FC236}">
                <a16:creationId xmlns:a16="http://schemas.microsoft.com/office/drawing/2014/main" id="{283246DE-4BCD-0B6C-25A5-16B77BC1DC08}"/>
              </a:ext>
            </a:extLst>
          </p:cNvPr>
          <p:cNvSpPr>
            <a:spLocks noGrp="1"/>
          </p:cNvSpPr>
          <p:nvPr>
            <p:ph idx="1"/>
          </p:nvPr>
        </p:nvSpPr>
        <p:spPr>
          <a:xfrm>
            <a:off x="838200" y="1825625"/>
            <a:ext cx="10515600" cy="4667250"/>
          </a:xfrm>
        </p:spPr>
        <p:txBody>
          <a:bodyPr vert="horz" lIns="91440" tIns="45720" rIns="91440" bIns="45720" rtlCol="0" anchor="t">
            <a:normAutofit fontScale="92500"/>
          </a:bodyPr>
          <a:lstStyle/>
          <a:p>
            <a:r>
              <a:rPr lang="en-US" dirty="0"/>
              <a:t>Go to the user folder where the scripts and TAK Server rpm files are.</a:t>
            </a:r>
          </a:p>
          <a:p>
            <a:pPr lvl="1"/>
            <a:r>
              <a:rPr lang="en-US" b="1" dirty="0"/>
              <a:t>cd /home/</a:t>
            </a:r>
            <a:r>
              <a:rPr lang="en-US" b="1" dirty="0" err="1"/>
              <a:t>takadmin</a:t>
            </a:r>
            <a:endParaRPr lang="en-US" b="1" dirty="0"/>
          </a:p>
          <a:p>
            <a:r>
              <a:rPr lang="en-US" dirty="0"/>
              <a:t>Queue up the TAK Server install</a:t>
            </a:r>
          </a:p>
          <a:p>
            <a:pPr lvl="1"/>
            <a:r>
              <a:rPr lang="en-US" b="1" dirty="0" err="1"/>
              <a:t>sudo</a:t>
            </a:r>
            <a:r>
              <a:rPr lang="en-US" b="1" dirty="0"/>
              <a:t> </a:t>
            </a:r>
            <a:r>
              <a:rPr lang="en-US" b="1" dirty="0" err="1"/>
              <a:t>chmod</a:t>
            </a:r>
            <a:r>
              <a:rPr lang="en-US" b="1" dirty="0"/>
              <a:t> +x RL9.5_tak5.4r14_install.sh</a:t>
            </a:r>
          </a:p>
          <a:p>
            <a:r>
              <a:rPr lang="en-US" dirty="0"/>
              <a:t>Enter in the password for </a:t>
            </a:r>
            <a:r>
              <a:rPr lang="en-US" dirty="0" err="1"/>
              <a:t>atak</a:t>
            </a:r>
            <a:r>
              <a:rPr lang="en-US" dirty="0"/>
              <a:t> if prompted</a:t>
            </a:r>
          </a:p>
          <a:p>
            <a:pPr lvl="1"/>
            <a:r>
              <a:rPr lang="en-US" b="1" dirty="0" err="1"/>
              <a:t>atakatak</a:t>
            </a:r>
            <a:endParaRPr lang="en-US" b="1" dirty="0"/>
          </a:p>
          <a:p>
            <a:r>
              <a:rPr lang="en-US" dirty="0"/>
              <a:t>Execute the TAK Server installation </a:t>
            </a:r>
          </a:p>
          <a:p>
            <a:pPr lvl="1"/>
            <a:r>
              <a:rPr lang="en-US" b="1" dirty="0"/>
              <a:t>./RL9.5_tak5.4r14_install.sh</a:t>
            </a:r>
          </a:p>
          <a:p>
            <a:pPr lvl="1"/>
            <a:r>
              <a:rPr lang="en-US" dirty="0"/>
              <a:t>If when you try to run this command, it returns: “No such file or directory” run the following and then try the script again: </a:t>
            </a:r>
          </a:p>
          <a:p>
            <a:pPr lvl="2"/>
            <a:r>
              <a:rPr lang="en-US" sz="1800" b="1" kern="0" dirty="0">
                <a:solidFill>
                  <a:srgbClr val="0C0D0E"/>
                </a:solidFill>
                <a:latin typeface="inherit"/>
                <a:ea typeface="Aptos" panose="020B0004020202020204" pitchFamily="34" charset="0"/>
                <a:cs typeface="Courier New"/>
              </a:rPr>
              <a:t>sed -</a:t>
            </a:r>
            <a:r>
              <a:rPr lang="en-US" sz="1800" b="1" kern="0" dirty="0" err="1">
                <a:solidFill>
                  <a:srgbClr val="0C0D0E"/>
                </a:solidFill>
                <a:latin typeface="inherit"/>
                <a:ea typeface="Aptos" panose="020B0004020202020204" pitchFamily="34" charset="0"/>
                <a:cs typeface="Courier New"/>
              </a:rPr>
              <a:t>i</a:t>
            </a:r>
            <a:r>
              <a:rPr lang="en-US" sz="1800" b="1" kern="0" dirty="0">
                <a:solidFill>
                  <a:srgbClr val="0C0D0E"/>
                </a:solidFill>
                <a:latin typeface="inherit"/>
                <a:ea typeface="Aptos" panose="020B0004020202020204" pitchFamily="34" charset="0"/>
                <a:cs typeface="Courier New"/>
              </a:rPr>
              <a:t> -e 's/\r$//' </a:t>
            </a:r>
            <a:r>
              <a:rPr lang="en-US" sz="1800" b="1" kern="100" dirty="0">
                <a:latin typeface="Aptos" panose="020B0004020202020204" pitchFamily="34" charset="0"/>
                <a:ea typeface="Aptos" panose="020B0004020202020204" pitchFamily="34" charset="0"/>
                <a:cs typeface="Times New Roman" panose="02020603050405020304" pitchFamily="18" charset="0"/>
              </a:rPr>
              <a:t>RL9.5_tak5.4r14_install.sh</a:t>
            </a:r>
            <a:endParaRPr lang="en-US" sz="1800" b="1" kern="100" dirty="0">
              <a:effectLst/>
              <a:latin typeface="Aptos" panose="020B0004020202020204" pitchFamily="34" charset="0"/>
              <a:ea typeface="Aptos" panose="020B0004020202020204" pitchFamily="34" charset="0"/>
              <a:cs typeface="Times New Roman" panose="02020603050405020304" pitchFamily="18" charset="0"/>
            </a:endParaRPr>
          </a:p>
          <a:p>
            <a:pPr lvl="3"/>
            <a:r>
              <a:rPr lang="en-US" sz="1600" kern="100" dirty="0">
                <a:latin typeface="Aptos" panose="020B0004020202020204" pitchFamily="34" charset="0"/>
                <a:ea typeface="Aptos" panose="020B0004020202020204" pitchFamily="34" charset="0"/>
                <a:cs typeface="Times New Roman" panose="02020603050405020304" pitchFamily="18" charset="0"/>
              </a:rPr>
              <a:t>Filters and transforms the text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lvl="2"/>
            <a:endParaRPr lang="en-US" dirty="0"/>
          </a:p>
        </p:txBody>
      </p:sp>
    </p:spTree>
    <p:extLst>
      <p:ext uri="{BB962C8B-B14F-4D97-AF65-F5344CB8AC3E}">
        <p14:creationId xmlns:p14="http://schemas.microsoft.com/office/powerpoint/2010/main" val="3318365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D2AE4-8E03-5271-AEC3-CC4C881F04C5}"/>
              </a:ext>
            </a:extLst>
          </p:cNvPr>
          <p:cNvSpPr>
            <a:spLocks noGrp="1"/>
          </p:cNvSpPr>
          <p:nvPr>
            <p:ph type="title"/>
          </p:nvPr>
        </p:nvSpPr>
        <p:spPr/>
        <p:txBody>
          <a:bodyPr/>
          <a:lstStyle/>
          <a:p>
            <a:r>
              <a:rPr lang="en-US" dirty="0"/>
              <a:t>TAK Server Install Prompts</a:t>
            </a:r>
          </a:p>
        </p:txBody>
      </p:sp>
      <p:sp>
        <p:nvSpPr>
          <p:cNvPr id="3" name="Content Placeholder 2">
            <a:extLst>
              <a:ext uri="{FF2B5EF4-FFF2-40B4-BE49-F238E27FC236}">
                <a16:creationId xmlns:a16="http://schemas.microsoft.com/office/drawing/2014/main" id="{9808B016-E420-2EE6-D442-748C0DCA1FAF}"/>
              </a:ext>
            </a:extLst>
          </p:cNvPr>
          <p:cNvSpPr>
            <a:spLocks noGrp="1"/>
          </p:cNvSpPr>
          <p:nvPr>
            <p:ph idx="1"/>
          </p:nvPr>
        </p:nvSpPr>
        <p:spPr>
          <a:xfrm>
            <a:off x="838200" y="1389530"/>
            <a:ext cx="10515600" cy="4787434"/>
          </a:xfrm>
        </p:spPr>
        <p:txBody>
          <a:bodyPr>
            <a:normAutofit fontScale="77500" lnSpcReduction="20000"/>
          </a:bodyPr>
          <a:lstStyle/>
          <a:p>
            <a:r>
              <a:rPr lang="en-US" dirty="0"/>
              <a:t>Atak user password for installing Java 17: </a:t>
            </a:r>
            <a:r>
              <a:rPr lang="en-US" dirty="0" err="1"/>
              <a:t>atakatak</a:t>
            </a:r>
            <a:endParaRPr lang="en-US" dirty="0"/>
          </a:p>
          <a:p>
            <a:r>
              <a:rPr lang="en-US" dirty="0"/>
              <a:t>Install 1 package: y</a:t>
            </a:r>
          </a:p>
          <a:p>
            <a:r>
              <a:rPr lang="en-US" dirty="0"/>
              <a:t>Select java option: 1</a:t>
            </a:r>
          </a:p>
          <a:p>
            <a:r>
              <a:rPr lang="en-US" dirty="0"/>
              <a:t>Enter the following with no Spaces (you can enter whatever you want) </a:t>
            </a:r>
          </a:p>
          <a:p>
            <a:pPr lvl="1"/>
            <a:r>
              <a:rPr lang="en-US" dirty="0"/>
              <a:t>STATE:</a:t>
            </a:r>
          </a:p>
          <a:p>
            <a:pPr lvl="1"/>
            <a:r>
              <a:rPr lang="en-US" dirty="0"/>
              <a:t>CITY:</a:t>
            </a:r>
          </a:p>
          <a:p>
            <a:pPr lvl="1"/>
            <a:r>
              <a:rPr lang="en-US" dirty="0"/>
              <a:t>ORGANIZATION:</a:t>
            </a:r>
          </a:p>
          <a:p>
            <a:pPr lvl="1"/>
            <a:r>
              <a:rPr lang="en-US" dirty="0"/>
              <a:t>ORGANIZATION UNIT:</a:t>
            </a:r>
          </a:p>
          <a:p>
            <a:r>
              <a:rPr lang="en-US" dirty="0"/>
              <a:t>Give a name for the Certificate Authority, has to be at least five characters: (anything you want (TAKSERVER))</a:t>
            </a:r>
          </a:p>
          <a:p>
            <a:r>
              <a:rPr lang="en-US" dirty="0"/>
              <a:t>Do you want me to move files around: y</a:t>
            </a:r>
          </a:p>
          <a:p>
            <a:r>
              <a:rPr lang="en-US" dirty="0"/>
              <a:t>Following this:</a:t>
            </a:r>
          </a:p>
          <a:p>
            <a:pPr lvl="1"/>
            <a:r>
              <a:rPr lang="en-US" dirty="0"/>
              <a:t> the server will restart for 90 seconds before it configures the intermediate-ca for use</a:t>
            </a:r>
          </a:p>
          <a:p>
            <a:pPr lvl="1"/>
            <a:r>
              <a:rPr lang="en-US" dirty="0"/>
              <a:t>The server will restart for 270 seconds to ensure the TAK Server is fully restarted prior to promoting the </a:t>
            </a:r>
            <a:r>
              <a:rPr lang="en-US" dirty="0" err="1"/>
              <a:t>admin.pem</a:t>
            </a:r>
            <a:r>
              <a:rPr lang="en-US" dirty="0"/>
              <a:t> certificate to the admin role. </a:t>
            </a:r>
          </a:p>
        </p:txBody>
      </p:sp>
    </p:spTree>
    <p:extLst>
      <p:ext uri="{BB962C8B-B14F-4D97-AF65-F5344CB8AC3E}">
        <p14:creationId xmlns:p14="http://schemas.microsoft.com/office/powerpoint/2010/main" val="3269087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1BA9C-C5FF-AD29-AE95-C14B50E9EB40}"/>
              </a:ext>
            </a:extLst>
          </p:cNvPr>
          <p:cNvSpPr>
            <a:spLocks noGrp="1"/>
          </p:cNvSpPr>
          <p:nvPr>
            <p:ph type="title"/>
          </p:nvPr>
        </p:nvSpPr>
        <p:spPr/>
        <p:txBody>
          <a:bodyPr/>
          <a:lstStyle/>
          <a:p>
            <a:r>
              <a:rPr lang="en-US" dirty="0"/>
              <a:t>TAK Server Configuration/Monitoring</a:t>
            </a:r>
          </a:p>
        </p:txBody>
      </p:sp>
      <p:sp>
        <p:nvSpPr>
          <p:cNvPr id="3" name="Content Placeholder 2">
            <a:extLst>
              <a:ext uri="{FF2B5EF4-FFF2-40B4-BE49-F238E27FC236}">
                <a16:creationId xmlns:a16="http://schemas.microsoft.com/office/drawing/2014/main" id="{413EDDB9-9F62-AD60-696D-1C3613A6AD13}"/>
              </a:ext>
            </a:extLst>
          </p:cNvPr>
          <p:cNvSpPr>
            <a:spLocks noGrp="1"/>
          </p:cNvSpPr>
          <p:nvPr>
            <p:ph idx="1"/>
          </p:nvPr>
        </p:nvSpPr>
        <p:spPr>
          <a:xfrm>
            <a:off x="838200" y="1577788"/>
            <a:ext cx="10515600" cy="4915087"/>
          </a:xfrm>
        </p:spPr>
        <p:txBody>
          <a:bodyPr>
            <a:normAutofit fontScale="92500" lnSpcReduction="10000"/>
          </a:bodyPr>
          <a:lstStyle/>
          <a:p>
            <a:r>
              <a:rPr lang="en-US" sz="2600" dirty="0"/>
              <a:t>To enable the server to automatically start when we restart the VM run the following: </a:t>
            </a:r>
          </a:p>
          <a:p>
            <a:pPr lvl="1"/>
            <a:r>
              <a:rPr lang="en-US" sz="1900" b="1" kern="100" dirty="0" err="1">
                <a:latin typeface="Aptos" panose="020B0004020202020204" pitchFamily="34" charset="0"/>
                <a:ea typeface="Aptos" panose="020B0004020202020204" pitchFamily="34" charset="0"/>
                <a:cs typeface="Times New Roman" panose="02020603050405020304" pitchFamily="18" charset="0"/>
              </a:rPr>
              <a:t>s</a:t>
            </a:r>
            <a:r>
              <a:rPr lang="en-US" sz="1900" b="1" kern="100" dirty="0" err="1">
                <a:effectLst/>
                <a:latin typeface="Aptos" panose="020B0004020202020204" pitchFamily="34" charset="0"/>
                <a:ea typeface="Aptos" panose="020B0004020202020204" pitchFamily="34" charset="0"/>
                <a:cs typeface="Times New Roman" panose="02020603050405020304" pitchFamily="18" charset="0"/>
              </a:rPr>
              <a:t>udo</a:t>
            </a:r>
            <a:r>
              <a:rPr lang="en-US" sz="19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1900" b="1" kern="100" dirty="0" err="1">
                <a:effectLst/>
                <a:latin typeface="Aptos" panose="020B0004020202020204" pitchFamily="34" charset="0"/>
                <a:ea typeface="Aptos" panose="020B0004020202020204" pitchFamily="34" charset="0"/>
                <a:cs typeface="Times New Roman" panose="02020603050405020304" pitchFamily="18" charset="0"/>
              </a:rPr>
              <a:t>systemctl</a:t>
            </a:r>
            <a:r>
              <a:rPr lang="en-US" sz="1900" b="1" kern="100" dirty="0">
                <a:effectLst/>
                <a:latin typeface="Aptos" panose="020B0004020202020204" pitchFamily="34" charset="0"/>
                <a:ea typeface="Aptos" panose="020B0004020202020204" pitchFamily="34" charset="0"/>
                <a:cs typeface="Times New Roman" panose="02020603050405020304" pitchFamily="18" charset="0"/>
              </a:rPr>
              <a:t> enable </a:t>
            </a:r>
            <a:r>
              <a:rPr lang="en-US" sz="1900" b="1" kern="100" dirty="0" err="1">
                <a:effectLst/>
                <a:latin typeface="Aptos" panose="020B0004020202020204" pitchFamily="34" charset="0"/>
                <a:ea typeface="Aptos" panose="020B0004020202020204" pitchFamily="34" charset="0"/>
                <a:cs typeface="Times New Roman" panose="02020603050405020304" pitchFamily="18" charset="0"/>
              </a:rPr>
              <a:t>takserver.service</a:t>
            </a:r>
            <a:endParaRPr lang="en-US" sz="1900" b="1"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2600" dirty="0"/>
              <a:t>To start the server from the command line: </a:t>
            </a:r>
          </a:p>
          <a:p>
            <a:pPr lvl="1"/>
            <a:r>
              <a:rPr lang="en-US" sz="1900" b="1" dirty="0" err="1">
                <a:latin typeface="Aptos" panose="020B0004020202020204" pitchFamily="34" charset="0"/>
                <a:ea typeface="Aptos" panose="020B0004020202020204" pitchFamily="34" charset="0"/>
                <a:cs typeface="Times New Roman" panose="02020603050405020304" pitchFamily="18" charset="0"/>
              </a:rPr>
              <a:t>s</a:t>
            </a:r>
            <a:r>
              <a:rPr lang="en-US" sz="1900" b="1" dirty="0" err="1">
                <a:effectLst/>
                <a:latin typeface="Aptos" panose="020B0004020202020204" pitchFamily="34" charset="0"/>
                <a:ea typeface="Aptos" panose="020B0004020202020204" pitchFamily="34" charset="0"/>
                <a:cs typeface="Times New Roman" panose="02020603050405020304" pitchFamily="18" charset="0"/>
              </a:rPr>
              <a:t>udo</a:t>
            </a:r>
            <a:r>
              <a:rPr lang="en-US" sz="1900" b="1" dirty="0">
                <a:effectLst/>
                <a:latin typeface="Aptos" panose="020B0004020202020204" pitchFamily="34" charset="0"/>
                <a:ea typeface="Aptos" panose="020B0004020202020204" pitchFamily="34" charset="0"/>
                <a:cs typeface="Times New Roman" panose="02020603050405020304" pitchFamily="18" charset="0"/>
              </a:rPr>
              <a:t> </a:t>
            </a:r>
            <a:r>
              <a:rPr lang="en-US" sz="1900" b="1" dirty="0" err="1">
                <a:effectLst/>
                <a:latin typeface="Aptos" panose="020B0004020202020204" pitchFamily="34" charset="0"/>
                <a:ea typeface="Aptos" panose="020B0004020202020204" pitchFamily="34" charset="0"/>
                <a:cs typeface="Times New Roman" panose="02020603050405020304" pitchFamily="18" charset="0"/>
              </a:rPr>
              <a:t>systemctl</a:t>
            </a:r>
            <a:r>
              <a:rPr lang="en-US" sz="1900" b="1" dirty="0">
                <a:effectLst/>
                <a:latin typeface="Aptos" panose="020B0004020202020204" pitchFamily="34" charset="0"/>
                <a:ea typeface="Aptos" panose="020B0004020202020204" pitchFamily="34" charset="0"/>
                <a:cs typeface="Times New Roman" panose="02020603050405020304" pitchFamily="18" charset="0"/>
              </a:rPr>
              <a:t> start </a:t>
            </a:r>
            <a:r>
              <a:rPr lang="en-US" sz="1900" b="1" dirty="0" err="1">
                <a:effectLst/>
                <a:latin typeface="Aptos" panose="020B0004020202020204" pitchFamily="34" charset="0"/>
                <a:ea typeface="Aptos" panose="020B0004020202020204" pitchFamily="34" charset="0"/>
                <a:cs typeface="Times New Roman" panose="02020603050405020304" pitchFamily="18" charset="0"/>
              </a:rPr>
              <a:t>takserver.service</a:t>
            </a:r>
            <a:endParaRPr lang="en-US" sz="1900" b="1" dirty="0">
              <a:effectLst/>
              <a:latin typeface="Aptos" panose="020B0004020202020204" pitchFamily="34" charset="0"/>
              <a:ea typeface="Aptos" panose="020B0004020202020204" pitchFamily="34" charset="0"/>
              <a:cs typeface="Times New Roman" panose="02020603050405020304" pitchFamily="18" charset="0"/>
            </a:endParaRPr>
          </a:p>
          <a:p>
            <a:r>
              <a:rPr lang="en-US" sz="2600" dirty="0">
                <a:latin typeface="Aptos" panose="020B0004020202020204" pitchFamily="34" charset="0"/>
                <a:cs typeface="Times New Roman" panose="02020603050405020304" pitchFamily="18" charset="0"/>
              </a:rPr>
              <a:t>To make sure the server is running:</a:t>
            </a:r>
          </a:p>
          <a:p>
            <a:pPr lvl="1"/>
            <a:r>
              <a:rPr lang="en-US" sz="1900" b="1" kern="100" dirty="0">
                <a:effectLst/>
                <a:latin typeface="Aptos" panose="020B0004020202020204" pitchFamily="34" charset="0"/>
                <a:ea typeface="Aptos" panose="020B0004020202020204" pitchFamily="34" charset="0"/>
                <a:cs typeface="Times New Roman" panose="02020603050405020304" pitchFamily="18" charset="0"/>
              </a:rPr>
              <a:t>ls -l /opt/</a:t>
            </a:r>
            <a:r>
              <a:rPr lang="en-US" sz="1900" b="1" kern="100" dirty="0" err="1">
                <a:effectLst/>
                <a:latin typeface="Aptos" panose="020B0004020202020204" pitchFamily="34" charset="0"/>
                <a:ea typeface="Aptos" panose="020B0004020202020204" pitchFamily="34" charset="0"/>
                <a:cs typeface="Times New Roman" panose="02020603050405020304" pitchFamily="18" charset="0"/>
              </a:rPr>
              <a:t>tak</a:t>
            </a:r>
            <a:r>
              <a:rPr lang="en-US" sz="1900" b="1" kern="100" dirty="0">
                <a:effectLst/>
                <a:latin typeface="Aptos" panose="020B0004020202020204" pitchFamily="34" charset="0"/>
                <a:ea typeface="Aptos" panose="020B0004020202020204" pitchFamily="34" charset="0"/>
                <a:cs typeface="Times New Roman" panose="02020603050405020304" pitchFamily="18" charset="0"/>
              </a:rPr>
              <a:t>/logs/</a:t>
            </a:r>
          </a:p>
          <a:p>
            <a:pPr lvl="2"/>
            <a:r>
              <a:rPr lang="en-US" sz="1400" kern="100" dirty="0">
                <a:latin typeface="Aptos" panose="020B0004020202020204" pitchFamily="34" charset="0"/>
                <a:ea typeface="Aptos" panose="020B0004020202020204" pitchFamily="34" charset="0"/>
                <a:cs typeface="Times New Roman" panose="02020603050405020304" pitchFamily="18" charset="0"/>
              </a:rPr>
              <a:t>In here we want to make sure the takserver-messaging.log file is created.</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lvl="1"/>
            <a:r>
              <a:rPr lang="en-US" sz="1900" b="1" kern="100" dirty="0">
                <a:effectLst/>
                <a:latin typeface="Aptos Display" panose="020B0004020202020204" pitchFamily="34" charset="0"/>
                <a:ea typeface="Aptos" panose="020B0004020202020204" pitchFamily="34" charset="0"/>
                <a:cs typeface="Times New Roman" panose="02020603050405020304" pitchFamily="18" charset="0"/>
              </a:rPr>
              <a:t>tail -f /opt/</a:t>
            </a:r>
            <a:r>
              <a:rPr lang="en-US" sz="1900" b="1" kern="100" dirty="0" err="1">
                <a:effectLst/>
                <a:latin typeface="Aptos Display" panose="020B0004020202020204" pitchFamily="34" charset="0"/>
                <a:ea typeface="Aptos" panose="020B0004020202020204" pitchFamily="34" charset="0"/>
                <a:cs typeface="Times New Roman" panose="02020603050405020304" pitchFamily="18" charset="0"/>
              </a:rPr>
              <a:t>tak</a:t>
            </a:r>
            <a:r>
              <a:rPr lang="en-US" sz="1900" b="1" kern="100" dirty="0">
                <a:effectLst/>
                <a:latin typeface="Aptos Display" panose="020B0004020202020204" pitchFamily="34" charset="0"/>
                <a:ea typeface="Aptos" panose="020B0004020202020204" pitchFamily="34" charset="0"/>
                <a:cs typeface="Times New Roman" panose="02020603050405020304" pitchFamily="18" charset="0"/>
              </a:rPr>
              <a:t>/logs/takserver-messaging.log</a:t>
            </a:r>
          </a:p>
          <a:p>
            <a:pPr lvl="2"/>
            <a:r>
              <a:rPr lang="en-US" sz="1400" kern="100" dirty="0">
                <a:latin typeface="Aptos Display" panose="020B0004020202020204" pitchFamily="34" charset="0"/>
                <a:ea typeface="Aptos" panose="020B0004020202020204" pitchFamily="34" charset="0"/>
                <a:cs typeface="Times New Roman" panose="02020603050405020304" pitchFamily="18" charset="0"/>
              </a:rPr>
              <a:t>Streams the end of the log to allow us to verify the server is running properly</a:t>
            </a:r>
          </a:p>
          <a:p>
            <a:pPr lvl="2"/>
            <a:r>
              <a:rPr lang="en-US" sz="1400" kern="100" dirty="0">
                <a:effectLst/>
                <a:latin typeface="Aptos Display" panose="020B0004020202020204" pitchFamily="34" charset="0"/>
                <a:ea typeface="Aptos" panose="020B0004020202020204" pitchFamily="34" charset="0"/>
                <a:cs typeface="Times New Roman" panose="02020603050405020304" pitchFamily="18" charset="0"/>
              </a:rPr>
              <a:t>Main things we are looking for</a:t>
            </a:r>
            <a:r>
              <a:rPr lang="en-US" sz="1400" kern="100" dirty="0">
                <a:latin typeface="Aptos Display" panose="020B0004020202020204" pitchFamily="34" charset="0"/>
                <a:ea typeface="Aptos" panose="020B0004020202020204" pitchFamily="34" charset="0"/>
                <a:cs typeface="Times New Roman" panose="02020603050405020304" pitchFamily="18" charset="0"/>
              </a:rPr>
              <a:t>: </a:t>
            </a:r>
          </a:p>
          <a:p>
            <a:pPr lvl="3"/>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INFO </a:t>
            </a:r>
            <a:r>
              <a:rPr lang="en-US" sz="1400" kern="0" dirty="0" err="1">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c.b.marti.nio.netty.NioNettyBuilder</a:t>
            </a:r>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 - Successfully Started </a:t>
            </a:r>
            <a:r>
              <a:rPr lang="en-US" sz="1400" kern="0" dirty="0" err="1">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Netty</a:t>
            </a:r>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 Server for </a:t>
            </a:r>
            <a:r>
              <a:rPr lang="en-US" sz="1400" kern="0" dirty="0" err="1">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TlsServerInitializer</a:t>
            </a:r>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 on Port 8089 with watermark </a:t>
            </a:r>
            <a:r>
              <a:rPr lang="en-US" sz="1400" kern="0" dirty="0" err="1">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WriteBufferWaterMark</a:t>
            </a:r>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(low: 2048, high: 4096)</a:t>
            </a:r>
            <a:endParaRPr lang="en-US" sz="1400" kern="100" dirty="0">
              <a:solidFill>
                <a:srgbClr val="333333"/>
              </a:solidFill>
              <a:highlight>
                <a:srgbClr val="FFFFFF"/>
              </a:highlight>
              <a:latin typeface="Aptos" panose="020B0004020202020204" pitchFamily="34" charset="0"/>
              <a:ea typeface="Times New Roman" panose="02020603050405020304" pitchFamily="18" charset="0"/>
              <a:cs typeface="Times New Roman" panose="02020603050405020304" pitchFamily="18" charset="0"/>
            </a:endParaRPr>
          </a:p>
          <a:p>
            <a:pPr lvl="4"/>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This lets us know that the client-to-server listener is started and is accepting clients</a:t>
            </a:r>
            <a:endParaRPr lang="en-US" sz="14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lvl="3"/>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INFO </a:t>
            </a:r>
            <a:r>
              <a:rPr lang="en-US" sz="1400" kern="0" dirty="0" err="1">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com.bbn.marti.nio.server.NioServer</a:t>
            </a:r>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 - Server started</a:t>
            </a:r>
            <a:endParaRPr lang="en-US" sz="14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lvl="4"/>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This tells us the services have started</a:t>
            </a:r>
            <a:endParaRPr lang="en-US" sz="1400" kern="100" dirty="0">
              <a:solidFill>
                <a:srgbClr val="333333"/>
              </a:solidFill>
              <a:highlight>
                <a:srgbClr val="FFFFFF"/>
              </a:highlight>
              <a:latin typeface="Aptos" panose="020B0004020202020204" pitchFamily="34" charset="0"/>
              <a:ea typeface="Times New Roman" panose="02020603050405020304" pitchFamily="18" charset="0"/>
              <a:cs typeface="Times New Roman" panose="02020603050405020304" pitchFamily="18" charset="0"/>
            </a:endParaRPr>
          </a:p>
          <a:p>
            <a:pPr lvl="3"/>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INFO </a:t>
            </a:r>
            <a:r>
              <a:rPr lang="en-US" sz="1400" kern="0" dirty="0" err="1">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com.bbn.marti.util.VersionBean</a:t>
            </a:r>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 - TAK Server version 5.0-RELEASE-29-HEAD</a:t>
            </a:r>
            <a:endParaRPr lang="en-US" sz="14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lvl="4"/>
            <a:r>
              <a:rPr lang="en-US" sz="1400" kern="0" dirty="0">
                <a:solidFill>
                  <a:srgbClr val="333333"/>
                </a:solidFill>
                <a:effectLst/>
                <a:highlight>
                  <a:srgbClr val="FFFFFF"/>
                </a:highlight>
                <a:latin typeface="Aptos" panose="020B0004020202020204" pitchFamily="34" charset="0"/>
                <a:ea typeface="Times New Roman" panose="02020603050405020304" pitchFamily="18" charset="0"/>
                <a:cs typeface="Segoe UI" panose="020B0502040204020203" pitchFamily="34" charset="0"/>
              </a:rPr>
              <a:t>This lets me know what version is running and that all services have started</a:t>
            </a:r>
            <a:endParaRPr lang="en-US" sz="14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lvl="4"/>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lvl="1"/>
            <a:endParaRPr lang="en-US" dirty="0"/>
          </a:p>
        </p:txBody>
      </p:sp>
    </p:spTree>
    <p:extLst>
      <p:ext uri="{BB962C8B-B14F-4D97-AF65-F5344CB8AC3E}">
        <p14:creationId xmlns:p14="http://schemas.microsoft.com/office/powerpoint/2010/main" val="3711227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055-45A7-63A3-03A4-E20432FD37C4}"/>
              </a:ext>
            </a:extLst>
          </p:cNvPr>
          <p:cNvSpPr>
            <a:spLocks noGrp="1"/>
          </p:cNvSpPr>
          <p:nvPr>
            <p:ph type="title"/>
          </p:nvPr>
        </p:nvSpPr>
        <p:spPr/>
        <p:txBody>
          <a:bodyPr/>
          <a:lstStyle/>
          <a:p>
            <a:r>
              <a:rPr lang="en-US" dirty="0"/>
              <a:t>Initial Configuration</a:t>
            </a:r>
          </a:p>
        </p:txBody>
      </p:sp>
      <p:sp>
        <p:nvSpPr>
          <p:cNvPr id="3" name="Content Placeholder 2">
            <a:extLst>
              <a:ext uri="{FF2B5EF4-FFF2-40B4-BE49-F238E27FC236}">
                <a16:creationId xmlns:a16="http://schemas.microsoft.com/office/drawing/2014/main" id="{52ACBB2F-1090-A221-2B91-6A00795819D7}"/>
              </a:ext>
            </a:extLst>
          </p:cNvPr>
          <p:cNvSpPr>
            <a:spLocks noGrp="1"/>
          </p:cNvSpPr>
          <p:nvPr>
            <p:ph idx="1"/>
          </p:nvPr>
        </p:nvSpPr>
        <p:spPr>
          <a:xfrm>
            <a:off x="838200" y="1583703"/>
            <a:ext cx="10515600" cy="4909172"/>
          </a:xfrm>
        </p:spPr>
        <p:txBody>
          <a:bodyPr>
            <a:normAutofit/>
          </a:bodyPr>
          <a:lstStyle/>
          <a:p>
            <a:r>
              <a:rPr lang="en-US" dirty="0"/>
              <a:t>If using a different username than </a:t>
            </a:r>
            <a:r>
              <a:rPr lang="en-US" dirty="0" err="1"/>
              <a:t>atak</a:t>
            </a:r>
            <a:r>
              <a:rPr lang="en-US" dirty="0"/>
              <a:t>:</a:t>
            </a:r>
          </a:p>
          <a:p>
            <a:pPr lvl="1"/>
            <a:r>
              <a:rPr lang="en-US" dirty="0"/>
              <a:t>Change the directory to the Linux home directory</a:t>
            </a:r>
          </a:p>
          <a:p>
            <a:pPr lvl="2"/>
            <a:r>
              <a:rPr lang="en-US" b="1" dirty="0"/>
              <a:t>cd ~</a:t>
            </a:r>
          </a:p>
          <a:p>
            <a:pPr lvl="1"/>
            <a:r>
              <a:rPr lang="en-US" dirty="0"/>
              <a:t>Copy the admin cert to our home directory</a:t>
            </a:r>
          </a:p>
          <a:p>
            <a:pPr lvl="2"/>
            <a:r>
              <a:rPr lang="en-US" b="1" dirty="0"/>
              <a:t>sudo cp -v /opt/</a:t>
            </a:r>
            <a:r>
              <a:rPr lang="en-US" b="1" dirty="0" err="1"/>
              <a:t>tak</a:t>
            </a:r>
            <a:r>
              <a:rPr lang="en-US" b="1" dirty="0"/>
              <a:t>/certs/files/admin.p12 .</a:t>
            </a:r>
          </a:p>
          <a:p>
            <a:pPr lvl="1"/>
            <a:r>
              <a:rPr lang="en-US" dirty="0"/>
              <a:t>Copy the </a:t>
            </a:r>
            <a:r>
              <a:rPr lang="en-US" dirty="0" err="1"/>
              <a:t>truststore</a:t>
            </a:r>
            <a:r>
              <a:rPr lang="en-US" dirty="0"/>
              <a:t> cert to our home directory</a:t>
            </a:r>
          </a:p>
          <a:p>
            <a:pPr lvl="2"/>
            <a:r>
              <a:rPr lang="en-US" b="1" dirty="0"/>
              <a:t>sudo cp -v /opt/</a:t>
            </a:r>
            <a:r>
              <a:rPr lang="en-US" b="1" dirty="0" err="1"/>
              <a:t>tak</a:t>
            </a:r>
            <a:r>
              <a:rPr lang="en-US" b="1" dirty="0"/>
              <a:t>/certs/files/truststore-intermediate-ca.p12 .</a:t>
            </a:r>
            <a:endParaRPr lang="en-US" dirty="0"/>
          </a:p>
          <a:p>
            <a:pPr lvl="1"/>
            <a:r>
              <a:rPr lang="en-US" dirty="0"/>
              <a:t>Change the ownership to our Linux user</a:t>
            </a:r>
          </a:p>
          <a:p>
            <a:pPr lvl="2"/>
            <a:r>
              <a:rPr lang="en-US" b="1" dirty="0"/>
              <a:t>sudo </a:t>
            </a:r>
            <a:r>
              <a:rPr lang="en-US" b="1" dirty="0" err="1"/>
              <a:t>chown</a:t>
            </a:r>
            <a:r>
              <a:rPr lang="en-US" b="1" dirty="0"/>
              <a:t> -R &lt;username&gt;:&lt;</a:t>
            </a:r>
            <a:r>
              <a:rPr lang="en-US" b="1" dirty="0" err="1"/>
              <a:t>usergroup</a:t>
            </a:r>
            <a:r>
              <a:rPr lang="en-US" b="1" dirty="0"/>
              <a:t>&gt; /home/&lt;username&gt; </a:t>
            </a:r>
          </a:p>
          <a:p>
            <a:pPr lvl="3"/>
            <a:r>
              <a:rPr lang="en-US" dirty="0"/>
              <a:t>Example: </a:t>
            </a:r>
            <a:r>
              <a:rPr lang="en-US" b="1" dirty="0"/>
              <a:t>sudo </a:t>
            </a:r>
            <a:r>
              <a:rPr lang="en-US" b="1" dirty="0" err="1"/>
              <a:t>chown</a:t>
            </a:r>
            <a:r>
              <a:rPr lang="en-US" b="1" dirty="0"/>
              <a:t> -R </a:t>
            </a:r>
            <a:r>
              <a:rPr lang="en-US" b="1" dirty="0" err="1"/>
              <a:t>takadmin:takadmin</a:t>
            </a:r>
            <a:r>
              <a:rPr lang="en-US" b="1" dirty="0"/>
              <a:t> /home/</a:t>
            </a:r>
            <a:r>
              <a:rPr lang="en-US" b="1" dirty="0" err="1"/>
              <a:t>takadmin</a:t>
            </a:r>
            <a:endParaRPr lang="en-US" b="1" dirty="0"/>
          </a:p>
          <a:p>
            <a:pPr lvl="3"/>
            <a:r>
              <a:rPr lang="en-US" dirty="0"/>
              <a:t>If you don’t do this, you can’t copy the files from the server to your development machine. </a:t>
            </a:r>
          </a:p>
          <a:p>
            <a:pPr lvl="3"/>
            <a:r>
              <a:rPr lang="en-US" dirty="0"/>
              <a:t>You can us “ls” to verify that the file is in the right place .</a:t>
            </a:r>
          </a:p>
        </p:txBody>
      </p:sp>
    </p:spTree>
    <p:extLst>
      <p:ext uri="{BB962C8B-B14F-4D97-AF65-F5344CB8AC3E}">
        <p14:creationId xmlns:p14="http://schemas.microsoft.com/office/powerpoint/2010/main" val="52799381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C1C6E-06DB-5E88-F044-A4728184DD28}"/>
              </a:ext>
            </a:extLst>
          </p:cNvPr>
          <p:cNvSpPr>
            <a:spLocks noGrp="1"/>
          </p:cNvSpPr>
          <p:nvPr>
            <p:ph type="title"/>
          </p:nvPr>
        </p:nvSpPr>
        <p:spPr/>
        <p:txBody>
          <a:bodyPr/>
          <a:lstStyle/>
          <a:p>
            <a:r>
              <a:rPr lang="en-US" dirty="0"/>
              <a:t>Retrieve Admin Certificate</a:t>
            </a:r>
          </a:p>
        </p:txBody>
      </p:sp>
      <p:sp>
        <p:nvSpPr>
          <p:cNvPr id="3" name="Content Placeholder 2">
            <a:extLst>
              <a:ext uri="{FF2B5EF4-FFF2-40B4-BE49-F238E27FC236}">
                <a16:creationId xmlns:a16="http://schemas.microsoft.com/office/drawing/2014/main" id="{24D11B78-B9AD-31B2-8D93-581E3ED7C9E8}"/>
              </a:ext>
            </a:extLst>
          </p:cNvPr>
          <p:cNvSpPr>
            <a:spLocks noGrp="1"/>
          </p:cNvSpPr>
          <p:nvPr>
            <p:ph idx="1"/>
          </p:nvPr>
        </p:nvSpPr>
        <p:spPr>
          <a:xfrm>
            <a:off x="838200" y="1690688"/>
            <a:ext cx="10515600" cy="4802187"/>
          </a:xfrm>
        </p:spPr>
        <p:txBody>
          <a:bodyPr>
            <a:normAutofit fontScale="92500" lnSpcReduction="10000"/>
          </a:bodyPr>
          <a:lstStyle/>
          <a:p>
            <a:r>
              <a:rPr lang="en-US" dirty="0"/>
              <a:t>Open </a:t>
            </a:r>
            <a:r>
              <a:rPr lang="en-US" dirty="0" err="1"/>
              <a:t>FireZilla</a:t>
            </a:r>
            <a:endParaRPr lang="en-US" dirty="0"/>
          </a:p>
          <a:p>
            <a:pPr lvl="1"/>
            <a:r>
              <a:rPr lang="en-US" dirty="0"/>
              <a:t>Local site: Downloads </a:t>
            </a:r>
          </a:p>
          <a:p>
            <a:pPr lvl="1"/>
            <a:r>
              <a:rPr lang="en-US" dirty="0"/>
              <a:t>Remote Site: /home/</a:t>
            </a:r>
            <a:r>
              <a:rPr lang="en-US" dirty="0" err="1"/>
              <a:t>takadmin</a:t>
            </a:r>
            <a:endParaRPr lang="en-US" dirty="0"/>
          </a:p>
          <a:p>
            <a:r>
              <a:rPr lang="en-US" dirty="0"/>
              <a:t>Locate the “admin.p12” file and the file “trustore-intermediate-ca.p12” in the Remote site panel</a:t>
            </a:r>
          </a:p>
          <a:p>
            <a:pPr lvl="1"/>
            <a:r>
              <a:rPr lang="en-US" dirty="0"/>
              <a:t>If you’d like to change the name of the file you can</a:t>
            </a:r>
          </a:p>
          <a:p>
            <a:r>
              <a:rPr lang="en-US" dirty="0"/>
              <a:t>Drag and drop the files into the Local site panel Downloads folder.</a:t>
            </a:r>
          </a:p>
          <a:p>
            <a:pPr lvl="1"/>
            <a:r>
              <a:rPr lang="en-US" dirty="0"/>
              <a:t>You can create a folder called “Certificates” to keep track of the user certificates. </a:t>
            </a:r>
          </a:p>
          <a:p>
            <a:pPr lvl="1"/>
            <a:r>
              <a:rPr lang="en-US" dirty="0"/>
              <a:t>If the permissions are denied:</a:t>
            </a:r>
          </a:p>
          <a:p>
            <a:pPr lvl="2"/>
            <a:r>
              <a:rPr lang="en-US" dirty="0"/>
              <a:t>Enter the root user: </a:t>
            </a:r>
            <a:r>
              <a:rPr lang="en-US" b="1" dirty="0" err="1"/>
              <a:t>sudo</a:t>
            </a:r>
            <a:r>
              <a:rPr lang="en-US" b="1" dirty="0"/>
              <a:t> </a:t>
            </a:r>
            <a:r>
              <a:rPr lang="en-US" b="1" dirty="0" err="1"/>
              <a:t>su</a:t>
            </a:r>
            <a:r>
              <a:rPr lang="en-US" b="1" dirty="0"/>
              <a:t> root</a:t>
            </a:r>
          </a:p>
          <a:p>
            <a:pPr lvl="2"/>
            <a:r>
              <a:rPr lang="en-US" dirty="0"/>
              <a:t>Navigate to the file location: </a:t>
            </a:r>
            <a:r>
              <a:rPr lang="en-US" b="1" dirty="0"/>
              <a:t>cd /opt/</a:t>
            </a:r>
            <a:r>
              <a:rPr lang="en-US" b="1" dirty="0" err="1"/>
              <a:t>tak</a:t>
            </a:r>
            <a:r>
              <a:rPr lang="en-US" b="1" dirty="0"/>
              <a:t>/certs/files</a:t>
            </a:r>
          </a:p>
          <a:p>
            <a:pPr lvl="2"/>
            <a:r>
              <a:rPr lang="en-US" dirty="0"/>
              <a:t>Changed permissions: </a:t>
            </a:r>
            <a:r>
              <a:rPr lang="en-US" b="1" dirty="0" err="1"/>
              <a:t>chmod</a:t>
            </a:r>
            <a:r>
              <a:rPr lang="en-US" b="1" dirty="0"/>
              <a:t> </a:t>
            </a:r>
            <a:r>
              <a:rPr lang="en-US" b="1" dirty="0" err="1"/>
              <a:t>ugo+rwx</a:t>
            </a:r>
            <a:r>
              <a:rPr lang="en-US" b="1" dirty="0"/>
              <a:t> &lt;filename&gt;</a:t>
            </a:r>
          </a:p>
        </p:txBody>
      </p:sp>
      <p:pic>
        <p:nvPicPr>
          <p:cNvPr id="5" name="Picture 4">
            <a:extLst>
              <a:ext uri="{FF2B5EF4-FFF2-40B4-BE49-F238E27FC236}">
                <a16:creationId xmlns:a16="http://schemas.microsoft.com/office/drawing/2014/main" id="{97A85916-D274-74B2-F536-FFD9ADCB4B9E}"/>
              </a:ext>
            </a:extLst>
          </p:cNvPr>
          <p:cNvPicPr>
            <a:picLocks noChangeAspect="1"/>
          </p:cNvPicPr>
          <p:nvPr/>
        </p:nvPicPr>
        <p:blipFill>
          <a:blip r:embed="rId2"/>
          <a:stretch>
            <a:fillRect/>
          </a:stretch>
        </p:blipFill>
        <p:spPr>
          <a:xfrm>
            <a:off x="7147446" y="4805311"/>
            <a:ext cx="4772691" cy="724001"/>
          </a:xfrm>
          <a:prstGeom prst="rect">
            <a:avLst/>
          </a:prstGeom>
        </p:spPr>
      </p:pic>
    </p:spTree>
    <p:extLst>
      <p:ext uri="{BB962C8B-B14F-4D97-AF65-F5344CB8AC3E}">
        <p14:creationId xmlns:p14="http://schemas.microsoft.com/office/powerpoint/2010/main" val="4122923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B0231-B6FD-6C08-8E83-3E7F8632A388}"/>
              </a:ext>
            </a:extLst>
          </p:cNvPr>
          <p:cNvSpPr>
            <a:spLocks noGrp="1"/>
          </p:cNvSpPr>
          <p:nvPr>
            <p:ph type="title"/>
          </p:nvPr>
        </p:nvSpPr>
        <p:spPr/>
        <p:txBody>
          <a:bodyPr/>
          <a:lstStyle/>
          <a:p>
            <a:r>
              <a:rPr lang="en-US" dirty="0"/>
              <a:t>Importing User Certificate</a:t>
            </a:r>
          </a:p>
        </p:txBody>
      </p:sp>
      <p:sp>
        <p:nvSpPr>
          <p:cNvPr id="3" name="Content Placeholder 2">
            <a:extLst>
              <a:ext uri="{FF2B5EF4-FFF2-40B4-BE49-F238E27FC236}">
                <a16:creationId xmlns:a16="http://schemas.microsoft.com/office/drawing/2014/main" id="{6552CEE4-A619-3829-334F-A446404759A6}"/>
              </a:ext>
            </a:extLst>
          </p:cNvPr>
          <p:cNvSpPr>
            <a:spLocks noGrp="1"/>
          </p:cNvSpPr>
          <p:nvPr>
            <p:ph idx="1"/>
          </p:nvPr>
        </p:nvSpPr>
        <p:spPr>
          <a:xfrm>
            <a:off x="838200" y="1581912"/>
            <a:ext cx="10515600" cy="4595051"/>
          </a:xfrm>
        </p:spPr>
        <p:txBody>
          <a:bodyPr/>
          <a:lstStyle/>
          <a:p>
            <a:r>
              <a:rPr lang="en-US" dirty="0"/>
              <a:t>Windows:</a:t>
            </a:r>
          </a:p>
          <a:p>
            <a:pPr lvl="1"/>
            <a:r>
              <a:rPr lang="en-US" dirty="0"/>
              <a:t>Double click on the user certificate, which will open the windows certificate import wizard. </a:t>
            </a:r>
          </a:p>
          <a:p>
            <a:pPr lvl="2"/>
            <a:r>
              <a:rPr lang="en-US" dirty="0"/>
              <a:t>Store Location: Current User </a:t>
            </a:r>
          </a:p>
          <a:p>
            <a:pPr lvl="2"/>
            <a:r>
              <a:rPr lang="en-US" dirty="0"/>
              <a:t>File path should be correct</a:t>
            </a:r>
          </a:p>
          <a:p>
            <a:pPr lvl="2"/>
            <a:r>
              <a:rPr lang="en-US" dirty="0"/>
              <a:t>Password: </a:t>
            </a:r>
            <a:r>
              <a:rPr lang="en-US" dirty="0" err="1"/>
              <a:t>atakatak</a:t>
            </a:r>
            <a:r>
              <a:rPr lang="en-US" dirty="0"/>
              <a:t> </a:t>
            </a:r>
          </a:p>
          <a:p>
            <a:pPr lvl="2"/>
            <a:r>
              <a:rPr lang="en-US" dirty="0"/>
              <a:t>Certificate Store: Automatically select the certificate store based on the type of certificate</a:t>
            </a:r>
          </a:p>
          <a:p>
            <a:pPr lvl="2"/>
            <a:r>
              <a:rPr lang="en-US" dirty="0"/>
              <a:t>Select “Finish”</a:t>
            </a:r>
          </a:p>
          <a:p>
            <a:pPr lvl="2"/>
            <a:r>
              <a:rPr lang="en-US" dirty="0"/>
              <a:t>Select “Yes” for the security warning</a:t>
            </a:r>
          </a:p>
          <a:p>
            <a:pPr lvl="2"/>
            <a:r>
              <a:rPr lang="en-US" dirty="0"/>
              <a:t>Import should be successful</a:t>
            </a:r>
          </a:p>
        </p:txBody>
      </p:sp>
    </p:spTree>
    <p:extLst>
      <p:ext uri="{BB962C8B-B14F-4D97-AF65-F5344CB8AC3E}">
        <p14:creationId xmlns:p14="http://schemas.microsoft.com/office/powerpoint/2010/main" val="384862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BFA26-CC6B-2BEC-1B2B-5DA8E5D2CEE8}"/>
              </a:ext>
            </a:extLst>
          </p:cNvPr>
          <p:cNvSpPr>
            <a:spLocks noGrp="1"/>
          </p:cNvSpPr>
          <p:nvPr>
            <p:ph type="title"/>
          </p:nvPr>
        </p:nvSpPr>
        <p:spPr/>
        <p:txBody>
          <a:bodyPr/>
          <a:lstStyle/>
          <a:p>
            <a:r>
              <a:rPr lang="en-US" dirty="0"/>
              <a:t>Fire Fox Certificate Import</a:t>
            </a:r>
          </a:p>
        </p:txBody>
      </p:sp>
      <p:sp>
        <p:nvSpPr>
          <p:cNvPr id="3" name="Content Placeholder 2">
            <a:extLst>
              <a:ext uri="{FF2B5EF4-FFF2-40B4-BE49-F238E27FC236}">
                <a16:creationId xmlns:a16="http://schemas.microsoft.com/office/drawing/2014/main" id="{72AD8CC8-0F26-86CA-2813-10D85D993405}"/>
              </a:ext>
            </a:extLst>
          </p:cNvPr>
          <p:cNvSpPr>
            <a:spLocks noGrp="1"/>
          </p:cNvSpPr>
          <p:nvPr>
            <p:ph idx="1"/>
          </p:nvPr>
        </p:nvSpPr>
        <p:spPr>
          <a:xfrm>
            <a:off x="838200" y="1568824"/>
            <a:ext cx="10515600" cy="4608139"/>
          </a:xfrm>
        </p:spPr>
        <p:txBody>
          <a:bodyPr>
            <a:normAutofit lnSpcReduction="10000"/>
          </a:bodyPr>
          <a:lstStyle/>
          <a:p>
            <a:r>
              <a:rPr lang="en-US" dirty="0"/>
              <a:t>Open Fire Fox and navigate to its settings</a:t>
            </a:r>
          </a:p>
          <a:p>
            <a:r>
              <a:rPr lang="en-US" dirty="0"/>
              <a:t>Search for “cert”</a:t>
            </a:r>
          </a:p>
          <a:p>
            <a:r>
              <a:rPr lang="en-US" dirty="0"/>
              <a:t>Select “View Certificates”</a:t>
            </a:r>
          </a:p>
          <a:p>
            <a:r>
              <a:rPr lang="en-US" dirty="0"/>
              <a:t>Ensure you are on the “Your Certificates” panel</a:t>
            </a:r>
          </a:p>
          <a:p>
            <a:r>
              <a:rPr lang="en-US" dirty="0"/>
              <a:t>Select “Import”</a:t>
            </a:r>
          </a:p>
          <a:p>
            <a:r>
              <a:rPr lang="en-US" dirty="0"/>
              <a:t>Navigate to where we copied over the “admin.p12” file and select it.</a:t>
            </a:r>
          </a:p>
          <a:p>
            <a:pPr lvl="1"/>
            <a:r>
              <a:rPr lang="en-US" dirty="0"/>
              <a:t>You will be prompted for the password: </a:t>
            </a:r>
            <a:r>
              <a:rPr lang="en-US" dirty="0" err="1"/>
              <a:t>atakatak</a:t>
            </a:r>
            <a:endParaRPr lang="en-US" dirty="0"/>
          </a:p>
          <a:p>
            <a:r>
              <a:rPr lang="en-US" dirty="0"/>
              <a:t>Once imported you can select “OK” to close the certificate manager.</a:t>
            </a:r>
          </a:p>
        </p:txBody>
      </p:sp>
    </p:spTree>
    <p:extLst>
      <p:ext uri="{BB962C8B-B14F-4D97-AF65-F5344CB8AC3E}">
        <p14:creationId xmlns:p14="http://schemas.microsoft.com/office/powerpoint/2010/main" val="2248893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9533A-4C9F-AA57-DD40-BB0870C1D6C8}"/>
              </a:ext>
            </a:extLst>
          </p:cNvPr>
          <p:cNvSpPr>
            <a:spLocks noGrp="1"/>
          </p:cNvSpPr>
          <p:nvPr>
            <p:ph type="title"/>
          </p:nvPr>
        </p:nvSpPr>
        <p:spPr/>
        <p:txBody>
          <a:bodyPr/>
          <a:lstStyle/>
          <a:p>
            <a:r>
              <a:rPr lang="en-US" dirty="0"/>
              <a:t>Connect to your TAK Server</a:t>
            </a:r>
          </a:p>
        </p:txBody>
      </p:sp>
      <p:sp>
        <p:nvSpPr>
          <p:cNvPr id="3" name="Content Placeholder 2">
            <a:extLst>
              <a:ext uri="{FF2B5EF4-FFF2-40B4-BE49-F238E27FC236}">
                <a16:creationId xmlns:a16="http://schemas.microsoft.com/office/drawing/2014/main" id="{4543BEB3-917E-EBDB-E9B0-6A4FDB078CAC}"/>
              </a:ext>
            </a:extLst>
          </p:cNvPr>
          <p:cNvSpPr>
            <a:spLocks noGrp="1"/>
          </p:cNvSpPr>
          <p:nvPr>
            <p:ph idx="1"/>
          </p:nvPr>
        </p:nvSpPr>
        <p:spPr/>
        <p:txBody>
          <a:bodyPr/>
          <a:lstStyle/>
          <a:p>
            <a:r>
              <a:rPr lang="en-US" dirty="0"/>
              <a:t>To connect to your TAK Server dashboard, open a your browser.</a:t>
            </a:r>
          </a:p>
          <a:p>
            <a:r>
              <a:rPr lang="en-US" dirty="0"/>
              <a:t>Type the following: </a:t>
            </a:r>
          </a:p>
          <a:p>
            <a:pPr lvl="1"/>
            <a:r>
              <a:rPr lang="en-US" dirty="0"/>
              <a:t>https://&lt;IP address&gt;:8443</a:t>
            </a:r>
          </a:p>
          <a:p>
            <a:r>
              <a:rPr lang="en-US" dirty="0"/>
              <a:t>Follow the prompts. </a:t>
            </a:r>
          </a:p>
          <a:p>
            <a:r>
              <a:rPr lang="en-US" dirty="0"/>
              <a:t>You are now at your </a:t>
            </a:r>
            <a:br>
              <a:rPr lang="en-US" dirty="0"/>
            </a:br>
            <a:r>
              <a:rPr lang="en-US" dirty="0"/>
              <a:t>TAK Server dashboard.</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57A55E5D-2CBB-140E-6519-F1B46F1907B3}"/>
              </a:ext>
            </a:extLst>
          </p:cNvPr>
          <p:cNvPicPr>
            <a:picLocks noChangeAspect="1"/>
          </p:cNvPicPr>
          <p:nvPr/>
        </p:nvPicPr>
        <p:blipFill>
          <a:blip r:embed="rId2"/>
          <a:stretch>
            <a:fillRect/>
          </a:stretch>
        </p:blipFill>
        <p:spPr>
          <a:xfrm>
            <a:off x="5184888" y="3104286"/>
            <a:ext cx="7001164" cy="3441500"/>
          </a:xfrm>
          <a:prstGeom prst="rect">
            <a:avLst/>
          </a:prstGeom>
        </p:spPr>
      </p:pic>
    </p:spTree>
    <p:extLst>
      <p:ext uri="{BB962C8B-B14F-4D97-AF65-F5344CB8AC3E}">
        <p14:creationId xmlns:p14="http://schemas.microsoft.com/office/powerpoint/2010/main" val="3298509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FA96-B492-D06B-B68C-CFF9362A3E27}"/>
              </a:ext>
            </a:extLst>
          </p:cNvPr>
          <p:cNvSpPr>
            <a:spLocks noGrp="1"/>
          </p:cNvSpPr>
          <p:nvPr>
            <p:ph type="title"/>
          </p:nvPr>
        </p:nvSpPr>
        <p:spPr/>
        <p:txBody>
          <a:bodyPr/>
          <a:lstStyle/>
          <a:p>
            <a:r>
              <a:rPr lang="en-US" dirty="0"/>
              <a:t>Connect to your TAK Server – </a:t>
            </a:r>
            <a:r>
              <a:rPr lang="en-US" dirty="0" err="1"/>
              <a:t>WebTAK</a:t>
            </a:r>
            <a:endParaRPr lang="en-US" dirty="0"/>
          </a:p>
        </p:txBody>
      </p:sp>
      <p:sp>
        <p:nvSpPr>
          <p:cNvPr id="3" name="Content Placeholder 2">
            <a:extLst>
              <a:ext uri="{FF2B5EF4-FFF2-40B4-BE49-F238E27FC236}">
                <a16:creationId xmlns:a16="http://schemas.microsoft.com/office/drawing/2014/main" id="{A053AA75-4DF3-93CE-6A97-170758D79EFF}"/>
              </a:ext>
            </a:extLst>
          </p:cNvPr>
          <p:cNvSpPr>
            <a:spLocks noGrp="1"/>
          </p:cNvSpPr>
          <p:nvPr>
            <p:ph idx="1"/>
          </p:nvPr>
        </p:nvSpPr>
        <p:spPr>
          <a:xfrm>
            <a:off x="838200" y="1617785"/>
            <a:ext cx="10515600" cy="4559178"/>
          </a:xfrm>
        </p:spPr>
        <p:txBody>
          <a:bodyPr/>
          <a:lstStyle/>
          <a:p>
            <a:r>
              <a:rPr lang="en-US" dirty="0"/>
              <a:t>To connect to the server as a user:</a:t>
            </a:r>
          </a:p>
          <a:p>
            <a:pPr lvl="1"/>
            <a:r>
              <a:rPr lang="en-US" dirty="0"/>
              <a:t>From the server dashboard select the hamburger menu at the top right.</a:t>
            </a:r>
          </a:p>
          <a:p>
            <a:pPr lvl="1"/>
            <a:r>
              <a:rPr lang="en-US" dirty="0"/>
              <a:t>Select “Administrative”</a:t>
            </a:r>
          </a:p>
          <a:p>
            <a:pPr lvl="1"/>
            <a:r>
              <a:rPr lang="en-US" dirty="0"/>
              <a:t>Select “Manager Users”</a:t>
            </a:r>
          </a:p>
          <a:p>
            <a:pPr lvl="1"/>
            <a:r>
              <a:rPr lang="en-US" dirty="0"/>
              <a:t>At the top left select “Add User”</a:t>
            </a:r>
          </a:p>
          <a:p>
            <a:pPr lvl="2"/>
            <a:r>
              <a:rPr lang="en-US" dirty="0"/>
              <a:t>Username: &lt;enter username here&gt;</a:t>
            </a:r>
          </a:p>
          <a:p>
            <a:pPr lvl="2"/>
            <a:r>
              <a:rPr lang="en-US" dirty="0"/>
              <a:t>Password: &lt;enter password here&gt;</a:t>
            </a:r>
          </a:p>
          <a:p>
            <a:pPr lvl="2"/>
            <a:r>
              <a:rPr lang="en-US" dirty="0"/>
              <a:t>Select “Create New User”</a:t>
            </a:r>
          </a:p>
          <a:p>
            <a:pPr lvl="1"/>
            <a:r>
              <a:rPr lang="en-US" dirty="0"/>
              <a:t>Open a browser</a:t>
            </a:r>
          </a:p>
          <a:p>
            <a:pPr lvl="1"/>
            <a:r>
              <a:rPr lang="en-US" dirty="0"/>
              <a:t>Type: https://&lt;IP address&gt;:8446</a:t>
            </a:r>
          </a:p>
          <a:p>
            <a:pPr lvl="1"/>
            <a:r>
              <a:rPr lang="en-US" dirty="0"/>
              <a:t>Sign in as the user you just created</a:t>
            </a:r>
          </a:p>
        </p:txBody>
      </p:sp>
      <p:pic>
        <p:nvPicPr>
          <p:cNvPr id="7" name="Picture 6">
            <a:extLst>
              <a:ext uri="{FF2B5EF4-FFF2-40B4-BE49-F238E27FC236}">
                <a16:creationId xmlns:a16="http://schemas.microsoft.com/office/drawing/2014/main" id="{7CFDC428-BE07-2992-AE4F-FB9666C46343}"/>
              </a:ext>
            </a:extLst>
          </p:cNvPr>
          <p:cNvPicPr>
            <a:picLocks noChangeAspect="1"/>
          </p:cNvPicPr>
          <p:nvPr/>
        </p:nvPicPr>
        <p:blipFill>
          <a:blip r:embed="rId3"/>
          <a:stretch>
            <a:fillRect/>
          </a:stretch>
        </p:blipFill>
        <p:spPr>
          <a:xfrm>
            <a:off x="6096000" y="3140363"/>
            <a:ext cx="6095999" cy="2198843"/>
          </a:xfrm>
          <a:prstGeom prst="rect">
            <a:avLst/>
          </a:prstGeom>
        </p:spPr>
      </p:pic>
    </p:spTree>
    <p:extLst>
      <p:ext uri="{BB962C8B-B14F-4D97-AF65-F5344CB8AC3E}">
        <p14:creationId xmlns:p14="http://schemas.microsoft.com/office/powerpoint/2010/main" val="3877813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886D8-F4C4-D84F-B6B0-50CF0A9B5241}"/>
              </a:ext>
            </a:extLst>
          </p:cNvPr>
          <p:cNvSpPr>
            <a:spLocks noGrp="1"/>
          </p:cNvSpPr>
          <p:nvPr>
            <p:ph type="title"/>
          </p:nvPr>
        </p:nvSpPr>
        <p:spPr/>
        <p:txBody>
          <a:bodyPr/>
          <a:lstStyle/>
          <a:p>
            <a:r>
              <a:rPr lang="en-US" dirty="0"/>
              <a:t>Methods of Connecting to TAK Server</a:t>
            </a:r>
          </a:p>
        </p:txBody>
      </p:sp>
      <p:sp>
        <p:nvSpPr>
          <p:cNvPr id="3" name="Content Placeholder 2">
            <a:extLst>
              <a:ext uri="{FF2B5EF4-FFF2-40B4-BE49-F238E27FC236}">
                <a16:creationId xmlns:a16="http://schemas.microsoft.com/office/drawing/2014/main" id="{80CEA5B2-1D39-2CEB-2940-ED942BFF32F1}"/>
              </a:ext>
            </a:extLst>
          </p:cNvPr>
          <p:cNvSpPr>
            <a:spLocks noGrp="1"/>
          </p:cNvSpPr>
          <p:nvPr>
            <p:ph idx="1"/>
          </p:nvPr>
        </p:nvSpPr>
        <p:spPr>
          <a:xfrm>
            <a:off x="838200" y="1344706"/>
            <a:ext cx="10515600" cy="5275902"/>
          </a:xfrm>
        </p:spPr>
        <p:txBody>
          <a:bodyPr>
            <a:normAutofit fontScale="92500" lnSpcReduction="10000"/>
          </a:bodyPr>
          <a:lstStyle/>
          <a:p>
            <a:pPr algn="l" rtl="0">
              <a:spcBef>
                <a:spcPts val="0"/>
              </a:spcBef>
              <a:spcAft>
                <a:spcPts val="0"/>
              </a:spcAft>
            </a:pPr>
            <a:r>
              <a:rPr lang="en-US" sz="1800" b="1" i="0" dirty="0">
                <a:solidFill>
                  <a:srgbClr val="000000"/>
                </a:solidFill>
                <a:effectLst/>
                <a:latin typeface="Arial" panose="020B0604020202020204" pitchFamily="34" charset="0"/>
              </a:rPr>
              <a:t>Option 1 - Create Data Package for Connection</a:t>
            </a:r>
            <a:endParaRPr lang="en-US" sz="1800" dirty="0">
              <a:solidFill>
                <a:srgbClr val="212121"/>
              </a:solidFill>
              <a:latin typeface="Open Sans" panose="020B0606030504020204" pitchFamily="34" charset="0"/>
            </a:endParaRPr>
          </a:p>
          <a:p>
            <a:pPr marL="0" indent="0" algn="l" rtl="0">
              <a:spcBef>
                <a:spcPts val="0"/>
              </a:spcBef>
              <a:spcAft>
                <a:spcPts val="0"/>
              </a:spcAft>
              <a:buNone/>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The easiest way to get the client onto the server is to create a Data Package (a zipped file) with the truststore-intermediate-ca.p12 file, a manifest and a preference file with the web address.</a:t>
            </a:r>
            <a:endParaRPr lang="en-US" sz="1800" dirty="0">
              <a:solidFill>
                <a:srgbClr val="212121"/>
              </a:solidFill>
              <a:latin typeface="Open Sans" panose="020B0606030504020204" pitchFamily="34" charset="0"/>
            </a:endParaRPr>
          </a:p>
          <a:p>
            <a:pPr algn="l" rtl="0">
              <a:spcBef>
                <a:spcPts val="0"/>
              </a:spcBef>
              <a:spcAft>
                <a:spcPts val="0"/>
              </a:spcAft>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When you downloaded the MASTER_SERVER_NAME_FOLDER_STRUCTURE it came with a boiler plate profile preference file and a manifest you can modify to reflect this information.</a:t>
            </a:r>
            <a:endParaRPr lang="en-US" sz="1800" b="0" i="0" dirty="0">
              <a:solidFill>
                <a:srgbClr val="212121"/>
              </a:solidFill>
              <a:effectLst/>
              <a:latin typeface="Open Sans" panose="020B0606030504020204" pitchFamily="34" charset="0"/>
            </a:endParaRPr>
          </a:p>
          <a:p>
            <a:pPr algn="l" rtl="0">
              <a:spcBef>
                <a:spcPts val="0"/>
              </a:spcBef>
              <a:spcAft>
                <a:spcPts val="0"/>
              </a:spcAft>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Once the data package is created you can share that out with the user’s unique username and password you created using the TAK-Server GUI.</a:t>
            </a:r>
            <a:endParaRPr lang="en-US" sz="1800" b="0" i="0" dirty="0">
              <a:solidFill>
                <a:srgbClr val="212121"/>
              </a:solidFill>
              <a:effectLst/>
              <a:latin typeface="Open Sans" panose="020B0606030504020204" pitchFamily="34" charset="0"/>
            </a:endParaRPr>
          </a:p>
          <a:p>
            <a:pPr algn="l" rtl="0">
              <a:spcBef>
                <a:spcPts val="0"/>
              </a:spcBef>
              <a:spcAft>
                <a:spcPts val="0"/>
              </a:spcAft>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The end user will download the data package onto their device, use the import feature in the TAK device, upon import the TAK device will prompt for the username and password.</a:t>
            </a:r>
          </a:p>
          <a:p>
            <a:pPr algn="l" rtl="0">
              <a:spcBef>
                <a:spcPts val="0"/>
              </a:spcBef>
              <a:spcAft>
                <a:spcPts val="0"/>
              </a:spcAft>
            </a:pPr>
            <a:endParaRPr lang="en-US" sz="1800" b="1" i="0" dirty="0">
              <a:solidFill>
                <a:srgbClr val="000000"/>
              </a:solidFill>
              <a:effectLst/>
              <a:latin typeface="Arial" panose="020B0604020202020204" pitchFamily="34" charset="0"/>
            </a:endParaRPr>
          </a:p>
          <a:p>
            <a:pPr algn="l" rtl="0">
              <a:spcBef>
                <a:spcPts val="0"/>
              </a:spcBef>
              <a:spcAft>
                <a:spcPts val="0"/>
              </a:spcAft>
            </a:pPr>
            <a:r>
              <a:rPr lang="en-US" sz="1800" b="1" i="0" dirty="0">
                <a:solidFill>
                  <a:srgbClr val="000000"/>
                </a:solidFill>
                <a:effectLst/>
                <a:latin typeface="Arial" panose="020B0604020202020204" pitchFamily="34" charset="0"/>
              </a:rPr>
              <a:t>Option 2 - Manual cert enrolment</a:t>
            </a:r>
          </a:p>
          <a:p>
            <a:pPr algn="l" rtl="0">
              <a:spcBef>
                <a:spcPts val="0"/>
              </a:spcBef>
              <a:spcAft>
                <a:spcPts val="0"/>
              </a:spcAft>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The second option is the TAK client can add a connection manually and enroll for a certificate.</a:t>
            </a:r>
            <a:endParaRPr lang="en-US" sz="1800" b="0" i="0" dirty="0">
              <a:solidFill>
                <a:srgbClr val="212121"/>
              </a:solidFill>
              <a:effectLst/>
              <a:latin typeface="Open Sans" panose="020B0606030504020204" pitchFamily="34" charset="0"/>
            </a:endParaRPr>
          </a:p>
          <a:p>
            <a:pPr algn="l" rtl="0">
              <a:spcBef>
                <a:spcPts val="0"/>
              </a:spcBef>
              <a:spcAft>
                <a:spcPts val="0"/>
              </a:spcAft>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To do that share the web address of the server i.e. tak1.mytakserver.com and the username and password you created on the TAK Server web GUI.</a:t>
            </a:r>
            <a:endParaRPr lang="en-US" sz="1800" b="0" i="0" dirty="0">
              <a:solidFill>
                <a:srgbClr val="212121"/>
              </a:solidFill>
              <a:effectLst/>
              <a:latin typeface="Open Sans" panose="020B0606030504020204" pitchFamily="34" charset="0"/>
            </a:endParaRPr>
          </a:p>
          <a:p>
            <a:pPr algn="l" rtl="0">
              <a:spcBef>
                <a:spcPts val="0"/>
              </a:spcBef>
              <a:spcAft>
                <a:spcPts val="0"/>
              </a:spcAft>
            </a:pPr>
            <a:endParaRPr lang="en-US" sz="1800" b="0" i="0" dirty="0">
              <a:solidFill>
                <a:srgbClr val="000000"/>
              </a:solidFill>
              <a:effectLst/>
              <a:latin typeface="Arial" panose="020B0604020202020204" pitchFamily="34" charset="0"/>
            </a:endParaRPr>
          </a:p>
          <a:p>
            <a:pPr algn="l" rtl="0">
              <a:spcBef>
                <a:spcPts val="0"/>
              </a:spcBef>
              <a:spcAft>
                <a:spcPts val="0"/>
              </a:spcAft>
            </a:pPr>
            <a:r>
              <a:rPr lang="en-US" sz="1800" b="0" i="0" dirty="0">
                <a:solidFill>
                  <a:srgbClr val="000000"/>
                </a:solidFill>
                <a:effectLst/>
                <a:latin typeface="Arial" panose="020B0604020202020204" pitchFamily="34" charset="0"/>
              </a:rPr>
              <a:t>From the TAK device the user can add the </a:t>
            </a:r>
            <a:r>
              <a:rPr lang="en-US" sz="1800" dirty="0">
                <a:solidFill>
                  <a:srgbClr val="000000"/>
                </a:solidFill>
                <a:latin typeface="Arial" panose="020B0604020202020204" pitchFamily="34" charset="0"/>
              </a:rPr>
              <a:t>TAK Server</a:t>
            </a:r>
            <a:r>
              <a:rPr lang="en-US" sz="1800" b="0" i="0" dirty="0">
                <a:solidFill>
                  <a:srgbClr val="000000"/>
                </a:solidFill>
                <a:effectLst/>
                <a:latin typeface="Arial" panose="020B0604020202020204" pitchFamily="34" charset="0"/>
              </a:rPr>
              <a:t> connection using the domain address and then choose enroll for certificate and then at prompt enter the username and password combo you issued to them. </a:t>
            </a:r>
            <a:endParaRPr lang="en-US" sz="1800" b="0" i="0" dirty="0">
              <a:solidFill>
                <a:srgbClr val="212121"/>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569385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9A1E9-154D-0E06-7F6E-0EDF00466DC3}"/>
              </a:ext>
            </a:extLst>
          </p:cNvPr>
          <p:cNvSpPr>
            <a:spLocks noGrp="1"/>
          </p:cNvSpPr>
          <p:nvPr>
            <p:ph type="title"/>
          </p:nvPr>
        </p:nvSpPr>
        <p:spPr/>
        <p:txBody>
          <a:bodyPr/>
          <a:lstStyle/>
          <a:p>
            <a:r>
              <a:rPr lang="en-US" dirty="0"/>
              <a:t>Creating Data Packages </a:t>
            </a:r>
          </a:p>
        </p:txBody>
      </p:sp>
      <p:sp>
        <p:nvSpPr>
          <p:cNvPr id="3" name="Content Placeholder 2">
            <a:extLst>
              <a:ext uri="{FF2B5EF4-FFF2-40B4-BE49-F238E27FC236}">
                <a16:creationId xmlns:a16="http://schemas.microsoft.com/office/drawing/2014/main" id="{3FC09186-1D51-101B-5630-95DCD0D72538}"/>
              </a:ext>
            </a:extLst>
          </p:cNvPr>
          <p:cNvSpPr>
            <a:spLocks noGrp="1"/>
          </p:cNvSpPr>
          <p:nvPr>
            <p:ph idx="1"/>
          </p:nvPr>
        </p:nvSpPr>
        <p:spPr>
          <a:xfrm>
            <a:off x="838200" y="1484722"/>
            <a:ext cx="10515600" cy="4692241"/>
          </a:xfrm>
        </p:spPr>
        <p:txBody>
          <a:bodyPr>
            <a:normAutofit/>
          </a:bodyPr>
          <a:lstStyle/>
          <a:p>
            <a:r>
              <a:rPr lang="en-US" dirty="0"/>
              <a:t>Open file explorer to </a:t>
            </a:r>
            <a:r>
              <a:rPr lang="en-US" dirty="0" err="1"/>
              <a:t>Master_SERVER</a:t>
            </a:r>
            <a:r>
              <a:rPr lang="en-US" dirty="0"/>
              <a:t>_... </a:t>
            </a:r>
            <a:r>
              <a:rPr lang="en-US" dirty="0">
                <a:sym typeface="Wingdings" panose="05000000000000000000" pitchFamily="2" charset="2"/>
              </a:rPr>
              <a:t></a:t>
            </a:r>
            <a:r>
              <a:rPr lang="en-US" dirty="0"/>
              <a:t> Auto Enrollment Data Package </a:t>
            </a:r>
          </a:p>
          <a:p>
            <a:r>
              <a:rPr lang="en-US" dirty="0"/>
              <a:t>Copy the “truststore-immediate-ca.p12” </a:t>
            </a:r>
            <a:r>
              <a:rPr lang="en-US"/>
              <a:t>file over </a:t>
            </a:r>
            <a:r>
              <a:rPr lang="en-US" dirty="0"/>
              <a:t>to the Auto Enrollment Data Package folder</a:t>
            </a:r>
          </a:p>
          <a:p>
            <a:r>
              <a:rPr lang="en-US" dirty="0"/>
              <a:t>In the Auto Enroll Data Package folder open the “config” file with a text editor</a:t>
            </a:r>
          </a:p>
          <a:p>
            <a:pPr lvl="1"/>
            <a:r>
              <a:rPr lang="en-US" dirty="0"/>
              <a:t>Where it says: “</a:t>
            </a:r>
            <a:r>
              <a:rPr lang="en-US" sz="1800" dirty="0">
                <a:latin typeface="Courier New" panose="02070309020205020404" pitchFamily="49" charset="0"/>
              </a:rPr>
              <a:t>TAKSERVER_NAME_GOES_HERE” </a:t>
            </a:r>
            <a:r>
              <a:rPr lang="en-US" dirty="0">
                <a:cs typeface="Courier New" panose="02070309020205020404" pitchFamily="49" charset="0"/>
              </a:rPr>
              <a:t>remove this and put what you want your server to say (TAK-Server)</a:t>
            </a:r>
          </a:p>
          <a:p>
            <a:pPr lvl="1"/>
            <a:r>
              <a:rPr lang="en-US" dirty="0">
                <a:cs typeface="Courier New" panose="02070309020205020404" pitchFamily="49" charset="0"/>
              </a:rPr>
              <a:t>Where it says: “</a:t>
            </a:r>
            <a:r>
              <a:rPr lang="en-US" sz="1800" dirty="0" err="1">
                <a:latin typeface="Courier New" panose="02070309020205020404" pitchFamily="49" charset="0"/>
              </a:rPr>
              <a:t>ipaddress_or_FQDN_goes_here</a:t>
            </a:r>
            <a:r>
              <a:rPr lang="en-US" dirty="0">
                <a:cs typeface="Courier New" panose="02070309020205020404" pitchFamily="49" charset="0"/>
              </a:rPr>
              <a:t>” remove this and put your server IP address. Do not remove :8089:ssl</a:t>
            </a:r>
          </a:p>
          <a:p>
            <a:r>
              <a:rPr lang="en-US" dirty="0">
                <a:cs typeface="Courier New" panose="02070309020205020404" pitchFamily="49" charset="0"/>
              </a:rPr>
              <a:t>Save the document and close it</a:t>
            </a:r>
            <a:endParaRPr lang="en-US" dirty="0"/>
          </a:p>
        </p:txBody>
      </p:sp>
    </p:spTree>
    <p:extLst>
      <p:ext uri="{BB962C8B-B14F-4D97-AF65-F5344CB8AC3E}">
        <p14:creationId xmlns:p14="http://schemas.microsoft.com/office/powerpoint/2010/main" val="1216443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5D1E-8D5E-A284-AD48-2832F67FB3A9}"/>
              </a:ext>
            </a:extLst>
          </p:cNvPr>
          <p:cNvSpPr>
            <a:spLocks noGrp="1"/>
          </p:cNvSpPr>
          <p:nvPr>
            <p:ph type="title"/>
          </p:nvPr>
        </p:nvSpPr>
        <p:spPr/>
        <p:txBody>
          <a:bodyPr/>
          <a:lstStyle/>
          <a:p>
            <a:r>
              <a:rPr lang="en-US" dirty="0"/>
              <a:t>Creating Data Packages</a:t>
            </a:r>
          </a:p>
        </p:txBody>
      </p:sp>
      <p:sp>
        <p:nvSpPr>
          <p:cNvPr id="3" name="Content Placeholder 2">
            <a:extLst>
              <a:ext uri="{FF2B5EF4-FFF2-40B4-BE49-F238E27FC236}">
                <a16:creationId xmlns:a16="http://schemas.microsoft.com/office/drawing/2014/main" id="{C0125BEB-77BE-0E84-FD3A-991352DACEA1}"/>
              </a:ext>
            </a:extLst>
          </p:cNvPr>
          <p:cNvSpPr>
            <a:spLocks noGrp="1"/>
          </p:cNvSpPr>
          <p:nvPr>
            <p:ph idx="1"/>
          </p:nvPr>
        </p:nvSpPr>
        <p:spPr>
          <a:xfrm>
            <a:off x="838200" y="1531856"/>
            <a:ext cx="10515600" cy="4645107"/>
          </a:xfrm>
        </p:spPr>
        <p:txBody>
          <a:bodyPr>
            <a:normAutofit fontScale="92500" lnSpcReduction="20000"/>
          </a:bodyPr>
          <a:lstStyle/>
          <a:p>
            <a:r>
              <a:rPr lang="en-US" dirty="0"/>
              <a:t>In the Auto Enroll Data Package open the MANIFEST folder</a:t>
            </a:r>
          </a:p>
          <a:p>
            <a:r>
              <a:rPr lang="en-US" dirty="0"/>
              <a:t>Open the manifest file with a text editor</a:t>
            </a:r>
          </a:p>
          <a:p>
            <a:pPr lvl="1"/>
            <a:r>
              <a:rPr lang="en-US" dirty="0"/>
              <a:t>Where it says “</a:t>
            </a:r>
            <a:r>
              <a:rPr lang="en-US" sz="1800" dirty="0" err="1">
                <a:latin typeface="Courier New" panose="02070309020205020404" pitchFamily="49" charset="0"/>
              </a:rPr>
              <a:t>Renameit_Server</a:t>
            </a:r>
            <a:r>
              <a:rPr lang="en-US" dirty="0"/>
              <a:t>” replace it with what you want to name your data package (TAK-Server)</a:t>
            </a:r>
          </a:p>
          <a:p>
            <a:r>
              <a:rPr lang="en-US" dirty="0"/>
              <a:t>Save the file and close the text editor</a:t>
            </a:r>
          </a:p>
          <a:p>
            <a:r>
              <a:rPr lang="en-US" dirty="0"/>
              <a:t>We now want to zip the contents in the Auto Enroll Data Package folder.	</a:t>
            </a:r>
          </a:p>
          <a:p>
            <a:pPr lvl="1"/>
            <a:r>
              <a:rPr lang="en-US" dirty="0"/>
              <a:t>Select all the files ( hold ctrl + click all the files desired)</a:t>
            </a:r>
          </a:p>
          <a:p>
            <a:pPr lvl="1"/>
            <a:r>
              <a:rPr lang="en-US" dirty="0"/>
              <a:t>Right click </a:t>
            </a:r>
          </a:p>
          <a:p>
            <a:pPr lvl="1"/>
            <a:r>
              <a:rPr lang="en-US" dirty="0"/>
              <a:t>Select “Send to” </a:t>
            </a:r>
          </a:p>
          <a:p>
            <a:pPr lvl="1"/>
            <a:r>
              <a:rPr lang="en-US" dirty="0"/>
              <a:t>Select “Compressed (zipped) folder”</a:t>
            </a:r>
          </a:p>
          <a:p>
            <a:r>
              <a:rPr lang="en-US" dirty="0"/>
              <a:t>If the zipped folder does not match the name set in the manifest file, select the zipped folder and rename it.</a:t>
            </a:r>
          </a:p>
        </p:txBody>
      </p:sp>
    </p:spTree>
    <p:extLst>
      <p:ext uri="{BB962C8B-B14F-4D97-AF65-F5344CB8AC3E}">
        <p14:creationId xmlns:p14="http://schemas.microsoft.com/office/powerpoint/2010/main" val="3023784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D2CEB-80AB-4082-2525-08041EEC8EBF}"/>
              </a:ext>
            </a:extLst>
          </p:cNvPr>
          <p:cNvSpPr>
            <a:spLocks noGrp="1"/>
          </p:cNvSpPr>
          <p:nvPr>
            <p:ph type="title"/>
          </p:nvPr>
        </p:nvSpPr>
        <p:spPr/>
        <p:txBody>
          <a:bodyPr/>
          <a:lstStyle/>
          <a:p>
            <a:r>
              <a:rPr lang="en-US" dirty="0"/>
              <a:t>Connecting to your TAK Server – Data Package ATAK</a:t>
            </a:r>
          </a:p>
        </p:txBody>
      </p:sp>
      <p:sp>
        <p:nvSpPr>
          <p:cNvPr id="3" name="Content Placeholder 2">
            <a:extLst>
              <a:ext uri="{FF2B5EF4-FFF2-40B4-BE49-F238E27FC236}">
                <a16:creationId xmlns:a16="http://schemas.microsoft.com/office/drawing/2014/main" id="{981233B5-34A4-074E-6E0A-9BDC9B03784C}"/>
              </a:ext>
            </a:extLst>
          </p:cNvPr>
          <p:cNvSpPr>
            <a:spLocks noGrp="1"/>
          </p:cNvSpPr>
          <p:nvPr>
            <p:ph idx="1"/>
          </p:nvPr>
        </p:nvSpPr>
        <p:spPr>
          <a:xfrm>
            <a:off x="838200" y="1583703"/>
            <a:ext cx="10515600" cy="4765250"/>
          </a:xfrm>
        </p:spPr>
        <p:txBody>
          <a:bodyPr>
            <a:normAutofit fontScale="85000" lnSpcReduction="10000"/>
          </a:bodyPr>
          <a:lstStyle/>
          <a:p>
            <a:r>
              <a:rPr lang="en-US" dirty="0"/>
              <a:t>After creating the data package send it to the device you want to import it on. </a:t>
            </a:r>
          </a:p>
          <a:p>
            <a:pPr lvl="1"/>
            <a:r>
              <a:rPr lang="en-US" dirty="0"/>
              <a:t>Via: Email, Google Drive, OneDrive, etc.</a:t>
            </a:r>
          </a:p>
          <a:p>
            <a:r>
              <a:rPr lang="en-US" dirty="0"/>
              <a:t>Download the zip file onto that device.</a:t>
            </a:r>
          </a:p>
          <a:p>
            <a:r>
              <a:rPr lang="en-US" dirty="0"/>
              <a:t>ATAK: </a:t>
            </a:r>
          </a:p>
          <a:p>
            <a:pPr lvl="1"/>
            <a:r>
              <a:rPr lang="en-US" dirty="0"/>
              <a:t>Open ATAK.</a:t>
            </a:r>
          </a:p>
          <a:p>
            <a:pPr lvl="1"/>
            <a:r>
              <a:rPr lang="en-US" dirty="0"/>
              <a:t>Select the hamburger menu in the top right of the screen.</a:t>
            </a:r>
          </a:p>
          <a:p>
            <a:pPr lvl="1"/>
            <a:r>
              <a:rPr lang="en-US" dirty="0"/>
              <a:t>Scroll down and select import. </a:t>
            </a:r>
          </a:p>
          <a:p>
            <a:pPr lvl="1"/>
            <a:r>
              <a:rPr lang="en-US" dirty="0"/>
              <a:t>Select Local SD.</a:t>
            </a:r>
          </a:p>
          <a:p>
            <a:pPr lvl="1"/>
            <a:r>
              <a:rPr lang="en-US" dirty="0"/>
              <a:t>Select Date to sort the files by date modified.</a:t>
            </a:r>
          </a:p>
          <a:p>
            <a:pPr lvl="1"/>
            <a:r>
              <a:rPr lang="en-US" dirty="0"/>
              <a:t>Select the data package zip file you downloaded.  </a:t>
            </a:r>
          </a:p>
          <a:p>
            <a:pPr lvl="1"/>
            <a:r>
              <a:rPr lang="en-US" dirty="0"/>
              <a:t>Select OK</a:t>
            </a:r>
          </a:p>
          <a:p>
            <a:pPr lvl="1"/>
            <a:r>
              <a:rPr lang="en-US" dirty="0"/>
              <a:t>Enter credentials for the server</a:t>
            </a:r>
          </a:p>
          <a:p>
            <a:pPr lvl="2"/>
            <a:r>
              <a:rPr lang="en-US" dirty="0"/>
              <a:t>Note the credentials are that which you created on the server already. </a:t>
            </a:r>
          </a:p>
          <a:p>
            <a:pPr lvl="1"/>
            <a:r>
              <a:rPr lang="en-US" dirty="0"/>
              <a:t>If all done correctly you should see a message saying you connected successfully</a:t>
            </a:r>
          </a:p>
        </p:txBody>
      </p:sp>
    </p:spTree>
    <p:extLst>
      <p:ext uri="{BB962C8B-B14F-4D97-AF65-F5344CB8AC3E}">
        <p14:creationId xmlns:p14="http://schemas.microsoft.com/office/powerpoint/2010/main" val="699863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80D7C-3E17-1E1E-0454-1464A5B5129D}"/>
              </a:ext>
            </a:extLst>
          </p:cNvPr>
          <p:cNvSpPr>
            <a:spLocks noGrp="1"/>
          </p:cNvSpPr>
          <p:nvPr>
            <p:ph type="title"/>
          </p:nvPr>
        </p:nvSpPr>
        <p:spPr/>
        <p:txBody>
          <a:bodyPr/>
          <a:lstStyle/>
          <a:p>
            <a:r>
              <a:rPr lang="en-US" dirty="0"/>
              <a:t>Connecting to your TAK Server – Data Package WinTAK</a:t>
            </a:r>
          </a:p>
        </p:txBody>
      </p:sp>
      <p:sp>
        <p:nvSpPr>
          <p:cNvPr id="3" name="Content Placeholder 2">
            <a:extLst>
              <a:ext uri="{FF2B5EF4-FFF2-40B4-BE49-F238E27FC236}">
                <a16:creationId xmlns:a16="http://schemas.microsoft.com/office/drawing/2014/main" id="{3B9D7D4D-E8BE-90DE-99EB-FDEFEC6EA000}"/>
              </a:ext>
            </a:extLst>
          </p:cNvPr>
          <p:cNvSpPr>
            <a:spLocks noGrp="1"/>
          </p:cNvSpPr>
          <p:nvPr>
            <p:ph idx="1"/>
          </p:nvPr>
        </p:nvSpPr>
        <p:spPr/>
        <p:txBody>
          <a:bodyPr>
            <a:normAutofit fontScale="92500" lnSpcReduction="10000"/>
          </a:bodyPr>
          <a:lstStyle/>
          <a:p>
            <a:r>
              <a:rPr lang="en-US" dirty="0"/>
              <a:t>If you are not intending to use your current device to run WinTAK</a:t>
            </a:r>
          </a:p>
          <a:p>
            <a:pPr lvl="1"/>
            <a:r>
              <a:rPr lang="en-US" dirty="0"/>
              <a:t>After creating the data package send it to the device you want to import it on. </a:t>
            </a:r>
          </a:p>
          <a:p>
            <a:pPr lvl="2"/>
            <a:r>
              <a:rPr lang="en-US" dirty="0"/>
              <a:t>Via: Email, Google Drive, OneDrive, etc.</a:t>
            </a:r>
          </a:p>
          <a:p>
            <a:pPr lvl="1"/>
            <a:r>
              <a:rPr lang="en-US" dirty="0"/>
              <a:t>Download the zip file onto that device.</a:t>
            </a:r>
          </a:p>
          <a:p>
            <a:r>
              <a:rPr lang="en-US" dirty="0"/>
              <a:t>Open WinTAK</a:t>
            </a:r>
          </a:p>
          <a:p>
            <a:pPr lvl="1"/>
            <a:r>
              <a:rPr lang="en-US" dirty="0"/>
              <a:t>You can drag and drop the zip file into WinTAK.</a:t>
            </a:r>
          </a:p>
          <a:p>
            <a:pPr lvl="1"/>
            <a:r>
              <a:rPr lang="en-US" dirty="0"/>
              <a:t>It will then ask you for the server credentials. </a:t>
            </a:r>
          </a:p>
          <a:p>
            <a:pPr lvl="1"/>
            <a:r>
              <a:rPr lang="en-US" dirty="0"/>
              <a:t>Enter credentials for the server</a:t>
            </a:r>
          </a:p>
          <a:p>
            <a:pPr lvl="2"/>
            <a:r>
              <a:rPr lang="en-US" dirty="0"/>
              <a:t>Note the credentials are that which you created on the server already. </a:t>
            </a:r>
          </a:p>
          <a:p>
            <a:pPr lvl="1"/>
            <a:r>
              <a:rPr lang="en-US" dirty="0"/>
              <a:t>If done correctly it should tell you it has connected.</a:t>
            </a:r>
          </a:p>
          <a:p>
            <a:pPr lvl="1"/>
            <a:r>
              <a:rPr lang="en-US" dirty="0"/>
              <a:t>You can always use the import manager accessible from the WinTAK hamburger menu in the top left of the application.</a:t>
            </a:r>
          </a:p>
          <a:p>
            <a:endParaRPr lang="en-US" dirty="0"/>
          </a:p>
        </p:txBody>
      </p:sp>
      <p:pic>
        <p:nvPicPr>
          <p:cNvPr id="5" name="Picture 4">
            <a:extLst>
              <a:ext uri="{FF2B5EF4-FFF2-40B4-BE49-F238E27FC236}">
                <a16:creationId xmlns:a16="http://schemas.microsoft.com/office/drawing/2014/main" id="{4FAE047D-EB65-983C-CFB9-EEE71C422B87}"/>
              </a:ext>
            </a:extLst>
          </p:cNvPr>
          <p:cNvPicPr>
            <a:picLocks noChangeAspect="1"/>
          </p:cNvPicPr>
          <p:nvPr/>
        </p:nvPicPr>
        <p:blipFill>
          <a:blip r:embed="rId2"/>
          <a:stretch>
            <a:fillRect/>
          </a:stretch>
        </p:blipFill>
        <p:spPr>
          <a:xfrm>
            <a:off x="7875961" y="4923600"/>
            <a:ext cx="1419423" cy="295316"/>
          </a:xfrm>
          <a:prstGeom prst="rect">
            <a:avLst/>
          </a:prstGeom>
        </p:spPr>
      </p:pic>
    </p:spTree>
    <p:extLst>
      <p:ext uri="{BB962C8B-B14F-4D97-AF65-F5344CB8AC3E}">
        <p14:creationId xmlns:p14="http://schemas.microsoft.com/office/powerpoint/2010/main" val="3186304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A727-7E4F-CE46-5437-4F662033111A}"/>
              </a:ext>
            </a:extLst>
          </p:cNvPr>
          <p:cNvSpPr>
            <a:spLocks noGrp="1"/>
          </p:cNvSpPr>
          <p:nvPr>
            <p:ph type="title"/>
          </p:nvPr>
        </p:nvSpPr>
        <p:spPr/>
        <p:txBody>
          <a:bodyPr/>
          <a:lstStyle/>
          <a:p>
            <a:r>
              <a:rPr lang="en-US" dirty="0"/>
              <a:t>Server login issues</a:t>
            </a:r>
          </a:p>
        </p:txBody>
      </p:sp>
      <p:sp>
        <p:nvSpPr>
          <p:cNvPr id="3" name="Content Placeholder 2">
            <a:extLst>
              <a:ext uri="{FF2B5EF4-FFF2-40B4-BE49-F238E27FC236}">
                <a16:creationId xmlns:a16="http://schemas.microsoft.com/office/drawing/2014/main" id="{31300A3A-5319-EC4B-11D7-84F0E2D7E42D}"/>
              </a:ext>
            </a:extLst>
          </p:cNvPr>
          <p:cNvSpPr>
            <a:spLocks noGrp="1"/>
          </p:cNvSpPr>
          <p:nvPr>
            <p:ph idx="1"/>
          </p:nvPr>
        </p:nvSpPr>
        <p:spPr/>
        <p:txBody>
          <a:bodyPr/>
          <a:lstStyle/>
          <a:p>
            <a:r>
              <a:rPr lang="en-US" dirty="0"/>
              <a:t>If you run into the issue where you can't login to the admin portal and are being forced to the </a:t>
            </a:r>
            <a:r>
              <a:rPr lang="en-US" dirty="0" err="1"/>
              <a:t>webtak</a:t>
            </a:r>
            <a:r>
              <a:rPr lang="en-US" dirty="0"/>
              <a:t> login page at port 8446 run the commands below.</a:t>
            </a:r>
          </a:p>
          <a:p>
            <a:pPr lvl="1"/>
            <a:r>
              <a:rPr lang="en-US" b="1" dirty="0"/>
              <a:t>cd /home/</a:t>
            </a:r>
            <a:r>
              <a:rPr lang="en-US" b="1" dirty="0" err="1"/>
              <a:t>atak</a:t>
            </a:r>
            <a:endParaRPr lang="en-US" b="1" dirty="0"/>
          </a:p>
          <a:p>
            <a:pPr lvl="1"/>
            <a:r>
              <a:rPr lang="en-US" b="1" dirty="0" err="1"/>
              <a:t>sudo</a:t>
            </a:r>
            <a:r>
              <a:rPr lang="en-US" b="1" dirty="0"/>
              <a:t> </a:t>
            </a:r>
            <a:r>
              <a:rPr lang="en-US" b="1" dirty="0" err="1"/>
              <a:t>chmod</a:t>
            </a:r>
            <a:r>
              <a:rPr lang="en-US" b="1" dirty="0"/>
              <a:t> +x promoteAdmin.sh</a:t>
            </a:r>
          </a:p>
          <a:p>
            <a:pPr lvl="1"/>
            <a:r>
              <a:rPr lang="en-US" b="1" dirty="0" err="1"/>
              <a:t>atakatak</a:t>
            </a:r>
            <a:endParaRPr lang="en-US" b="1" dirty="0"/>
          </a:p>
          <a:p>
            <a:pPr lvl="1"/>
            <a:r>
              <a:rPr lang="en-US" b="1" dirty="0" err="1"/>
              <a:t>sudo</a:t>
            </a:r>
            <a:r>
              <a:rPr lang="en-US" b="1" dirty="0"/>
              <a:t> ./promoteAdmin.sh</a:t>
            </a:r>
          </a:p>
          <a:p>
            <a:pPr lvl="1"/>
            <a:endParaRPr lang="en-US" dirty="0"/>
          </a:p>
        </p:txBody>
      </p:sp>
      <p:sp>
        <p:nvSpPr>
          <p:cNvPr id="4" name="AutoShape 2">
            <a:extLst>
              <a:ext uri="{FF2B5EF4-FFF2-40B4-BE49-F238E27FC236}">
                <a16:creationId xmlns:a16="http://schemas.microsoft.com/office/drawing/2014/main" id="{EBFB72D7-7BC1-07E1-BB4F-6D3021E4A8A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ADFF8ED-BF75-6DFD-6284-63A9DBA0021E}"/>
              </a:ext>
            </a:extLst>
          </p:cNvPr>
          <p:cNvPicPr>
            <a:picLocks noChangeAspect="1"/>
          </p:cNvPicPr>
          <p:nvPr/>
        </p:nvPicPr>
        <p:blipFill>
          <a:blip r:embed="rId2"/>
          <a:stretch>
            <a:fillRect/>
          </a:stretch>
        </p:blipFill>
        <p:spPr>
          <a:xfrm>
            <a:off x="5759743" y="4027347"/>
            <a:ext cx="5172797" cy="2010056"/>
          </a:xfrm>
          <a:prstGeom prst="rect">
            <a:avLst/>
          </a:prstGeom>
        </p:spPr>
      </p:pic>
    </p:spTree>
    <p:extLst>
      <p:ext uri="{BB962C8B-B14F-4D97-AF65-F5344CB8AC3E}">
        <p14:creationId xmlns:p14="http://schemas.microsoft.com/office/powerpoint/2010/main" val="3354383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9faa6-9fe1-49b3-9a08-227a296b54a6}" enabled="1" method="Privileged" siteId="{d5fe813e-0caa-432a-b2ac-d555aa91bd1c}" removed="0"/>
</clbl:labelList>
</file>

<file path=docProps/app.xml><?xml version="1.0" encoding="utf-8"?>
<Properties xmlns="http://schemas.openxmlformats.org/officeDocument/2006/extended-properties" xmlns:vt="http://schemas.openxmlformats.org/officeDocument/2006/docPropsVTypes">
  <TotalTime>3701</TotalTime>
  <Words>2194</Words>
  <PresentationFormat>Widescreen</PresentationFormat>
  <Paragraphs>223</Paragraphs>
  <Slides>20</Slides>
  <Notes>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TAK Server Deployment</vt:lpstr>
      <vt:lpstr>Create a new user - Optional</vt:lpstr>
      <vt:lpstr>Copy over scripts</vt:lpstr>
      <vt:lpstr>Transferring Scripts</vt:lpstr>
      <vt:lpstr>Transferring Install File</vt:lpstr>
      <vt:lpstr>Install the TAK Server </vt:lpstr>
      <vt:lpstr>TAK Server Install Prompts</vt:lpstr>
      <vt:lpstr>TAK Server Configuration/Monitoring</vt:lpstr>
      <vt:lpstr>Initial Configuration</vt:lpstr>
      <vt:lpstr>Retrieve Admin Certificate</vt:lpstr>
      <vt:lpstr>Importing User Certificate</vt:lpstr>
      <vt:lpstr>Fire Fox Certificate Import</vt:lpstr>
      <vt:lpstr>Connect to your TAK Server</vt:lpstr>
      <vt:lpstr>Connect to your TAK Server – WebTAK</vt:lpstr>
      <vt:lpstr>Methods of Connecting to TAK Server</vt:lpstr>
      <vt:lpstr>Creating Data Packages </vt:lpstr>
      <vt:lpstr>Creating Data Packages</vt:lpstr>
      <vt:lpstr>Connecting to your TAK Server – Data Package ATAK</vt:lpstr>
      <vt:lpstr>Connecting to your TAK Server – Data Package WinTAK</vt:lpstr>
      <vt:lpstr>Server login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2024-07-31T11:55:39Z</dcterms:created>
  <dcterms:modified xsi:type="dcterms:W3CDTF">2025-04-22T06:52:35Z</dcterms:modified>
</cp:coreProperties>
</file>